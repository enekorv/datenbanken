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8" r:id="rId4"/>
    <p:sldId id="257" r:id="rId5"/>
    <p:sldId id="260" r:id="rId6"/>
    <p:sldId id="270" r:id="rId7"/>
    <p:sldId id="266" r:id="rId8"/>
    <p:sldId id="271" r:id="rId9"/>
    <p:sldId id="267" r:id="rId10"/>
    <p:sldId id="268" r:id="rId11"/>
    <p:sldId id="269" r:id="rId12"/>
    <p:sldId id="306" r:id="rId13"/>
    <p:sldId id="283" r:id="rId14"/>
    <p:sldId id="272" r:id="rId15"/>
    <p:sldId id="273" r:id="rId16"/>
    <p:sldId id="274" r:id="rId17"/>
    <p:sldId id="280" r:id="rId18"/>
    <p:sldId id="277" r:id="rId19"/>
    <p:sldId id="278" r:id="rId20"/>
    <p:sldId id="279" r:id="rId21"/>
    <p:sldId id="281" r:id="rId22"/>
    <p:sldId id="284" r:id="rId23"/>
    <p:sldId id="282" r:id="rId24"/>
    <p:sldId id="285" r:id="rId25"/>
    <p:sldId id="287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9" r:id="rId35"/>
    <p:sldId id="300" r:id="rId36"/>
    <p:sldId id="301" r:id="rId37"/>
    <p:sldId id="302" r:id="rId38"/>
    <p:sldId id="303" r:id="rId39"/>
    <p:sldId id="304" r:id="rId40"/>
    <p:sldId id="307" r:id="rId41"/>
    <p:sldId id="309" r:id="rId42"/>
    <p:sldId id="308" r:id="rId43"/>
    <p:sldId id="310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C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3CF5AC-34F0-4590-86FC-2CDAC345447E}" v="2" dt="2026-01-07T15:13:33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7" autoAdjust="0"/>
    <p:restoredTop sz="94660"/>
  </p:normalViewPr>
  <p:slideViewPr>
    <p:cSldViewPr snapToGrid="0">
      <p:cViewPr varScale="1">
        <p:scale>
          <a:sx n="75" d="100"/>
          <a:sy n="75" d="100"/>
        </p:scale>
        <p:origin x="294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Richter" userId="3398b3acb60c5768" providerId="LiveId" clId="{00627727-96A4-402C-943E-DB65FFD95A00}"/>
    <pc:docChg chg="addSld modSld">
      <pc:chgData name="Laura Richter" userId="3398b3acb60c5768" providerId="LiveId" clId="{00627727-96A4-402C-943E-DB65FFD95A00}" dt="2026-01-07T15:13:47.395" v="4" actId="680"/>
      <pc:docMkLst>
        <pc:docMk/>
      </pc:docMkLst>
      <pc:sldChg chg="addSp modSp mod">
        <pc:chgData name="Laura Richter" userId="3398b3acb60c5768" providerId="LiveId" clId="{00627727-96A4-402C-943E-DB65FFD95A00}" dt="2026-01-07T15:13:38.473" v="3" actId="1076"/>
        <pc:sldMkLst>
          <pc:docMk/>
          <pc:sldMk cId="478385570" sldId="308"/>
        </pc:sldMkLst>
        <pc:spChg chg="add mod">
          <ac:chgData name="Laura Richter" userId="3398b3acb60c5768" providerId="LiveId" clId="{00627727-96A4-402C-943E-DB65FFD95A00}" dt="2026-01-07T15:13:38.473" v="3" actId="1076"/>
          <ac:spMkLst>
            <pc:docMk/>
            <pc:sldMk cId="478385570" sldId="308"/>
            <ac:spMk id="3" creationId="{6FB2D8EF-7804-26F1-1369-BE1268FED735}"/>
          </ac:spMkLst>
        </pc:spChg>
      </pc:sldChg>
      <pc:sldChg chg="new">
        <pc:chgData name="Laura Richter" userId="3398b3acb60c5768" providerId="LiveId" clId="{00627727-96A4-402C-943E-DB65FFD95A00}" dt="2026-01-07T15:13:47.395" v="4" actId="680"/>
        <pc:sldMkLst>
          <pc:docMk/>
          <pc:sldMk cId="3276461416" sldId="31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FD47CF-D785-41A5-8D2D-6C12EF36B4F1}" type="doc">
      <dgm:prSet loTypeId="urn:microsoft.com/office/officeart/2005/8/layout/hProcess9" loCatId="process" qsTypeId="urn:microsoft.com/office/officeart/2005/8/quickstyle/simple1" qsCatId="simple" csTypeId="urn:microsoft.com/office/officeart/2005/8/colors/accent3_2" csCatId="accent3" phldr="1"/>
      <dgm:spPr/>
    </dgm:pt>
    <dgm:pt modelId="{F82757AD-5EE6-4E4B-913B-E964A25B10B6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AD56B325-D412-47F7-953B-D390BF577BBD}" type="parTrans" cxnId="{4986A59D-AD00-4547-9151-D083663AAD54}">
      <dgm:prSet/>
      <dgm:spPr/>
      <dgm:t>
        <a:bodyPr/>
        <a:lstStyle/>
        <a:p>
          <a:endParaRPr lang="de-DE"/>
        </a:p>
      </dgm:t>
    </dgm:pt>
    <dgm:pt modelId="{03F343A8-7CE0-4AAC-894F-1687431473A4}" type="sibTrans" cxnId="{4986A59D-AD00-4547-9151-D083663AAD54}">
      <dgm:prSet/>
      <dgm:spPr/>
      <dgm:t>
        <a:bodyPr/>
        <a:lstStyle/>
        <a:p>
          <a:endParaRPr lang="de-DE"/>
        </a:p>
      </dgm:t>
    </dgm:pt>
    <dgm:pt modelId="{0422D708-530C-4E26-A39E-DDDE86869F8D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AEEDF2F-3343-48DB-9424-C71D85EC95A0}" type="parTrans" cxnId="{2C264601-ACF9-4CAF-A3A5-8FBBDEC5FAC9}">
      <dgm:prSet/>
      <dgm:spPr/>
      <dgm:t>
        <a:bodyPr/>
        <a:lstStyle/>
        <a:p>
          <a:endParaRPr lang="de-DE"/>
        </a:p>
      </dgm:t>
    </dgm:pt>
    <dgm:pt modelId="{B5490404-5648-4ADC-88CA-F54E8D193BC8}" type="sibTrans" cxnId="{2C264601-ACF9-4CAF-A3A5-8FBBDEC5FAC9}">
      <dgm:prSet/>
      <dgm:spPr/>
      <dgm:t>
        <a:bodyPr/>
        <a:lstStyle/>
        <a:p>
          <a:endParaRPr lang="de-DE"/>
        </a:p>
      </dgm:t>
    </dgm:pt>
    <dgm:pt modelId="{89E0CC8C-B921-469D-B69C-5A127E74A3E5}">
      <dgm:prSet phldrT="[Text]" custT="1"/>
      <dgm:spPr/>
      <dgm:t>
        <a:bodyPr/>
        <a:lstStyle/>
        <a:p>
          <a:pPr>
            <a:buClrTx/>
            <a:buSzTx/>
            <a:buNone/>
          </a:pPr>
          <a:r>
            <a:rPr kumimoji="0" lang="de-DE" altLang="de-DE" sz="2500" b="0" i="0" u="none" strike="noStrike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72F4142A-9123-49B3-AB34-98FB4F5DBB6C}" type="parTrans" cxnId="{4577814E-D89F-491E-BEA3-6F078A134E6F}">
      <dgm:prSet/>
      <dgm:spPr/>
      <dgm:t>
        <a:bodyPr/>
        <a:lstStyle/>
        <a:p>
          <a:endParaRPr lang="de-DE"/>
        </a:p>
      </dgm:t>
    </dgm:pt>
    <dgm:pt modelId="{03209FD3-39F6-4101-AD5D-AE15D71183F6}" type="sibTrans" cxnId="{4577814E-D89F-491E-BEA3-6F078A134E6F}">
      <dgm:prSet/>
      <dgm:spPr/>
      <dgm:t>
        <a:bodyPr/>
        <a:lstStyle/>
        <a:p>
          <a:endParaRPr lang="de-DE"/>
        </a:p>
      </dgm:t>
    </dgm:pt>
    <dgm:pt modelId="{25D5FF02-BE8F-4CF0-AFA2-7ACCFAFC5B76}" type="pres">
      <dgm:prSet presAssocID="{34FD47CF-D785-41A5-8D2D-6C12EF36B4F1}" presName="CompostProcess" presStyleCnt="0">
        <dgm:presLayoutVars>
          <dgm:dir/>
          <dgm:resizeHandles val="exact"/>
        </dgm:presLayoutVars>
      </dgm:prSet>
      <dgm:spPr/>
    </dgm:pt>
    <dgm:pt modelId="{65EA0B6A-8322-44A0-9002-0E49D516C4C3}" type="pres">
      <dgm:prSet presAssocID="{34FD47CF-D785-41A5-8D2D-6C12EF36B4F1}" presName="arrow" presStyleLbl="bgShp" presStyleIdx="0" presStyleCnt="1" custScaleX="116218" custLinFactNeighborX="377"/>
      <dgm:spPr>
        <a:solidFill>
          <a:schemeClr val="bg2">
            <a:lumMod val="90000"/>
          </a:schemeClr>
        </a:solidFill>
      </dgm:spPr>
    </dgm:pt>
    <dgm:pt modelId="{35112D36-3DC9-4D08-88D5-36BFA98BD5D6}" type="pres">
      <dgm:prSet presAssocID="{34FD47CF-D785-41A5-8D2D-6C12EF36B4F1}" presName="linearProcess" presStyleCnt="0"/>
      <dgm:spPr/>
    </dgm:pt>
    <dgm:pt modelId="{EDD56605-3EFF-41FC-981C-D28BE5C70F3F}" type="pres">
      <dgm:prSet presAssocID="{89E0CC8C-B921-469D-B69C-5A127E74A3E5}" presName="textNode" presStyleLbl="node1" presStyleIdx="0" presStyleCnt="3" custLinFactX="-11096" custLinFactNeighborX="-100000" custLinFactNeighborY="0">
        <dgm:presLayoutVars>
          <dgm:bulletEnabled val="1"/>
        </dgm:presLayoutVars>
      </dgm:prSet>
      <dgm:spPr/>
    </dgm:pt>
    <dgm:pt modelId="{0CCFF648-71EA-458E-AA82-2AFDFF83AB0E}" type="pres">
      <dgm:prSet presAssocID="{03209FD3-39F6-4101-AD5D-AE15D71183F6}" presName="sibTrans" presStyleCnt="0"/>
      <dgm:spPr/>
    </dgm:pt>
    <dgm:pt modelId="{A66293CC-5AF8-4CBB-8B71-8EC1E5365825}" type="pres">
      <dgm:prSet presAssocID="{F82757AD-5EE6-4E4B-913B-E964A25B10B6}" presName="textNode" presStyleLbl="node1" presStyleIdx="1" presStyleCnt="3" custLinFactNeighborX="-41356" custLinFactNeighborY="0">
        <dgm:presLayoutVars>
          <dgm:bulletEnabled val="1"/>
        </dgm:presLayoutVars>
      </dgm:prSet>
      <dgm:spPr/>
    </dgm:pt>
    <dgm:pt modelId="{6A615171-8F27-48FA-AB1F-F048F56916C4}" type="pres">
      <dgm:prSet presAssocID="{03F343A8-7CE0-4AAC-894F-1687431473A4}" presName="sibTrans" presStyleCnt="0"/>
      <dgm:spPr/>
    </dgm:pt>
    <dgm:pt modelId="{E1033D82-08A0-46C6-A78D-09C0D9803E21}" type="pres">
      <dgm:prSet presAssocID="{0422D708-530C-4E26-A39E-DDDE86869F8D}" presName="textNode" presStyleLbl="node1" presStyleIdx="2" presStyleCnt="3" custLinFactNeighborX="-87305" custLinFactNeighborY="0">
        <dgm:presLayoutVars>
          <dgm:bulletEnabled val="1"/>
        </dgm:presLayoutVars>
      </dgm:prSet>
      <dgm:spPr/>
    </dgm:pt>
  </dgm:ptLst>
  <dgm:cxnLst>
    <dgm:cxn modelId="{2C264601-ACF9-4CAF-A3A5-8FBBDEC5FAC9}" srcId="{34FD47CF-D785-41A5-8D2D-6C12EF36B4F1}" destId="{0422D708-530C-4E26-A39E-DDDE86869F8D}" srcOrd="2" destOrd="0" parTransId="{BAEEDF2F-3343-48DB-9424-C71D85EC95A0}" sibTransId="{B5490404-5648-4ADC-88CA-F54E8D193BC8}"/>
    <dgm:cxn modelId="{4577814E-D89F-491E-BEA3-6F078A134E6F}" srcId="{34FD47CF-D785-41A5-8D2D-6C12EF36B4F1}" destId="{89E0CC8C-B921-469D-B69C-5A127E74A3E5}" srcOrd="0" destOrd="0" parTransId="{72F4142A-9123-49B3-AB34-98FB4F5DBB6C}" sibTransId="{03209FD3-39F6-4101-AD5D-AE15D71183F6}"/>
    <dgm:cxn modelId="{2F2A8373-3756-47D6-B6B0-5FC94E63AC89}" type="presOf" srcId="{34FD47CF-D785-41A5-8D2D-6C12EF36B4F1}" destId="{25D5FF02-BE8F-4CF0-AFA2-7ACCFAFC5B76}" srcOrd="0" destOrd="0" presId="urn:microsoft.com/office/officeart/2005/8/layout/hProcess9"/>
    <dgm:cxn modelId="{EE8C7574-44AB-4AE6-BCD5-A12FD76DCBB4}" type="presOf" srcId="{0422D708-530C-4E26-A39E-DDDE86869F8D}" destId="{E1033D82-08A0-46C6-A78D-09C0D9803E21}" srcOrd="0" destOrd="0" presId="urn:microsoft.com/office/officeart/2005/8/layout/hProcess9"/>
    <dgm:cxn modelId="{E3A3C296-4612-41BD-ACD4-3157205DBB80}" type="presOf" srcId="{F82757AD-5EE6-4E4B-913B-E964A25B10B6}" destId="{A66293CC-5AF8-4CBB-8B71-8EC1E5365825}" srcOrd="0" destOrd="0" presId="urn:microsoft.com/office/officeart/2005/8/layout/hProcess9"/>
    <dgm:cxn modelId="{4986A59D-AD00-4547-9151-D083663AAD54}" srcId="{34FD47CF-D785-41A5-8D2D-6C12EF36B4F1}" destId="{F82757AD-5EE6-4E4B-913B-E964A25B10B6}" srcOrd="1" destOrd="0" parTransId="{AD56B325-D412-47F7-953B-D390BF577BBD}" sibTransId="{03F343A8-7CE0-4AAC-894F-1687431473A4}"/>
    <dgm:cxn modelId="{DE8C8AFC-DB80-4584-B330-A2B288DF4DD5}" type="presOf" srcId="{89E0CC8C-B921-469D-B69C-5A127E74A3E5}" destId="{EDD56605-3EFF-41FC-981C-D28BE5C70F3F}" srcOrd="0" destOrd="0" presId="urn:microsoft.com/office/officeart/2005/8/layout/hProcess9"/>
    <dgm:cxn modelId="{6A4A0392-7D33-4C35-8175-A032634D8407}" type="presParOf" srcId="{25D5FF02-BE8F-4CF0-AFA2-7ACCFAFC5B76}" destId="{65EA0B6A-8322-44A0-9002-0E49D516C4C3}" srcOrd="0" destOrd="0" presId="urn:microsoft.com/office/officeart/2005/8/layout/hProcess9"/>
    <dgm:cxn modelId="{988449F1-6088-4DFF-9ACB-119110421ADA}" type="presParOf" srcId="{25D5FF02-BE8F-4CF0-AFA2-7ACCFAFC5B76}" destId="{35112D36-3DC9-4D08-88D5-36BFA98BD5D6}" srcOrd="1" destOrd="0" presId="urn:microsoft.com/office/officeart/2005/8/layout/hProcess9"/>
    <dgm:cxn modelId="{43EE6095-989B-4D8E-8B4C-0119C83EA3EC}" type="presParOf" srcId="{35112D36-3DC9-4D08-88D5-36BFA98BD5D6}" destId="{EDD56605-3EFF-41FC-981C-D28BE5C70F3F}" srcOrd="0" destOrd="0" presId="urn:microsoft.com/office/officeart/2005/8/layout/hProcess9"/>
    <dgm:cxn modelId="{7402B645-32D1-4886-996F-61A4BA2B2EB2}" type="presParOf" srcId="{35112D36-3DC9-4D08-88D5-36BFA98BD5D6}" destId="{0CCFF648-71EA-458E-AA82-2AFDFF83AB0E}" srcOrd="1" destOrd="0" presId="urn:microsoft.com/office/officeart/2005/8/layout/hProcess9"/>
    <dgm:cxn modelId="{2846425B-799C-48E9-A973-F04836B68282}" type="presParOf" srcId="{35112D36-3DC9-4D08-88D5-36BFA98BD5D6}" destId="{A66293CC-5AF8-4CBB-8B71-8EC1E5365825}" srcOrd="2" destOrd="0" presId="urn:microsoft.com/office/officeart/2005/8/layout/hProcess9"/>
    <dgm:cxn modelId="{0B02F9AA-4C0E-471A-92D8-39C01A1014FF}" type="presParOf" srcId="{35112D36-3DC9-4D08-88D5-36BFA98BD5D6}" destId="{6A615171-8F27-48FA-AB1F-F048F56916C4}" srcOrd="3" destOrd="0" presId="urn:microsoft.com/office/officeart/2005/8/layout/hProcess9"/>
    <dgm:cxn modelId="{415FB289-1E77-4102-9D0B-5731C7D9932E}" type="presParOf" srcId="{35112D36-3DC9-4D08-88D5-36BFA98BD5D6}" destId="{E1033D82-08A0-46C6-A78D-09C0D9803E2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FD47CF-D785-41A5-8D2D-6C12EF36B4F1}" type="doc">
      <dgm:prSet loTypeId="urn:microsoft.com/office/officeart/2005/8/layout/hProcess9" loCatId="process" qsTypeId="urn:microsoft.com/office/officeart/2005/8/quickstyle/simple1" qsCatId="simple" csTypeId="urn:microsoft.com/office/officeart/2005/8/colors/accent3_2" csCatId="accent3" phldr="1"/>
      <dgm:spPr/>
    </dgm:pt>
    <dgm:pt modelId="{F82757AD-5EE6-4E4B-913B-E964A25B10B6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AD56B325-D412-47F7-953B-D390BF577BBD}" type="parTrans" cxnId="{4986A59D-AD00-4547-9151-D083663AAD54}">
      <dgm:prSet/>
      <dgm:spPr/>
      <dgm:t>
        <a:bodyPr/>
        <a:lstStyle/>
        <a:p>
          <a:endParaRPr lang="de-DE"/>
        </a:p>
      </dgm:t>
    </dgm:pt>
    <dgm:pt modelId="{03F343A8-7CE0-4AAC-894F-1687431473A4}" type="sibTrans" cxnId="{4986A59D-AD00-4547-9151-D083663AAD54}">
      <dgm:prSet/>
      <dgm:spPr/>
      <dgm:t>
        <a:bodyPr/>
        <a:lstStyle/>
        <a:p>
          <a:endParaRPr lang="de-DE"/>
        </a:p>
      </dgm:t>
    </dgm:pt>
    <dgm:pt modelId="{0422D708-530C-4E26-A39E-DDDE86869F8D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AEEDF2F-3343-48DB-9424-C71D85EC95A0}" type="parTrans" cxnId="{2C264601-ACF9-4CAF-A3A5-8FBBDEC5FAC9}">
      <dgm:prSet/>
      <dgm:spPr/>
      <dgm:t>
        <a:bodyPr/>
        <a:lstStyle/>
        <a:p>
          <a:endParaRPr lang="de-DE"/>
        </a:p>
      </dgm:t>
    </dgm:pt>
    <dgm:pt modelId="{B5490404-5648-4ADC-88CA-F54E8D193BC8}" type="sibTrans" cxnId="{2C264601-ACF9-4CAF-A3A5-8FBBDEC5FAC9}">
      <dgm:prSet/>
      <dgm:spPr/>
      <dgm:t>
        <a:bodyPr/>
        <a:lstStyle/>
        <a:p>
          <a:endParaRPr lang="de-DE"/>
        </a:p>
      </dgm:t>
    </dgm:pt>
    <dgm:pt modelId="{89E0CC8C-B921-469D-B69C-5A127E74A3E5}">
      <dgm:prSet phldrT="[Text]" custT="1"/>
      <dgm:spPr/>
      <dgm:t>
        <a:bodyPr/>
        <a:lstStyle/>
        <a:p>
          <a:pPr>
            <a:buClrTx/>
            <a:buSzTx/>
            <a:buNone/>
          </a:pPr>
          <a:r>
            <a:rPr kumimoji="0" lang="de-DE" altLang="de-DE" sz="2500" b="0" i="0" u="none" strike="noStrike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72F4142A-9123-49B3-AB34-98FB4F5DBB6C}" type="parTrans" cxnId="{4577814E-D89F-491E-BEA3-6F078A134E6F}">
      <dgm:prSet/>
      <dgm:spPr/>
      <dgm:t>
        <a:bodyPr/>
        <a:lstStyle/>
        <a:p>
          <a:endParaRPr lang="de-DE"/>
        </a:p>
      </dgm:t>
    </dgm:pt>
    <dgm:pt modelId="{03209FD3-39F6-4101-AD5D-AE15D71183F6}" type="sibTrans" cxnId="{4577814E-D89F-491E-BEA3-6F078A134E6F}">
      <dgm:prSet/>
      <dgm:spPr/>
      <dgm:t>
        <a:bodyPr/>
        <a:lstStyle/>
        <a:p>
          <a:endParaRPr lang="de-DE"/>
        </a:p>
      </dgm:t>
    </dgm:pt>
    <dgm:pt modelId="{25D5FF02-BE8F-4CF0-AFA2-7ACCFAFC5B76}" type="pres">
      <dgm:prSet presAssocID="{34FD47CF-D785-41A5-8D2D-6C12EF36B4F1}" presName="CompostProcess" presStyleCnt="0">
        <dgm:presLayoutVars>
          <dgm:dir/>
          <dgm:resizeHandles val="exact"/>
        </dgm:presLayoutVars>
      </dgm:prSet>
      <dgm:spPr/>
    </dgm:pt>
    <dgm:pt modelId="{65EA0B6A-8322-44A0-9002-0E49D516C4C3}" type="pres">
      <dgm:prSet presAssocID="{34FD47CF-D785-41A5-8D2D-6C12EF36B4F1}" presName="arrow" presStyleLbl="bgShp" presStyleIdx="0" presStyleCnt="1" custScaleX="116218" custLinFactNeighborX="377"/>
      <dgm:spPr>
        <a:solidFill>
          <a:schemeClr val="bg2">
            <a:lumMod val="90000"/>
          </a:schemeClr>
        </a:solidFill>
      </dgm:spPr>
    </dgm:pt>
    <dgm:pt modelId="{35112D36-3DC9-4D08-88D5-36BFA98BD5D6}" type="pres">
      <dgm:prSet presAssocID="{34FD47CF-D785-41A5-8D2D-6C12EF36B4F1}" presName="linearProcess" presStyleCnt="0"/>
      <dgm:spPr/>
    </dgm:pt>
    <dgm:pt modelId="{EDD56605-3EFF-41FC-981C-D28BE5C70F3F}" type="pres">
      <dgm:prSet presAssocID="{89E0CC8C-B921-469D-B69C-5A127E74A3E5}" presName="textNode" presStyleLbl="node1" presStyleIdx="0" presStyleCnt="3" custLinFactX="-11096" custLinFactNeighborX="-100000" custLinFactNeighborY="0">
        <dgm:presLayoutVars>
          <dgm:bulletEnabled val="1"/>
        </dgm:presLayoutVars>
      </dgm:prSet>
      <dgm:spPr/>
    </dgm:pt>
    <dgm:pt modelId="{0CCFF648-71EA-458E-AA82-2AFDFF83AB0E}" type="pres">
      <dgm:prSet presAssocID="{03209FD3-39F6-4101-AD5D-AE15D71183F6}" presName="sibTrans" presStyleCnt="0"/>
      <dgm:spPr/>
    </dgm:pt>
    <dgm:pt modelId="{A66293CC-5AF8-4CBB-8B71-8EC1E5365825}" type="pres">
      <dgm:prSet presAssocID="{F82757AD-5EE6-4E4B-913B-E964A25B10B6}" presName="textNode" presStyleLbl="node1" presStyleIdx="1" presStyleCnt="3" custLinFactNeighborX="-41356" custLinFactNeighborY="0">
        <dgm:presLayoutVars>
          <dgm:bulletEnabled val="1"/>
        </dgm:presLayoutVars>
      </dgm:prSet>
      <dgm:spPr/>
    </dgm:pt>
    <dgm:pt modelId="{6A615171-8F27-48FA-AB1F-F048F56916C4}" type="pres">
      <dgm:prSet presAssocID="{03F343A8-7CE0-4AAC-894F-1687431473A4}" presName="sibTrans" presStyleCnt="0"/>
      <dgm:spPr/>
    </dgm:pt>
    <dgm:pt modelId="{E1033D82-08A0-46C6-A78D-09C0D9803E21}" type="pres">
      <dgm:prSet presAssocID="{0422D708-530C-4E26-A39E-DDDE86869F8D}" presName="textNode" presStyleLbl="node1" presStyleIdx="2" presStyleCnt="3" custLinFactNeighborX="-87305" custLinFactNeighborY="0">
        <dgm:presLayoutVars>
          <dgm:bulletEnabled val="1"/>
        </dgm:presLayoutVars>
      </dgm:prSet>
      <dgm:spPr/>
    </dgm:pt>
  </dgm:ptLst>
  <dgm:cxnLst>
    <dgm:cxn modelId="{2C264601-ACF9-4CAF-A3A5-8FBBDEC5FAC9}" srcId="{34FD47CF-D785-41A5-8D2D-6C12EF36B4F1}" destId="{0422D708-530C-4E26-A39E-DDDE86869F8D}" srcOrd="2" destOrd="0" parTransId="{BAEEDF2F-3343-48DB-9424-C71D85EC95A0}" sibTransId="{B5490404-5648-4ADC-88CA-F54E8D193BC8}"/>
    <dgm:cxn modelId="{FFF59344-5875-444B-9BD9-6BF8E2B7BAA7}" type="presOf" srcId="{89E0CC8C-B921-469D-B69C-5A127E74A3E5}" destId="{EDD56605-3EFF-41FC-981C-D28BE5C70F3F}" srcOrd="0" destOrd="0" presId="urn:microsoft.com/office/officeart/2005/8/layout/hProcess9"/>
    <dgm:cxn modelId="{4577814E-D89F-491E-BEA3-6F078A134E6F}" srcId="{34FD47CF-D785-41A5-8D2D-6C12EF36B4F1}" destId="{89E0CC8C-B921-469D-B69C-5A127E74A3E5}" srcOrd="0" destOrd="0" parTransId="{72F4142A-9123-49B3-AB34-98FB4F5DBB6C}" sibTransId="{03209FD3-39F6-4101-AD5D-AE15D71183F6}"/>
    <dgm:cxn modelId="{2F2A8373-3756-47D6-B6B0-5FC94E63AC89}" type="presOf" srcId="{34FD47CF-D785-41A5-8D2D-6C12EF36B4F1}" destId="{25D5FF02-BE8F-4CF0-AFA2-7ACCFAFC5B76}" srcOrd="0" destOrd="0" presId="urn:microsoft.com/office/officeart/2005/8/layout/hProcess9"/>
    <dgm:cxn modelId="{4986A59D-AD00-4547-9151-D083663AAD54}" srcId="{34FD47CF-D785-41A5-8D2D-6C12EF36B4F1}" destId="{F82757AD-5EE6-4E4B-913B-E964A25B10B6}" srcOrd="1" destOrd="0" parTransId="{AD56B325-D412-47F7-953B-D390BF577BBD}" sibTransId="{03F343A8-7CE0-4AAC-894F-1687431473A4}"/>
    <dgm:cxn modelId="{8FFA1BB6-AA23-4FCE-A34C-CF4421E81C10}" type="presOf" srcId="{F82757AD-5EE6-4E4B-913B-E964A25B10B6}" destId="{A66293CC-5AF8-4CBB-8B71-8EC1E5365825}" srcOrd="0" destOrd="0" presId="urn:microsoft.com/office/officeart/2005/8/layout/hProcess9"/>
    <dgm:cxn modelId="{16542BBE-9835-4881-AF43-64087C8F59BF}" type="presOf" srcId="{0422D708-530C-4E26-A39E-DDDE86869F8D}" destId="{E1033D82-08A0-46C6-A78D-09C0D9803E21}" srcOrd="0" destOrd="0" presId="urn:microsoft.com/office/officeart/2005/8/layout/hProcess9"/>
    <dgm:cxn modelId="{6A4A0392-7D33-4C35-8175-A032634D8407}" type="presParOf" srcId="{25D5FF02-BE8F-4CF0-AFA2-7ACCFAFC5B76}" destId="{65EA0B6A-8322-44A0-9002-0E49D516C4C3}" srcOrd="0" destOrd="0" presId="urn:microsoft.com/office/officeart/2005/8/layout/hProcess9"/>
    <dgm:cxn modelId="{988449F1-6088-4DFF-9ACB-119110421ADA}" type="presParOf" srcId="{25D5FF02-BE8F-4CF0-AFA2-7ACCFAFC5B76}" destId="{35112D36-3DC9-4D08-88D5-36BFA98BD5D6}" srcOrd="1" destOrd="0" presId="urn:microsoft.com/office/officeart/2005/8/layout/hProcess9"/>
    <dgm:cxn modelId="{1B6DE7CF-6D28-406E-8046-79F98F72FBC5}" type="presParOf" srcId="{35112D36-3DC9-4D08-88D5-36BFA98BD5D6}" destId="{EDD56605-3EFF-41FC-981C-D28BE5C70F3F}" srcOrd="0" destOrd="0" presId="urn:microsoft.com/office/officeart/2005/8/layout/hProcess9"/>
    <dgm:cxn modelId="{3AEFC8E1-28F7-4FF4-AC99-F4BC31E58513}" type="presParOf" srcId="{35112D36-3DC9-4D08-88D5-36BFA98BD5D6}" destId="{0CCFF648-71EA-458E-AA82-2AFDFF83AB0E}" srcOrd="1" destOrd="0" presId="urn:microsoft.com/office/officeart/2005/8/layout/hProcess9"/>
    <dgm:cxn modelId="{EBC7A138-4702-4377-82E5-FB272A4B40CC}" type="presParOf" srcId="{35112D36-3DC9-4D08-88D5-36BFA98BD5D6}" destId="{A66293CC-5AF8-4CBB-8B71-8EC1E5365825}" srcOrd="2" destOrd="0" presId="urn:microsoft.com/office/officeart/2005/8/layout/hProcess9"/>
    <dgm:cxn modelId="{806A862E-8E86-4D9D-9065-305B7E634AF3}" type="presParOf" srcId="{35112D36-3DC9-4D08-88D5-36BFA98BD5D6}" destId="{6A615171-8F27-48FA-AB1F-F048F56916C4}" srcOrd="3" destOrd="0" presId="urn:microsoft.com/office/officeart/2005/8/layout/hProcess9"/>
    <dgm:cxn modelId="{D82304D8-0427-4F13-B986-BCFFA3303A87}" type="presParOf" srcId="{35112D36-3DC9-4D08-88D5-36BFA98BD5D6}" destId="{E1033D82-08A0-46C6-A78D-09C0D9803E2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05C2F9-3903-4CC5-B96B-804D6EAA284A}" type="doc">
      <dgm:prSet loTypeId="urn:microsoft.com/office/officeart/2008/layout/VerticalCurvedList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de-DE"/>
        </a:p>
      </dgm:t>
    </dgm:pt>
    <dgm:pt modelId="{88F73B4F-7B41-45FC-8FD9-A99EC5A02521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Einstieg über die Klasse </a:t>
          </a:r>
          <a:r>
            <a:rPr lang="de-DE" i="1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FlughafenApp</a:t>
          </a:r>
          <a:endParaRPr lang="de-DE" i="1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gm:t>
    </dgm:pt>
    <dgm:pt modelId="{7D83D9FE-5083-42AF-966B-6318C6B0824B}" type="parTrans" cxnId="{D7F9EE04-F037-4168-85B5-7B1D3C05E1F9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B0925AC5-69CC-4782-893D-3EB35381077E}" type="sibTrans" cxnId="{D7F9EE04-F037-4168-85B5-7B1D3C05E1F9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59E62CA0-6FE3-4AB3-B233-29D5E63698E7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Erbt von </a:t>
          </a:r>
          <a:r>
            <a:rPr lang="de-DE" i="1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javafx.application.Application</a:t>
          </a:r>
          <a:endParaRPr lang="de-DE" i="1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gm:t>
    </dgm:pt>
    <dgm:pt modelId="{7CD2FADB-B4ED-4F3A-A2BE-CA5B47BDD736}" type="parTrans" cxnId="{F0BC9D7E-DCB4-492F-9531-F0DF4270B1E2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A978E0D0-7CD7-45DB-BD9F-F7D9419578E7}" type="sibTrans" cxnId="{F0BC9D7E-DCB4-492F-9531-F0DF4270B1E2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05B8362D-3A9B-4A2D-8805-2309F72CC932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Startet die JavaFX-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Runtime</a:t>
          </a:r>
          <a:endParaRPr lang="de-DE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gm:t>
    </dgm:pt>
    <dgm:pt modelId="{8D713732-DE4D-449C-9C76-EC15DB45A5D6}" type="parTrans" cxnId="{712ECEF5-AD6D-43EE-8088-322789B3CDCE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572230AD-5B8B-4DF8-847F-F6E1B8806BB3}" type="sibTrans" cxnId="{712ECEF5-AD6D-43EE-8088-322789B3CDCE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31AF0579-5FBC-4F9B-BC1A-3CD50B1F1A18}">
      <dgm:prSet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Lädt die 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Benutzeroberfälche</a:t>
          </a:r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 aus 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main.fxml</a:t>
          </a:r>
          <a:endParaRPr lang="de-DE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gm:t>
    </dgm:pt>
    <dgm:pt modelId="{2B22CDF4-8F8A-44F6-A242-0AFD36BA6B80}" type="parTrans" cxnId="{C5F27807-16FC-4C3A-89E3-B3643A3AFAC1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93AAFAF7-6064-40CF-86AF-D2336D36341B}" type="sibTrans" cxnId="{C5F27807-16FC-4C3A-89E3-B3643A3AFAC1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2C7A0F03-0C54-461B-BE40-D4C557D5FB0A}" type="pres">
      <dgm:prSet presAssocID="{CE05C2F9-3903-4CC5-B96B-804D6EAA284A}" presName="Name0" presStyleCnt="0">
        <dgm:presLayoutVars>
          <dgm:chMax val="7"/>
          <dgm:chPref val="7"/>
          <dgm:dir/>
        </dgm:presLayoutVars>
      </dgm:prSet>
      <dgm:spPr/>
    </dgm:pt>
    <dgm:pt modelId="{21C6EC60-EE69-4E3D-A00E-2A4FF97C80BA}" type="pres">
      <dgm:prSet presAssocID="{CE05C2F9-3903-4CC5-B96B-804D6EAA284A}" presName="Name1" presStyleCnt="0"/>
      <dgm:spPr/>
    </dgm:pt>
    <dgm:pt modelId="{FF805FBC-EBF3-429E-A75A-3471387829F6}" type="pres">
      <dgm:prSet presAssocID="{CE05C2F9-3903-4CC5-B96B-804D6EAA284A}" presName="cycle" presStyleCnt="0"/>
      <dgm:spPr/>
    </dgm:pt>
    <dgm:pt modelId="{0CB40F70-7B0A-43C3-BFD5-2D570E095484}" type="pres">
      <dgm:prSet presAssocID="{CE05C2F9-3903-4CC5-B96B-804D6EAA284A}" presName="srcNode" presStyleLbl="node1" presStyleIdx="0" presStyleCnt="4"/>
      <dgm:spPr/>
    </dgm:pt>
    <dgm:pt modelId="{727F077B-D9CB-4400-8D68-C4E03F38F5D4}" type="pres">
      <dgm:prSet presAssocID="{CE05C2F9-3903-4CC5-B96B-804D6EAA284A}" presName="conn" presStyleLbl="parChTrans1D2" presStyleIdx="0" presStyleCnt="1"/>
      <dgm:spPr/>
    </dgm:pt>
    <dgm:pt modelId="{35FAC372-50EB-4E20-BFFB-75C57265F2BA}" type="pres">
      <dgm:prSet presAssocID="{CE05C2F9-3903-4CC5-B96B-804D6EAA284A}" presName="extraNode" presStyleLbl="node1" presStyleIdx="0" presStyleCnt="4"/>
      <dgm:spPr/>
    </dgm:pt>
    <dgm:pt modelId="{2C8256B4-E54A-47F5-9DEB-21AD03B1C253}" type="pres">
      <dgm:prSet presAssocID="{CE05C2F9-3903-4CC5-B96B-804D6EAA284A}" presName="dstNode" presStyleLbl="node1" presStyleIdx="0" presStyleCnt="4"/>
      <dgm:spPr/>
    </dgm:pt>
    <dgm:pt modelId="{CFE4351A-1801-4AF5-8A55-AB8470B73EFE}" type="pres">
      <dgm:prSet presAssocID="{88F73B4F-7B41-45FC-8FD9-A99EC5A02521}" presName="text_1" presStyleLbl="node1" presStyleIdx="0" presStyleCnt="4">
        <dgm:presLayoutVars>
          <dgm:bulletEnabled val="1"/>
        </dgm:presLayoutVars>
      </dgm:prSet>
      <dgm:spPr/>
    </dgm:pt>
    <dgm:pt modelId="{DE071293-90F3-410A-9D98-584124B03136}" type="pres">
      <dgm:prSet presAssocID="{88F73B4F-7B41-45FC-8FD9-A99EC5A02521}" presName="accent_1" presStyleCnt="0"/>
      <dgm:spPr/>
    </dgm:pt>
    <dgm:pt modelId="{347CAEEC-A5D3-4242-BAD4-1627B806E4B3}" type="pres">
      <dgm:prSet presAssocID="{88F73B4F-7B41-45FC-8FD9-A99EC5A02521}" presName="accentRepeatNode" presStyleLbl="solidFgAcc1" presStyleIdx="0" presStyleCnt="4"/>
      <dgm:spPr/>
    </dgm:pt>
    <dgm:pt modelId="{CCD6C442-A5AF-401D-B67A-C58271A85165}" type="pres">
      <dgm:prSet presAssocID="{59E62CA0-6FE3-4AB3-B233-29D5E63698E7}" presName="text_2" presStyleLbl="node1" presStyleIdx="1" presStyleCnt="4">
        <dgm:presLayoutVars>
          <dgm:bulletEnabled val="1"/>
        </dgm:presLayoutVars>
      </dgm:prSet>
      <dgm:spPr/>
    </dgm:pt>
    <dgm:pt modelId="{29E6C412-20E4-444D-8900-5B59CBBCF955}" type="pres">
      <dgm:prSet presAssocID="{59E62CA0-6FE3-4AB3-B233-29D5E63698E7}" presName="accent_2" presStyleCnt="0"/>
      <dgm:spPr/>
    </dgm:pt>
    <dgm:pt modelId="{36DB362B-7DF7-4463-BD90-C486AA116C5B}" type="pres">
      <dgm:prSet presAssocID="{59E62CA0-6FE3-4AB3-B233-29D5E63698E7}" presName="accentRepeatNode" presStyleLbl="solidFgAcc1" presStyleIdx="1" presStyleCnt="4"/>
      <dgm:spPr/>
    </dgm:pt>
    <dgm:pt modelId="{B2C78B67-F811-428D-9502-4D54B3F4860F}" type="pres">
      <dgm:prSet presAssocID="{05B8362D-3A9B-4A2D-8805-2309F72CC932}" presName="text_3" presStyleLbl="node1" presStyleIdx="2" presStyleCnt="4">
        <dgm:presLayoutVars>
          <dgm:bulletEnabled val="1"/>
        </dgm:presLayoutVars>
      </dgm:prSet>
      <dgm:spPr/>
    </dgm:pt>
    <dgm:pt modelId="{8275FE42-AAEF-43AC-A952-E9F96BC34500}" type="pres">
      <dgm:prSet presAssocID="{05B8362D-3A9B-4A2D-8805-2309F72CC932}" presName="accent_3" presStyleCnt="0"/>
      <dgm:spPr/>
    </dgm:pt>
    <dgm:pt modelId="{1CC7F189-E81E-41B4-9CE6-B5E49E9788C0}" type="pres">
      <dgm:prSet presAssocID="{05B8362D-3A9B-4A2D-8805-2309F72CC932}" presName="accentRepeatNode" presStyleLbl="solidFgAcc1" presStyleIdx="2" presStyleCnt="4"/>
      <dgm:spPr/>
    </dgm:pt>
    <dgm:pt modelId="{9D379BEF-46A1-42CA-A208-7E8A81B59D73}" type="pres">
      <dgm:prSet presAssocID="{31AF0579-5FBC-4F9B-BC1A-3CD50B1F1A18}" presName="text_4" presStyleLbl="node1" presStyleIdx="3" presStyleCnt="4">
        <dgm:presLayoutVars>
          <dgm:bulletEnabled val="1"/>
        </dgm:presLayoutVars>
      </dgm:prSet>
      <dgm:spPr/>
    </dgm:pt>
    <dgm:pt modelId="{57F2E920-875C-4086-8DB1-5C50377A2921}" type="pres">
      <dgm:prSet presAssocID="{31AF0579-5FBC-4F9B-BC1A-3CD50B1F1A18}" presName="accent_4" presStyleCnt="0"/>
      <dgm:spPr/>
    </dgm:pt>
    <dgm:pt modelId="{A5CB0436-A854-404B-ADCB-335441AB8B2A}" type="pres">
      <dgm:prSet presAssocID="{31AF0579-5FBC-4F9B-BC1A-3CD50B1F1A18}" presName="accentRepeatNode" presStyleLbl="solidFgAcc1" presStyleIdx="3" presStyleCnt="4"/>
      <dgm:spPr/>
    </dgm:pt>
  </dgm:ptLst>
  <dgm:cxnLst>
    <dgm:cxn modelId="{D7F9EE04-F037-4168-85B5-7B1D3C05E1F9}" srcId="{CE05C2F9-3903-4CC5-B96B-804D6EAA284A}" destId="{88F73B4F-7B41-45FC-8FD9-A99EC5A02521}" srcOrd="0" destOrd="0" parTransId="{7D83D9FE-5083-42AF-966B-6318C6B0824B}" sibTransId="{B0925AC5-69CC-4782-893D-3EB35381077E}"/>
    <dgm:cxn modelId="{C5F27807-16FC-4C3A-89E3-B3643A3AFAC1}" srcId="{CE05C2F9-3903-4CC5-B96B-804D6EAA284A}" destId="{31AF0579-5FBC-4F9B-BC1A-3CD50B1F1A18}" srcOrd="3" destOrd="0" parTransId="{2B22CDF4-8F8A-44F6-A242-0AFD36BA6B80}" sibTransId="{93AAFAF7-6064-40CF-86AF-D2336D36341B}"/>
    <dgm:cxn modelId="{9A40646B-FE5F-4858-BA54-FC1A76C3A355}" type="presOf" srcId="{88F73B4F-7B41-45FC-8FD9-A99EC5A02521}" destId="{CFE4351A-1801-4AF5-8A55-AB8470B73EFE}" srcOrd="0" destOrd="0" presId="urn:microsoft.com/office/officeart/2008/layout/VerticalCurvedList"/>
    <dgm:cxn modelId="{CC724952-7BB4-4BC9-B70C-236A079D0B8D}" type="presOf" srcId="{CE05C2F9-3903-4CC5-B96B-804D6EAA284A}" destId="{2C7A0F03-0C54-461B-BE40-D4C557D5FB0A}" srcOrd="0" destOrd="0" presId="urn:microsoft.com/office/officeart/2008/layout/VerticalCurvedList"/>
    <dgm:cxn modelId="{0DA5AC72-2231-47CE-B9B2-3B42F9ABFD20}" type="presOf" srcId="{05B8362D-3A9B-4A2D-8805-2309F72CC932}" destId="{B2C78B67-F811-428D-9502-4D54B3F4860F}" srcOrd="0" destOrd="0" presId="urn:microsoft.com/office/officeart/2008/layout/VerticalCurvedList"/>
    <dgm:cxn modelId="{878C5A75-F41A-4582-9C40-55F8E7C300EE}" type="presOf" srcId="{B0925AC5-69CC-4782-893D-3EB35381077E}" destId="{727F077B-D9CB-4400-8D68-C4E03F38F5D4}" srcOrd="0" destOrd="0" presId="urn:microsoft.com/office/officeart/2008/layout/VerticalCurvedList"/>
    <dgm:cxn modelId="{F0BC9D7E-DCB4-492F-9531-F0DF4270B1E2}" srcId="{CE05C2F9-3903-4CC5-B96B-804D6EAA284A}" destId="{59E62CA0-6FE3-4AB3-B233-29D5E63698E7}" srcOrd="1" destOrd="0" parTransId="{7CD2FADB-B4ED-4F3A-A2BE-CA5B47BDD736}" sibTransId="{A978E0D0-7CD7-45DB-BD9F-F7D9419578E7}"/>
    <dgm:cxn modelId="{EC246584-FAA9-4033-9C22-A840CC66784C}" type="presOf" srcId="{31AF0579-5FBC-4F9B-BC1A-3CD50B1F1A18}" destId="{9D379BEF-46A1-42CA-A208-7E8A81B59D73}" srcOrd="0" destOrd="0" presId="urn:microsoft.com/office/officeart/2008/layout/VerticalCurvedList"/>
    <dgm:cxn modelId="{7CAB08F1-4B4C-4CE2-A3E6-D5AB67B42F2B}" type="presOf" srcId="{59E62CA0-6FE3-4AB3-B233-29D5E63698E7}" destId="{CCD6C442-A5AF-401D-B67A-C58271A85165}" srcOrd="0" destOrd="0" presId="urn:microsoft.com/office/officeart/2008/layout/VerticalCurvedList"/>
    <dgm:cxn modelId="{712ECEF5-AD6D-43EE-8088-322789B3CDCE}" srcId="{CE05C2F9-3903-4CC5-B96B-804D6EAA284A}" destId="{05B8362D-3A9B-4A2D-8805-2309F72CC932}" srcOrd="2" destOrd="0" parTransId="{8D713732-DE4D-449C-9C76-EC15DB45A5D6}" sibTransId="{572230AD-5B8B-4DF8-847F-F6E1B8806BB3}"/>
    <dgm:cxn modelId="{1CDEA693-EEB4-4B15-8910-FF8D6FBE1AFE}" type="presParOf" srcId="{2C7A0F03-0C54-461B-BE40-D4C557D5FB0A}" destId="{21C6EC60-EE69-4E3D-A00E-2A4FF97C80BA}" srcOrd="0" destOrd="0" presId="urn:microsoft.com/office/officeart/2008/layout/VerticalCurvedList"/>
    <dgm:cxn modelId="{CEB23977-FE16-46FC-AB8C-F6334233B9A3}" type="presParOf" srcId="{21C6EC60-EE69-4E3D-A00E-2A4FF97C80BA}" destId="{FF805FBC-EBF3-429E-A75A-3471387829F6}" srcOrd="0" destOrd="0" presId="urn:microsoft.com/office/officeart/2008/layout/VerticalCurvedList"/>
    <dgm:cxn modelId="{AE0C01C6-DC5C-4155-A756-F2BB8AE7A27C}" type="presParOf" srcId="{FF805FBC-EBF3-429E-A75A-3471387829F6}" destId="{0CB40F70-7B0A-43C3-BFD5-2D570E095484}" srcOrd="0" destOrd="0" presId="urn:microsoft.com/office/officeart/2008/layout/VerticalCurvedList"/>
    <dgm:cxn modelId="{61249DA6-002E-4D0C-8D80-A5FA53053016}" type="presParOf" srcId="{FF805FBC-EBF3-429E-A75A-3471387829F6}" destId="{727F077B-D9CB-4400-8D68-C4E03F38F5D4}" srcOrd="1" destOrd="0" presId="urn:microsoft.com/office/officeart/2008/layout/VerticalCurvedList"/>
    <dgm:cxn modelId="{102DC79D-6F17-4D66-8E2E-3079B0314183}" type="presParOf" srcId="{FF805FBC-EBF3-429E-A75A-3471387829F6}" destId="{35FAC372-50EB-4E20-BFFB-75C57265F2BA}" srcOrd="2" destOrd="0" presId="urn:microsoft.com/office/officeart/2008/layout/VerticalCurvedList"/>
    <dgm:cxn modelId="{7D3ADA96-FF64-4F44-9897-197CA955FC9A}" type="presParOf" srcId="{FF805FBC-EBF3-429E-A75A-3471387829F6}" destId="{2C8256B4-E54A-47F5-9DEB-21AD03B1C253}" srcOrd="3" destOrd="0" presId="urn:microsoft.com/office/officeart/2008/layout/VerticalCurvedList"/>
    <dgm:cxn modelId="{64DA87AE-05AC-4DFD-8DF1-012DD1DD6E5E}" type="presParOf" srcId="{21C6EC60-EE69-4E3D-A00E-2A4FF97C80BA}" destId="{CFE4351A-1801-4AF5-8A55-AB8470B73EFE}" srcOrd="1" destOrd="0" presId="urn:microsoft.com/office/officeart/2008/layout/VerticalCurvedList"/>
    <dgm:cxn modelId="{3B543B3A-DBEF-45F6-B5A0-049561E08EDD}" type="presParOf" srcId="{21C6EC60-EE69-4E3D-A00E-2A4FF97C80BA}" destId="{DE071293-90F3-410A-9D98-584124B03136}" srcOrd="2" destOrd="0" presId="urn:microsoft.com/office/officeart/2008/layout/VerticalCurvedList"/>
    <dgm:cxn modelId="{46CF1AD1-EBAD-4165-8086-02E651E71920}" type="presParOf" srcId="{DE071293-90F3-410A-9D98-584124B03136}" destId="{347CAEEC-A5D3-4242-BAD4-1627B806E4B3}" srcOrd="0" destOrd="0" presId="urn:microsoft.com/office/officeart/2008/layout/VerticalCurvedList"/>
    <dgm:cxn modelId="{3807436C-FFB4-43CB-A532-6D6BDBF4E334}" type="presParOf" srcId="{21C6EC60-EE69-4E3D-A00E-2A4FF97C80BA}" destId="{CCD6C442-A5AF-401D-B67A-C58271A85165}" srcOrd="3" destOrd="0" presId="urn:microsoft.com/office/officeart/2008/layout/VerticalCurvedList"/>
    <dgm:cxn modelId="{0EFCA1FB-2F70-47E7-ADC3-21EB97F75A81}" type="presParOf" srcId="{21C6EC60-EE69-4E3D-A00E-2A4FF97C80BA}" destId="{29E6C412-20E4-444D-8900-5B59CBBCF955}" srcOrd="4" destOrd="0" presId="urn:microsoft.com/office/officeart/2008/layout/VerticalCurvedList"/>
    <dgm:cxn modelId="{BE67280D-C8A2-4C91-AFFA-447E53927B50}" type="presParOf" srcId="{29E6C412-20E4-444D-8900-5B59CBBCF955}" destId="{36DB362B-7DF7-4463-BD90-C486AA116C5B}" srcOrd="0" destOrd="0" presId="urn:microsoft.com/office/officeart/2008/layout/VerticalCurvedList"/>
    <dgm:cxn modelId="{FB566B7D-3943-4B13-82B9-E385FDFA418F}" type="presParOf" srcId="{21C6EC60-EE69-4E3D-A00E-2A4FF97C80BA}" destId="{B2C78B67-F811-428D-9502-4D54B3F4860F}" srcOrd="5" destOrd="0" presId="urn:microsoft.com/office/officeart/2008/layout/VerticalCurvedList"/>
    <dgm:cxn modelId="{A3E90450-8910-4DDB-9E2F-48476B1D7290}" type="presParOf" srcId="{21C6EC60-EE69-4E3D-A00E-2A4FF97C80BA}" destId="{8275FE42-AAEF-43AC-A952-E9F96BC34500}" srcOrd="6" destOrd="0" presId="urn:microsoft.com/office/officeart/2008/layout/VerticalCurvedList"/>
    <dgm:cxn modelId="{AE83C751-938B-44C3-A4AB-038AB279C5EB}" type="presParOf" srcId="{8275FE42-AAEF-43AC-A952-E9F96BC34500}" destId="{1CC7F189-E81E-41B4-9CE6-B5E49E9788C0}" srcOrd="0" destOrd="0" presId="urn:microsoft.com/office/officeart/2008/layout/VerticalCurvedList"/>
    <dgm:cxn modelId="{BDEB0DBE-CD39-435A-AE1B-2F428499A1BB}" type="presParOf" srcId="{21C6EC60-EE69-4E3D-A00E-2A4FF97C80BA}" destId="{9D379BEF-46A1-42CA-A208-7E8A81B59D73}" srcOrd="7" destOrd="0" presId="urn:microsoft.com/office/officeart/2008/layout/VerticalCurvedList"/>
    <dgm:cxn modelId="{B868AC1D-3BB7-4D9E-9E54-0801382BD8C0}" type="presParOf" srcId="{21C6EC60-EE69-4E3D-A00E-2A4FF97C80BA}" destId="{57F2E920-875C-4086-8DB1-5C50377A2921}" srcOrd="8" destOrd="0" presId="urn:microsoft.com/office/officeart/2008/layout/VerticalCurvedList"/>
    <dgm:cxn modelId="{9F36BBE9-4E7A-4AF9-9F7A-A7C8C1504045}" type="presParOf" srcId="{57F2E920-875C-4086-8DB1-5C50377A2921}" destId="{A5CB0436-A854-404B-ADCB-335441AB8B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51A868-4312-4513-87C5-523E78B5BE66}" type="doc">
      <dgm:prSet loTypeId="urn:microsoft.com/office/officeart/2005/8/layout/chart3" loCatId="relationship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de-DE"/>
        </a:p>
      </dgm:t>
    </dgm:pt>
    <dgm:pt modelId="{B22AE7D6-642D-445A-9070-1ABF042E123F}">
      <dgm:prSet phldrT="[Text]" phldr="0"/>
      <dgm:spPr/>
      <dgm:t>
        <a:bodyPr/>
        <a:lstStyle/>
        <a:p>
          <a:r>
            <a:rPr lang="de-DE" b="1" dirty="0"/>
            <a:t>Umwandlung in DTOs</a:t>
          </a:r>
        </a:p>
      </dgm:t>
    </dgm:pt>
    <dgm:pt modelId="{728F57A9-13BC-4A52-AC5C-9B83B28E45AA}" type="parTrans" cxnId="{9C5D7DF1-A188-4630-B7B9-5BE3631ABA6C}">
      <dgm:prSet/>
      <dgm:spPr/>
      <dgm:t>
        <a:bodyPr/>
        <a:lstStyle/>
        <a:p>
          <a:endParaRPr lang="de-DE"/>
        </a:p>
      </dgm:t>
    </dgm:pt>
    <dgm:pt modelId="{21B0C26B-C0AE-43C7-B145-8F860E0D9BAA}" type="sibTrans" cxnId="{9C5D7DF1-A188-4630-B7B9-5BE3631ABA6C}">
      <dgm:prSet/>
      <dgm:spPr/>
      <dgm:t>
        <a:bodyPr/>
        <a:lstStyle/>
        <a:p>
          <a:endParaRPr lang="de-DE"/>
        </a:p>
      </dgm:t>
    </dgm:pt>
    <dgm:pt modelId="{4BC0C394-7E36-4A40-9CF7-E425B7458614}">
      <dgm:prSet phldrT="[Text]" phldr="0"/>
      <dgm:spPr/>
      <dgm:t>
        <a:bodyPr/>
        <a:lstStyle/>
        <a:p>
          <a:r>
            <a:rPr lang="de-DE" b="1" dirty="0"/>
            <a:t>Speicherung in </a:t>
          </a:r>
          <a:r>
            <a:rPr lang="de-DE" b="1" dirty="0" err="1"/>
            <a:t>ObservableList</a:t>
          </a:r>
          <a:endParaRPr lang="de-DE" b="1" dirty="0"/>
        </a:p>
      </dgm:t>
    </dgm:pt>
    <dgm:pt modelId="{25A15052-2BEF-420C-AA27-2075DE0F8982}" type="parTrans" cxnId="{E2F73D97-9695-4E45-8096-15E269A116C1}">
      <dgm:prSet/>
      <dgm:spPr/>
      <dgm:t>
        <a:bodyPr/>
        <a:lstStyle/>
        <a:p>
          <a:endParaRPr lang="de-DE"/>
        </a:p>
      </dgm:t>
    </dgm:pt>
    <dgm:pt modelId="{022861C8-EEA6-4F52-9AD1-3598DC7D4B2D}" type="sibTrans" cxnId="{E2F73D97-9695-4E45-8096-15E269A116C1}">
      <dgm:prSet/>
      <dgm:spPr/>
      <dgm:t>
        <a:bodyPr/>
        <a:lstStyle/>
        <a:p>
          <a:endParaRPr lang="de-DE"/>
        </a:p>
      </dgm:t>
    </dgm:pt>
    <dgm:pt modelId="{40003B9D-B2FB-41DA-8E07-93931FDDC0D0}">
      <dgm:prSet phldrT="[Text]" phldr="0"/>
      <dgm:spPr/>
      <dgm:t>
        <a:bodyPr/>
        <a:lstStyle/>
        <a:p>
          <a:r>
            <a:rPr lang="de-DE" b="1" dirty="0"/>
            <a:t>Bindung an </a:t>
          </a:r>
          <a:r>
            <a:rPr lang="de-DE" b="1" dirty="0" err="1"/>
            <a:t>TableView</a:t>
          </a:r>
          <a:endParaRPr lang="de-DE" b="1" dirty="0"/>
        </a:p>
      </dgm:t>
    </dgm:pt>
    <dgm:pt modelId="{09CEE2BE-5651-4746-8970-F5F6D68E1B85}" type="parTrans" cxnId="{D10E78A3-8D08-4F60-BADC-EAF7AC7E3637}">
      <dgm:prSet/>
      <dgm:spPr/>
      <dgm:t>
        <a:bodyPr/>
        <a:lstStyle/>
        <a:p>
          <a:endParaRPr lang="de-DE"/>
        </a:p>
      </dgm:t>
    </dgm:pt>
    <dgm:pt modelId="{C08BE390-635A-42E9-B9A8-BF4718439807}" type="sibTrans" cxnId="{D10E78A3-8D08-4F60-BADC-EAF7AC7E3637}">
      <dgm:prSet/>
      <dgm:spPr/>
      <dgm:t>
        <a:bodyPr/>
        <a:lstStyle/>
        <a:p>
          <a:endParaRPr lang="de-DE"/>
        </a:p>
      </dgm:t>
    </dgm:pt>
    <dgm:pt modelId="{04B2CDA0-D8E9-44D1-9B91-E067730CED8F}" type="pres">
      <dgm:prSet presAssocID="{E751A868-4312-4513-87C5-523E78B5BE66}" presName="compositeShape" presStyleCnt="0">
        <dgm:presLayoutVars>
          <dgm:chMax val="7"/>
          <dgm:dir/>
          <dgm:resizeHandles val="exact"/>
        </dgm:presLayoutVars>
      </dgm:prSet>
      <dgm:spPr/>
    </dgm:pt>
    <dgm:pt modelId="{21BE78BD-387E-45DE-9BA0-818D2C7CC4C0}" type="pres">
      <dgm:prSet presAssocID="{E751A868-4312-4513-87C5-523E78B5BE66}" presName="wedge1" presStyleLbl="node1" presStyleIdx="0" presStyleCnt="3" custLinFactNeighborX="-2762" custLinFactNeighborY="2313"/>
      <dgm:spPr/>
    </dgm:pt>
    <dgm:pt modelId="{F9810D6B-FD18-4B1C-AFBA-7820FA296629}" type="pres">
      <dgm:prSet presAssocID="{E751A868-4312-4513-87C5-523E78B5BE6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0AD3204-5CF3-459A-B7E6-5E9981863AE8}" type="pres">
      <dgm:prSet presAssocID="{E751A868-4312-4513-87C5-523E78B5BE66}" presName="wedge2" presStyleLbl="node1" presStyleIdx="1" presStyleCnt="3"/>
      <dgm:spPr/>
    </dgm:pt>
    <dgm:pt modelId="{3D6AA67E-29FF-463C-AD75-BACEBE77D527}" type="pres">
      <dgm:prSet presAssocID="{E751A868-4312-4513-87C5-523E78B5BE6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050123C-FC41-4487-A83A-788A6DAB7846}" type="pres">
      <dgm:prSet presAssocID="{E751A868-4312-4513-87C5-523E78B5BE66}" presName="wedge3" presStyleLbl="node1" presStyleIdx="2" presStyleCnt="3"/>
      <dgm:spPr/>
    </dgm:pt>
    <dgm:pt modelId="{42D29500-3CCA-4230-A214-C121BF38A3EA}" type="pres">
      <dgm:prSet presAssocID="{E751A868-4312-4513-87C5-523E78B5BE6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D030537-EDCD-4A31-B3C8-095321D65878}" type="presOf" srcId="{B22AE7D6-642D-445A-9070-1ABF042E123F}" destId="{21BE78BD-387E-45DE-9BA0-818D2C7CC4C0}" srcOrd="0" destOrd="0" presId="urn:microsoft.com/office/officeart/2005/8/layout/chart3"/>
    <dgm:cxn modelId="{BE66B53A-E0EC-46CA-9963-B4F27ED53A1B}" type="presOf" srcId="{E751A868-4312-4513-87C5-523E78B5BE66}" destId="{04B2CDA0-D8E9-44D1-9B91-E067730CED8F}" srcOrd="0" destOrd="0" presId="urn:microsoft.com/office/officeart/2005/8/layout/chart3"/>
    <dgm:cxn modelId="{FDF69E60-8770-4C57-BD26-8963B52F8DF7}" type="presOf" srcId="{B22AE7D6-642D-445A-9070-1ABF042E123F}" destId="{F9810D6B-FD18-4B1C-AFBA-7820FA296629}" srcOrd="1" destOrd="0" presId="urn:microsoft.com/office/officeart/2005/8/layout/chart3"/>
    <dgm:cxn modelId="{9DF8F17E-4164-4644-9333-C102B6994C40}" type="presOf" srcId="{4BC0C394-7E36-4A40-9CF7-E425B7458614}" destId="{20AD3204-5CF3-459A-B7E6-5E9981863AE8}" srcOrd="0" destOrd="0" presId="urn:microsoft.com/office/officeart/2005/8/layout/chart3"/>
    <dgm:cxn modelId="{E2F73D97-9695-4E45-8096-15E269A116C1}" srcId="{E751A868-4312-4513-87C5-523E78B5BE66}" destId="{4BC0C394-7E36-4A40-9CF7-E425B7458614}" srcOrd="1" destOrd="0" parTransId="{25A15052-2BEF-420C-AA27-2075DE0F8982}" sibTransId="{022861C8-EEA6-4F52-9AD1-3598DC7D4B2D}"/>
    <dgm:cxn modelId="{D10E78A3-8D08-4F60-BADC-EAF7AC7E3637}" srcId="{E751A868-4312-4513-87C5-523E78B5BE66}" destId="{40003B9D-B2FB-41DA-8E07-93931FDDC0D0}" srcOrd="2" destOrd="0" parTransId="{09CEE2BE-5651-4746-8970-F5F6D68E1B85}" sibTransId="{C08BE390-635A-42E9-B9A8-BF4718439807}"/>
    <dgm:cxn modelId="{39B9B7BE-B6CC-457A-A2AE-88A78930144C}" type="presOf" srcId="{4BC0C394-7E36-4A40-9CF7-E425B7458614}" destId="{3D6AA67E-29FF-463C-AD75-BACEBE77D527}" srcOrd="1" destOrd="0" presId="urn:microsoft.com/office/officeart/2005/8/layout/chart3"/>
    <dgm:cxn modelId="{35580BC4-1B0C-419A-A285-4F69B76CABD8}" type="presOf" srcId="{40003B9D-B2FB-41DA-8E07-93931FDDC0D0}" destId="{42D29500-3CCA-4230-A214-C121BF38A3EA}" srcOrd="1" destOrd="0" presId="urn:microsoft.com/office/officeart/2005/8/layout/chart3"/>
    <dgm:cxn modelId="{9C5D7DF1-A188-4630-B7B9-5BE3631ABA6C}" srcId="{E751A868-4312-4513-87C5-523E78B5BE66}" destId="{B22AE7D6-642D-445A-9070-1ABF042E123F}" srcOrd="0" destOrd="0" parTransId="{728F57A9-13BC-4A52-AC5C-9B83B28E45AA}" sibTransId="{21B0C26B-C0AE-43C7-B145-8F860E0D9BAA}"/>
    <dgm:cxn modelId="{2DCC16FC-9AE8-4E7A-BDE5-60D22B84D036}" type="presOf" srcId="{40003B9D-B2FB-41DA-8E07-93931FDDC0D0}" destId="{4050123C-FC41-4487-A83A-788A6DAB7846}" srcOrd="0" destOrd="0" presId="urn:microsoft.com/office/officeart/2005/8/layout/chart3"/>
    <dgm:cxn modelId="{BC27D87B-93A2-4A57-AB47-401CC1BD2A51}" type="presParOf" srcId="{04B2CDA0-D8E9-44D1-9B91-E067730CED8F}" destId="{21BE78BD-387E-45DE-9BA0-818D2C7CC4C0}" srcOrd="0" destOrd="0" presId="urn:microsoft.com/office/officeart/2005/8/layout/chart3"/>
    <dgm:cxn modelId="{838DDFF5-5C0D-4E67-BC67-8B74AA345158}" type="presParOf" srcId="{04B2CDA0-D8E9-44D1-9B91-E067730CED8F}" destId="{F9810D6B-FD18-4B1C-AFBA-7820FA296629}" srcOrd="1" destOrd="0" presId="urn:microsoft.com/office/officeart/2005/8/layout/chart3"/>
    <dgm:cxn modelId="{71ADA171-706D-444F-BF56-BBD8851BB191}" type="presParOf" srcId="{04B2CDA0-D8E9-44D1-9B91-E067730CED8F}" destId="{20AD3204-5CF3-459A-B7E6-5E9981863AE8}" srcOrd="2" destOrd="0" presId="urn:microsoft.com/office/officeart/2005/8/layout/chart3"/>
    <dgm:cxn modelId="{FC3126C2-D5C8-420F-BD65-5618D3660168}" type="presParOf" srcId="{04B2CDA0-D8E9-44D1-9B91-E067730CED8F}" destId="{3D6AA67E-29FF-463C-AD75-BACEBE77D527}" srcOrd="3" destOrd="0" presId="urn:microsoft.com/office/officeart/2005/8/layout/chart3"/>
    <dgm:cxn modelId="{06AA699B-FDD2-4BF3-9DAA-4AD49C05212F}" type="presParOf" srcId="{04B2CDA0-D8E9-44D1-9B91-E067730CED8F}" destId="{4050123C-FC41-4487-A83A-788A6DAB7846}" srcOrd="4" destOrd="0" presId="urn:microsoft.com/office/officeart/2005/8/layout/chart3"/>
    <dgm:cxn modelId="{151C7A8C-B34F-44DA-B7BA-B3E40E645214}" type="presParOf" srcId="{04B2CDA0-D8E9-44D1-9B91-E067730CED8F}" destId="{42D29500-3CCA-4230-A214-C121BF38A3EA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C47D75-0049-4FE5-B0E6-F7EDB5A3EBD2}" type="doc">
      <dgm:prSet loTypeId="urn:microsoft.com/office/officeart/2005/8/layout/venn1" loCatId="relationship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DE"/>
        </a:p>
      </dgm:t>
    </dgm:pt>
    <dgm:pt modelId="{F6809A41-9E5B-405B-8429-8B646D99D5FD}">
      <dgm:prSet phldrT="[Text]"/>
      <dgm:spPr/>
      <dgm:t>
        <a:bodyPr/>
        <a:lstStyle/>
        <a:p>
          <a:pPr>
            <a:buNone/>
          </a:pPr>
          <a:r>
            <a:rPr lang="de-DE" dirty="0" err="1"/>
            <a:t>add</a:t>
          </a:r>
          <a:r>
            <a:rPr lang="de-DE" dirty="0"/>
            <a:t>() → Datensatz hinzufügen</a:t>
          </a:r>
        </a:p>
      </dgm:t>
    </dgm:pt>
    <dgm:pt modelId="{C3E76E26-FCF2-4FC6-9BC1-D421220F4F8F}" type="parTrans" cxnId="{62D35BE0-3F3A-4D82-9F7F-6804E947A827}">
      <dgm:prSet/>
      <dgm:spPr/>
      <dgm:t>
        <a:bodyPr/>
        <a:lstStyle/>
        <a:p>
          <a:endParaRPr lang="de-DE"/>
        </a:p>
      </dgm:t>
    </dgm:pt>
    <dgm:pt modelId="{DD4E1CCD-2C24-48E1-B49C-F1B81C3D6F85}" type="sibTrans" cxnId="{62D35BE0-3F3A-4D82-9F7F-6804E947A827}">
      <dgm:prSet/>
      <dgm:spPr/>
      <dgm:t>
        <a:bodyPr/>
        <a:lstStyle/>
        <a:p>
          <a:endParaRPr lang="de-DE"/>
        </a:p>
      </dgm:t>
    </dgm:pt>
    <dgm:pt modelId="{CB5F4D23-0244-4A2E-9C23-65179D202C67}">
      <dgm:prSet/>
      <dgm:spPr/>
      <dgm:t>
        <a:bodyPr/>
        <a:lstStyle/>
        <a:p>
          <a:pPr>
            <a:buNone/>
          </a:pPr>
          <a:r>
            <a:rPr lang="de-DE" dirty="0" err="1"/>
            <a:t>edit</a:t>
          </a:r>
          <a:r>
            <a:rPr lang="de-DE" dirty="0"/>
            <a:t>() → Datensatz bearbeiten</a:t>
          </a:r>
        </a:p>
      </dgm:t>
    </dgm:pt>
    <dgm:pt modelId="{D92D3863-F5ED-4871-841B-4AF333DB10F1}" type="parTrans" cxnId="{35D304EB-1F87-4334-905E-AECDCA0B2ED5}">
      <dgm:prSet/>
      <dgm:spPr/>
      <dgm:t>
        <a:bodyPr/>
        <a:lstStyle/>
        <a:p>
          <a:endParaRPr lang="de-DE"/>
        </a:p>
      </dgm:t>
    </dgm:pt>
    <dgm:pt modelId="{D1519668-F09F-492E-A448-A87F56CB1EA6}" type="sibTrans" cxnId="{35D304EB-1F87-4334-905E-AECDCA0B2ED5}">
      <dgm:prSet/>
      <dgm:spPr/>
      <dgm:t>
        <a:bodyPr/>
        <a:lstStyle/>
        <a:p>
          <a:endParaRPr lang="de-DE"/>
        </a:p>
      </dgm:t>
    </dgm:pt>
    <dgm:pt modelId="{21C7B0D3-8D1D-4C9A-9E3A-BA18FA1E85E2}">
      <dgm:prSet/>
      <dgm:spPr/>
      <dgm:t>
        <a:bodyPr/>
        <a:lstStyle/>
        <a:p>
          <a:pPr>
            <a:buNone/>
          </a:pPr>
          <a:r>
            <a:rPr lang="de-DE" dirty="0" err="1"/>
            <a:t>delete</a:t>
          </a:r>
          <a:r>
            <a:rPr lang="de-DE" dirty="0"/>
            <a:t>() → Datensatz löschen</a:t>
          </a:r>
        </a:p>
      </dgm:t>
    </dgm:pt>
    <dgm:pt modelId="{AD0E7BFC-9FFA-4B65-B36D-31392B7F8871}" type="parTrans" cxnId="{9C6B1AB7-50C3-4890-8AF5-85080EBB6DE1}">
      <dgm:prSet/>
      <dgm:spPr/>
      <dgm:t>
        <a:bodyPr/>
        <a:lstStyle/>
        <a:p>
          <a:endParaRPr lang="de-DE"/>
        </a:p>
      </dgm:t>
    </dgm:pt>
    <dgm:pt modelId="{34A8BB12-9BB9-4D9F-928D-B7180C8D4715}" type="sibTrans" cxnId="{9C6B1AB7-50C3-4890-8AF5-85080EBB6DE1}">
      <dgm:prSet/>
      <dgm:spPr/>
      <dgm:t>
        <a:bodyPr/>
        <a:lstStyle/>
        <a:p>
          <a:endParaRPr lang="de-DE"/>
        </a:p>
      </dgm:t>
    </dgm:pt>
    <dgm:pt modelId="{0E442407-555B-42A7-99A4-A7BB6FA41C4A}" type="pres">
      <dgm:prSet presAssocID="{59C47D75-0049-4FE5-B0E6-F7EDB5A3EBD2}" presName="compositeShape" presStyleCnt="0">
        <dgm:presLayoutVars>
          <dgm:chMax val="7"/>
          <dgm:dir/>
          <dgm:resizeHandles val="exact"/>
        </dgm:presLayoutVars>
      </dgm:prSet>
      <dgm:spPr/>
    </dgm:pt>
    <dgm:pt modelId="{B35794CE-6A69-4DAD-8D48-AEBCCA0AA181}" type="pres">
      <dgm:prSet presAssocID="{F6809A41-9E5B-405B-8429-8B646D99D5FD}" presName="circ1" presStyleLbl="vennNode1" presStyleIdx="0" presStyleCnt="3"/>
      <dgm:spPr/>
    </dgm:pt>
    <dgm:pt modelId="{B91E7979-50FF-4916-B73A-F5209FDB9AFA}" type="pres">
      <dgm:prSet presAssocID="{F6809A41-9E5B-405B-8429-8B646D99D5F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B61E278-218E-472D-B2B8-7867F4B0C9E0}" type="pres">
      <dgm:prSet presAssocID="{CB5F4D23-0244-4A2E-9C23-65179D202C67}" presName="circ2" presStyleLbl="vennNode1" presStyleIdx="1" presStyleCnt="3"/>
      <dgm:spPr/>
    </dgm:pt>
    <dgm:pt modelId="{A3C791EC-4AA7-4696-B7DF-5185D9BC226A}" type="pres">
      <dgm:prSet presAssocID="{CB5F4D23-0244-4A2E-9C23-65179D202C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E0C23D8-1673-45E6-B4EE-7AB8F84C94CA}" type="pres">
      <dgm:prSet presAssocID="{21C7B0D3-8D1D-4C9A-9E3A-BA18FA1E85E2}" presName="circ3" presStyleLbl="vennNode1" presStyleIdx="2" presStyleCnt="3"/>
      <dgm:spPr/>
    </dgm:pt>
    <dgm:pt modelId="{3319874A-1937-4F07-AEBA-25852DD16E9A}" type="pres">
      <dgm:prSet presAssocID="{21C7B0D3-8D1D-4C9A-9E3A-BA18FA1E85E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074C3D-0078-4270-9717-FD9D05718EC3}" type="presOf" srcId="{59C47D75-0049-4FE5-B0E6-F7EDB5A3EBD2}" destId="{0E442407-555B-42A7-99A4-A7BB6FA41C4A}" srcOrd="0" destOrd="0" presId="urn:microsoft.com/office/officeart/2005/8/layout/venn1"/>
    <dgm:cxn modelId="{23062A40-FA63-497B-9BDC-F565BA3EDA7C}" type="presOf" srcId="{CB5F4D23-0244-4A2E-9C23-65179D202C67}" destId="{1B61E278-218E-472D-B2B8-7867F4B0C9E0}" srcOrd="1" destOrd="0" presId="urn:microsoft.com/office/officeart/2005/8/layout/venn1"/>
    <dgm:cxn modelId="{62098E63-8137-44F4-9E8D-00E242DA1885}" type="presOf" srcId="{F6809A41-9E5B-405B-8429-8B646D99D5FD}" destId="{B91E7979-50FF-4916-B73A-F5209FDB9AFA}" srcOrd="0" destOrd="0" presId="urn:microsoft.com/office/officeart/2005/8/layout/venn1"/>
    <dgm:cxn modelId="{A18FD94A-00BE-435B-88B3-5F9394FF8BCE}" type="presOf" srcId="{F6809A41-9E5B-405B-8429-8B646D99D5FD}" destId="{B35794CE-6A69-4DAD-8D48-AEBCCA0AA181}" srcOrd="1" destOrd="0" presId="urn:microsoft.com/office/officeart/2005/8/layout/venn1"/>
    <dgm:cxn modelId="{9C6B1AB7-50C3-4890-8AF5-85080EBB6DE1}" srcId="{59C47D75-0049-4FE5-B0E6-F7EDB5A3EBD2}" destId="{21C7B0D3-8D1D-4C9A-9E3A-BA18FA1E85E2}" srcOrd="2" destOrd="0" parTransId="{AD0E7BFC-9FFA-4B65-B36D-31392B7F8871}" sibTransId="{34A8BB12-9BB9-4D9F-928D-B7180C8D4715}"/>
    <dgm:cxn modelId="{1163F1BB-005A-416A-9DE3-126F7E06CD45}" type="presOf" srcId="{CB5F4D23-0244-4A2E-9C23-65179D202C67}" destId="{A3C791EC-4AA7-4696-B7DF-5185D9BC226A}" srcOrd="0" destOrd="0" presId="urn:microsoft.com/office/officeart/2005/8/layout/venn1"/>
    <dgm:cxn modelId="{EBCB8CCC-8338-48E9-9529-9F51AAF0149C}" type="presOf" srcId="{21C7B0D3-8D1D-4C9A-9E3A-BA18FA1E85E2}" destId="{1E0C23D8-1673-45E6-B4EE-7AB8F84C94CA}" srcOrd="1" destOrd="0" presId="urn:microsoft.com/office/officeart/2005/8/layout/venn1"/>
    <dgm:cxn modelId="{62D35BE0-3F3A-4D82-9F7F-6804E947A827}" srcId="{59C47D75-0049-4FE5-B0E6-F7EDB5A3EBD2}" destId="{F6809A41-9E5B-405B-8429-8B646D99D5FD}" srcOrd="0" destOrd="0" parTransId="{C3E76E26-FCF2-4FC6-9BC1-D421220F4F8F}" sibTransId="{DD4E1CCD-2C24-48E1-B49C-F1B81C3D6F85}"/>
    <dgm:cxn modelId="{35D304EB-1F87-4334-905E-AECDCA0B2ED5}" srcId="{59C47D75-0049-4FE5-B0E6-F7EDB5A3EBD2}" destId="{CB5F4D23-0244-4A2E-9C23-65179D202C67}" srcOrd="1" destOrd="0" parTransId="{D92D3863-F5ED-4871-841B-4AF333DB10F1}" sibTransId="{D1519668-F09F-492E-A448-A87F56CB1EA6}"/>
    <dgm:cxn modelId="{5EA157F9-2BC3-4868-9857-1C134B41E298}" type="presOf" srcId="{21C7B0D3-8D1D-4C9A-9E3A-BA18FA1E85E2}" destId="{3319874A-1937-4F07-AEBA-25852DD16E9A}" srcOrd="0" destOrd="0" presId="urn:microsoft.com/office/officeart/2005/8/layout/venn1"/>
    <dgm:cxn modelId="{51A6F8D0-C1B3-4E96-926C-638EDB9B9A06}" type="presParOf" srcId="{0E442407-555B-42A7-99A4-A7BB6FA41C4A}" destId="{B35794CE-6A69-4DAD-8D48-AEBCCA0AA181}" srcOrd="0" destOrd="0" presId="urn:microsoft.com/office/officeart/2005/8/layout/venn1"/>
    <dgm:cxn modelId="{E0F95CA0-21D8-424A-95A9-6EAED30599AC}" type="presParOf" srcId="{0E442407-555B-42A7-99A4-A7BB6FA41C4A}" destId="{B91E7979-50FF-4916-B73A-F5209FDB9AFA}" srcOrd="1" destOrd="0" presId="urn:microsoft.com/office/officeart/2005/8/layout/venn1"/>
    <dgm:cxn modelId="{D3F97EA1-3518-49F5-9D7D-B5AFA55CDF06}" type="presParOf" srcId="{0E442407-555B-42A7-99A4-A7BB6FA41C4A}" destId="{1B61E278-218E-472D-B2B8-7867F4B0C9E0}" srcOrd="2" destOrd="0" presId="urn:microsoft.com/office/officeart/2005/8/layout/venn1"/>
    <dgm:cxn modelId="{740D5C27-CB24-4B24-9C23-1BA2C35BCDAC}" type="presParOf" srcId="{0E442407-555B-42A7-99A4-A7BB6FA41C4A}" destId="{A3C791EC-4AA7-4696-B7DF-5185D9BC226A}" srcOrd="3" destOrd="0" presId="urn:microsoft.com/office/officeart/2005/8/layout/venn1"/>
    <dgm:cxn modelId="{7803E601-FA95-4944-ACE7-6EEE11EC5C87}" type="presParOf" srcId="{0E442407-555B-42A7-99A4-A7BB6FA41C4A}" destId="{1E0C23D8-1673-45E6-B4EE-7AB8F84C94CA}" srcOrd="4" destOrd="0" presId="urn:microsoft.com/office/officeart/2005/8/layout/venn1"/>
    <dgm:cxn modelId="{F9AFCE05-A1D9-43DB-86A0-3294EC62215B}" type="presParOf" srcId="{0E442407-555B-42A7-99A4-A7BB6FA41C4A}" destId="{3319874A-1937-4F07-AEBA-25852DD16E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C8D3D7C-BBC6-4ED5-B926-3DBD2A970435}" type="doc">
      <dgm:prSet loTypeId="urn:microsoft.com/office/officeart/2005/8/layout/hierarchy3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DE"/>
        </a:p>
      </dgm:t>
    </dgm:pt>
    <dgm:pt modelId="{560B361F-5B32-48F7-BF9F-26289249D033}">
      <dgm:prSet phldrT="[Text]"/>
      <dgm:spPr/>
      <dgm:t>
        <a:bodyPr/>
        <a:lstStyle/>
        <a:p>
          <a:r>
            <a:rPr lang="de-DE" b="1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unveränderbar</a:t>
          </a:r>
        </a:p>
      </dgm:t>
    </dgm:pt>
    <dgm:pt modelId="{B1EB6187-4484-481F-826F-D0DB2F60A4C2}" type="parTrans" cxnId="{0A965C7A-A8A1-4226-A018-C8D2CA8DAF11}">
      <dgm:prSet/>
      <dgm:spPr/>
      <dgm:t>
        <a:bodyPr/>
        <a:lstStyle/>
        <a:p>
          <a:endParaRPr lang="de-DE"/>
        </a:p>
      </dgm:t>
    </dgm:pt>
    <dgm:pt modelId="{33277E3E-76FD-4E77-B9F3-FFC454A6DCAB}" type="sibTrans" cxnId="{0A965C7A-A8A1-4226-A018-C8D2CA8DAF11}">
      <dgm:prSet/>
      <dgm:spPr/>
      <dgm:t>
        <a:bodyPr/>
        <a:lstStyle/>
        <a:p>
          <a:endParaRPr lang="de-DE"/>
        </a:p>
      </dgm:t>
    </dgm:pt>
    <dgm:pt modelId="{EE40052B-2648-4BC3-8B02-3E570023BE35}">
      <dgm:prSet phldrT="[Text]"/>
      <dgm:spPr/>
      <dgm:t>
        <a:bodyPr/>
        <a:lstStyle/>
        <a:p>
          <a:r>
            <a:rPr lang="de-DE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Felder sind final</a:t>
          </a:r>
        </a:p>
      </dgm:t>
    </dgm:pt>
    <dgm:pt modelId="{31001394-E61F-4F60-B73E-34A39816AF76}" type="parTrans" cxnId="{09044F49-B9CD-41F0-A034-0CE52A472857}">
      <dgm:prSet/>
      <dgm:spPr/>
      <dgm:t>
        <a:bodyPr/>
        <a:lstStyle/>
        <a:p>
          <a:endParaRPr lang="de-DE"/>
        </a:p>
      </dgm:t>
    </dgm:pt>
    <dgm:pt modelId="{74F5E439-EFA8-482B-BA50-0BCEB84FFE05}" type="sibTrans" cxnId="{09044F49-B9CD-41F0-A034-0CE52A472857}">
      <dgm:prSet/>
      <dgm:spPr/>
      <dgm:t>
        <a:bodyPr/>
        <a:lstStyle/>
        <a:p>
          <a:endParaRPr lang="de-DE"/>
        </a:p>
      </dgm:t>
    </dgm:pt>
    <dgm:pt modelId="{8517A9D0-25A1-4A3F-BC2E-4D51EBDD88B1}">
      <dgm:prSet phldrT="[Text]"/>
      <dgm:spPr/>
      <dgm:t>
        <a:bodyPr/>
        <a:lstStyle/>
        <a:p>
          <a:r>
            <a:rPr lang="de-DE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keine Setter</a:t>
          </a:r>
        </a:p>
      </dgm:t>
    </dgm:pt>
    <dgm:pt modelId="{45A6BE03-0932-439C-AE70-EC0A0D74C56F}" type="parTrans" cxnId="{42EF0D26-D013-47FA-AEFE-3BA733296F4D}">
      <dgm:prSet/>
      <dgm:spPr/>
      <dgm:t>
        <a:bodyPr/>
        <a:lstStyle/>
        <a:p>
          <a:endParaRPr lang="de-DE"/>
        </a:p>
      </dgm:t>
    </dgm:pt>
    <dgm:pt modelId="{05E85E3B-308B-4CB8-A259-D67876335391}" type="sibTrans" cxnId="{42EF0D26-D013-47FA-AEFE-3BA733296F4D}">
      <dgm:prSet/>
      <dgm:spPr/>
      <dgm:t>
        <a:bodyPr/>
        <a:lstStyle/>
        <a:p>
          <a:endParaRPr lang="de-DE"/>
        </a:p>
      </dgm:t>
    </dgm:pt>
    <dgm:pt modelId="{030CF166-0B93-4DE1-BA8B-F8DDF31E8BB4}">
      <dgm:prSet phldrT="[Text]"/>
      <dgm:spPr/>
      <dgm:t>
        <a:bodyPr/>
        <a:lstStyle/>
        <a:p>
          <a:r>
            <a:rPr lang="de-DE" b="1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veränderbar</a:t>
          </a:r>
        </a:p>
      </dgm:t>
    </dgm:pt>
    <dgm:pt modelId="{7AAF10E3-4F1C-406A-917D-167C599D731C}" type="parTrans" cxnId="{25690EA8-5AB3-4B52-BBEB-2E1178F1DCAC}">
      <dgm:prSet/>
      <dgm:spPr/>
      <dgm:t>
        <a:bodyPr/>
        <a:lstStyle/>
        <a:p>
          <a:endParaRPr lang="de-DE"/>
        </a:p>
      </dgm:t>
    </dgm:pt>
    <dgm:pt modelId="{7FDDF4FE-7C5D-4375-B4F6-E9380A73D11E}" type="sibTrans" cxnId="{25690EA8-5AB3-4B52-BBEB-2E1178F1DCAC}">
      <dgm:prSet/>
      <dgm:spPr/>
      <dgm:t>
        <a:bodyPr/>
        <a:lstStyle/>
        <a:p>
          <a:endParaRPr lang="de-DE"/>
        </a:p>
      </dgm:t>
    </dgm:pt>
    <dgm:pt modelId="{1131AAFE-2C89-48F9-8893-4C8C85408FFB}">
      <dgm:prSet phldrT="[Text]"/>
      <dgm:spPr/>
      <dgm:t>
        <a:bodyPr/>
        <a:lstStyle/>
        <a:p>
          <a:r>
            <a:rPr lang="de-DE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Felder sind nicht final</a:t>
          </a:r>
        </a:p>
      </dgm:t>
    </dgm:pt>
    <dgm:pt modelId="{7BDE4C95-FF17-4EE6-BDF3-FC05E7F0A4CF}" type="parTrans" cxnId="{D85B2033-5289-4CD4-9185-C5AC129F1E27}">
      <dgm:prSet/>
      <dgm:spPr/>
      <dgm:t>
        <a:bodyPr/>
        <a:lstStyle/>
        <a:p>
          <a:endParaRPr lang="de-DE"/>
        </a:p>
      </dgm:t>
    </dgm:pt>
    <dgm:pt modelId="{15A4462A-F7FB-4EEE-ABC2-2C38C32BD39C}" type="sibTrans" cxnId="{D85B2033-5289-4CD4-9185-C5AC129F1E27}">
      <dgm:prSet/>
      <dgm:spPr/>
      <dgm:t>
        <a:bodyPr/>
        <a:lstStyle/>
        <a:p>
          <a:endParaRPr lang="de-DE"/>
        </a:p>
      </dgm:t>
    </dgm:pt>
    <dgm:pt modelId="{46893003-0D51-4961-87F6-64621AD2E423}">
      <dgm:prSet phldrT="[Text]"/>
      <dgm:spPr/>
      <dgm:t>
        <a:bodyPr/>
        <a:lstStyle/>
        <a:p>
          <a:r>
            <a:rPr lang="de-DE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haben Setter</a:t>
          </a:r>
        </a:p>
      </dgm:t>
    </dgm:pt>
    <dgm:pt modelId="{4674E5FF-EEB7-460D-B0D2-5116188839D5}" type="parTrans" cxnId="{BA6510AC-077B-4434-98D2-1A876459A53B}">
      <dgm:prSet/>
      <dgm:spPr/>
      <dgm:t>
        <a:bodyPr/>
        <a:lstStyle/>
        <a:p>
          <a:endParaRPr lang="de-DE"/>
        </a:p>
      </dgm:t>
    </dgm:pt>
    <dgm:pt modelId="{77EA79C1-5E50-4C2C-A028-C6921FC6FF55}" type="sibTrans" cxnId="{BA6510AC-077B-4434-98D2-1A876459A53B}">
      <dgm:prSet/>
      <dgm:spPr/>
      <dgm:t>
        <a:bodyPr/>
        <a:lstStyle/>
        <a:p>
          <a:endParaRPr lang="de-DE"/>
        </a:p>
      </dgm:t>
    </dgm:pt>
    <dgm:pt modelId="{DE57A8EF-A77C-4051-945C-6217F7C669A7}" type="pres">
      <dgm:prSet presAssocID="{8C8D3D7C-BBC6-4ED5-B926-3DBD2A97043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BE2DB0-D131-4026-9BEE-0867DA6EE378}" type="pres">
      <dgm:prSet presAssocID="{560B361F-5B32-48F7-BF9F-26289249D033}" presName="root" presStyleCnt="0"/>
      <dgm:spPr/>
    </dgm:pt>
    <dgm:pt modelId="{ECCC7D5E-CFC2-4738-9716-2F88FE4C0263}" type="pres">
      <dgm:prSet presAssocID="{560B361F-5B32-48F7-BF9F-26289249D033}" presName="rootComposite" presStyleCnt="0"/>
      <dgm:spPr/>
    </dgm:pt>
    <dgm:pt modelId="{558BF2F4-BC84-4C73-97DA-CE3A1404E700}" type="pres">
      <dgm:prSet presAssocID="{560B361F-5B32-48F7-BF9F-26289249D033}" presName="rootText" presStyleLbl="node1" presStyleIdx="0" presStyleCnt="2"/>
      <dgm:spPr/>
    </dgm:pt>
    <dgm:pt modelId="{017ED413-CD93-4FE2-86FD-A3EEBFBA66ED}" type="pres">
      <dgm:prSet presAssocID="{560B361F-5B32-48F7-BF9F-26289249D033}" presName="rootConnector" presStyleLbl="node1" presStyleIdx="0" presStyleCnt="2"/>
      <dgm:spPr/>
    </dgm:pt>
    <dgm:pt modelId="{385CFB57-ABD5-4401-AFA2-8EEFC1BC7ED8}" type="pres">
      <dgm:prSet presAssocID="{560B361F-5B32-48F7-BF9F-26289249D033}" presName="childShape" presStyleCnt="0"/>
      <dgm:spPr/>
    </dgm:pt>
    <dgm:pt modelId="{26987751-E69F-4798-84E1-ED7551FA316B}" type="pres">
      <dgm:prSet presAssocID="{31001394-E61F-4F60-B73E-34A39816AF76}" presName="Name13" presStyleLbl="parChTrans1D2" presStyleIdx="0" presStyleCnt="4"/>
      <dgm:spPr/>
    </dgm:pt>
    <dgm:pt modelId="{8B1EC8D9-C378-4282-94EC-E9E79543D588}" type="pres">
      <dgm:prSet presAssocID="{EE40052B-2648-4BC3-8B02-3E570023BE35}" presName="childText" presStyleLbl="bgAcc1" presStyleIdx="0" presStyleCnt="4">
        <dgm:presLayoutVars>
          <dgm:bulletEnabled val="1"/>
        </dgm:presLayoutVars>
      </dgm:prSet>
      <dgm:spPr/>
    </dgm:pt>
    <dgm:pt modelId="{CF8C279A-82EC-4515-955F-641942BB70DE}" type="pres">
      <dgm:prSet presAssocID="{45A6BE03-0932-439C-AE70-EC0A0D74C56F}" presName="Name13" presStyleLbl="parChTrans1D2" presStyleIdx="1" presStyleCnt="4"/>
      <dgm:spPr/>
    </dgm:pt>
    <dgm:pt modelId="{DC339297-00EB-4D48-865D-B94DEACC4ADF}" type="pres">
      <dgm:prSet presAssocID="{8517A9D0-25A1-4A3F-BC2E-4D51EBDD88B1}" presName="childText" presStyleLbl="bgAcc1" presStyleIdx="1" presStyleCnt="4">
        <dgm:presLayoutVars>
          <dgm:bulletEnabled val="1"/>
        </dgm:presLayoutVars>
      </dgm:prSet>
      <dgm:spPr/>
    </dgm:pt>
    <dgm:pt modelId="{845D89E7-691A-4D20-A8F7-EAC9DA920827}" type="pres">
      <dgm:prSet presAssocID="{030CF166-0B93-4DE1-BA8B-F8DDF31E8BB4}" presName="root" presStyleCnt="0"/>
      <dgm:spPr/>
    </dgm:pt>
    <dgm:pt modelId="{D326100D-C14C-440F-BEC8-CEED721B9DCB}" type="pres">
      <dgm:prSet presAssocID="{030CF166-0B93-4DE1-BA8B-F8DDF31E8BB4}" presName="rootComposite" presStyleCnt="0"/>
      <dgm:spPr/>
    </dgm:pt>
    <dgm:pt modelId="{0BDEA6ED-F56D-4EC8-8FAC-722D11A35E34}" type="pres">
      <dgm:prSet presAssocID="{030CF166-0B93-4DE1-BA8B-F8DDF31E8BB4}" presName="rootText" presStyleLbl="node1" presStyleIdx="1" presStyleCnt="2"/>
      <dgm:spPr/>
    </dgm:pt>
    <dgm:pt modelId="{8CEAACC3-8B3F-40D8-8486-BF88433FA049}" type="pres">
      <dgm:prSet presAssocID="{030CF166-0B93-4DE1-BA8B-F8DDF31E8BB4}" presName="rootConnector" presStyleLbl="node1" presStyleIdx="1" presStyleCnt="2"/>
      <dgm:spPr/>
    </dgm:pt>
    <dgm:pt modelId="{4311ED4D-799F-4918-B1ED-7005E4B0F735}" type="pres">
      <dgm:prSet presAssocID="{030CF166-0B93-4DE1-BA8B-F8DDF31E8BB4}" presName="childShape" presStyleCnt="0"/>
      <dgm:spPr/>
    </dgm:pt>
    <dgm:pt modelId="{82DD91F2-8966-4B05-95AB-DFB482768011}" type="pres">
      <dgm:prSet presAssocID="{7BDE4C95-FF17-4EE6-BDF3-FC05E7F0A4CF}" presName="Name13" presStyleLbl="parChTrans1D2" presStyleIdx="2" presStyleCnt="4"/>
      <dgm:spPr/>
    </dgm:pt>
    <dgm:pt modelId="{3203876B-A751-4DDA-8AD8-962BBF34030F}" type="pres">
      <dgm:prSet presAssocID="{1131AAFE-2C89-48F9-8893-4C8C85408FFB}" presName="childText" presStyleLbl="bgAcc1" presStyleIdx="2" presStyleCnt="4">
        <dgm:presLayoutVars>
          <dgm:bulletEnabled val="1"/>
        </dgm:presLayoutVars>
      </dgm:prSet>
      <dgm:spPr/>
    </dgm:pt>
    <dgm:pt modelId="{88D53958-FF3D-459B-A87F-5A4568CB19CA}" type="pres">
      <dgm:prSet presAssocID="{4674E5FF-EEB7-460D-B0D2-5116188839D5}" presName="Name13" presStyleLbl="parChTrans1D2" presStyleIdx="3" presStyleCnt="4"/>
      <dgm:spPr/>
    </dgm:pt>
    <dgm:pt modelId="{2E23F8EC-A518-45A2-BCE6-906E3E445EFC}" type="pres">
      <dgm:prSet presAssocID="{46893003-0D51-4961-87F6-64621AD2E423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42EF0D26-D013-47FA-AEFE-3BA733296F4D}" srcId="{560B361F-5B32-48F7-BF9F-26289249D033}" destId="{8517A9D0-25A1-4A3F-BC2E-4D51EBDD88B1}" srcOrd="1" destOrd="0" parTransId="{45A6BE03-0932-439C-AE70-EC0A0D74C56F}" sibTransId="{05E85E3B-308B-4CB8-A259-D67876335391}"/>
    <dgm:cxn modelId="{D85B2033-5289-4CD4-9185-C5AC129F1E27}" srcId="{030CF166-0B93-4DE1-BA8B-F8DDF31E8BB4}" destId="{1131AAFE-2C89-48F9-8893-4C8C85408FFB}" srcOrd="0" destOrd="0" parTransId="{7BDE4C95-FF17-4EE6-BDF3-FC05E7F0A4CF}" sibTransId="{15A4462A-F7FB-4EEE-ABC2-2C38C32BD39C}"/>
    <dgm:cxn modelId="{C920DE3C-5A11-4821-AD1B-31B2CA3E9B1F}" type="presOf" srcId="{EE40052B-2648-4BC3-8B02-3E570023BE35}" destId="{8B1EC8D9-C378-4282-94EC-E9E79543D588}" srcOrd="0" destOrd="0" presId="urn:microsoft.com/office/officeart/2005/8/layout/hierarchy3"/>
    <dgm:cxn modelId="{384C9A5D-7DFA-4D45-8F10-D149F0EDD070}" type="presOf" srcId="{45A6BE03-0932-439C-AE70-EC0A0D74C56F}" destId="{CF8C279A-82EC-4515-955F-641942BB70DE}" srcOrd="0" destOrd="0" presId="urn:microsoft.com/office/officeart/2005/8/layout/hierarchy3"/>
    <dgm:cxn modelId="{5D406364-DA95-40BA-AC01-4D4A0ED32300}" type="presOf" srcId="{4674E5FF-EEB7-460D-B0D2-5116188839D5}" destId="{88D53958-FF3D-459B-A87F-5A4568CB19CA}" srcOrd="0" destOrd="0" presId="urn:microsoft.com/office/officeart/2005/8/layout/hierarchy3"/>
    <dgm:cxn modelId="{FB0EB267-1C51-4BDB-8BB8-DA855277C0B1}" type="presOf" srcId="{8517A9D0-25A1-4A3F-BC2E-4D51EBDD88B1}" destId="{DC339297-00EB-4D48-865D-B94DEACC4ADF}" srcOrd="0" destOrd="0" presId="urn:microsoft.com/office/officeart/2005/8/layout/hierarchy3"/>
    <dgm:cxn modelId="{2D7E2349-A157-4A01-B7BE-922603F3786B}" type="presOf" srcId="{8C8D3D7C-BBC6-4ED5-B926-3DBD2A970435}" destId="{DE57A8EF-A77C-4051-945C-6217F7C669A7}" srcOrd="0" destOrd="0" presId="urn:microsoft.com/office/officeart/2005/8/layout/hierarchy3"/>
    <dgm:cxn modelId="{09044F49-B9CD-41F0-A034-0CE52A472857}" srcId="{560B361F-5B32-48F7-BF9F-26289249D033}" destId="{EE40052B-2648-4BC3-8B02-3E570023BE35}" srcOrd="0" destOrd="0" parTransId="{31001394-E61F-4F60-B73E-34A39816AF76}" sibTransId="{74F5E439-EFA8-482B-BA50-0BCEB84FFE05}"/>
    <dgm:cxn modelId="{3818584F-AED0-4D1F-BA44-16134E161D8F}" type="presOf" srcId="{1131AAFE-2C89-48F9-8893-4C8C85408FFB}" destId="{3203876B-A751-4DDA-8AD8-962BBF34030F}" srcOrd="0" destOrd="0" presId="urn:microsoft.com/office/officeart/2005/8/layout/hierarchy3"/>
    <dgm:cxn modelId="{91F3B052-E6C4-4B98-BFC5-C8B2656A9459}" type="presOf" srcId="{7BDE4C95-FF17-4EE6-BDF3-FC05E7F0A4CF}" destId="{82DD91F2-8966-4B05-95AB-DFB482768011}" srcOrd="0" destOrd="0" presId="urn:microsoft.com/office/officeart/2005/8/layout/hierarchy3"/>
    <dgm:cxn modelId="{0A965C7A-A8A1-4226-A018-C8D2CA8DAF11}" srcId="{8C8D3D7C-BBC6-4ED5-B926-3DBD2A970435}" destId="{560B361F-5B32-48F7-BF9F-26289249D033}" srcOrd="0" destOrd="0" parTransId="{B1EB6187-4484-481F-826F-D0DB2F60A4C2}" sibTransId="{33277E3E-76FD-4E77-B9F3-FFC454A6DCAB}"/>
    <dgm:cxn modelId="{5117129D-155C-497B-8B45-2225E207FE75}" type="presOf" srcId="{560B361F-5B32-48F7-BF9F-26289249D033}" destId="{558BF2F4-BC84-4C73-97DA-CE3A1404E700}" srcOrd="0" destOrd="0" presId="urn:microsoft.com/office/officeart/2005/8/layout/hierarchy3"/>
    <dgm:cxn modelId="{81CE2EA5-21EA-4C8A-8496-4813B280E67C}" type="presOf" srcId="{030CF166-0B93-4DE1-BA8B-F8DDF31E8BB4}" destId="{8CEAACC3-8B3F-40D8-8486-BF88433FA049}" srcOrd="1" destOrd="0" presId="urn:microsoft.com/office/officeart/2005/8/layout/hierarchy3"/>
    <dgm:cxn modelId="{25690EA8-5AB3-4B52-BBEB-2E1178F1DCAC}" srcId="{8C8D3D7C-BBC6-4ED5-B926-3DBD2A970435}" destId="{030CF166-0B93-4DE1-BA8B-F8DDF31E8BB4}" srcOrd="1" destOrd="0" parTransId="{7AAF10E3-4F1C-406A-917D-167C599D731C}" sibTransId="{7FDDF4FE-7C5D-4375-B4F6-E9380A73D11E}"/>
    <dgm:cxn modelId="{BA6510AC-077B-4434-98D2-1A876459A53B}" srcId="{030CF166-0B93-4DE1-BA8B-F8DDF31E8BB4}" destId="{46893003-0D51-4961-87F6-64621AD2E423}" srcOrd="1" destOrd="0" parTransId="{4674E5FF-EEB7-460D-B0D2-5116188839D5}" sibTransId="{77EA79C1-5E50-4C2C-A028-C6921FC6FF55}"/>
    <dgm:cxn modelId="{586C5CBE-E6D7-4134-897B-059EF5921A8B}" type="presOf" srcId="{030CF166-0B93-4DE1-BA8B-F8DDF31E8BB4}" destId="{0BDEA6ED-F56D-4EC8-8FAC-722D11A35E34}" srcOrd="0" destOrd="0" presId="urn:microsoft.com/office/officeart/2005/8/layout/hierarchy3"/>
    <dgm:cxn modelId="{981E46D1-8C2B-46B8-928C-1BA2F27E5CCF}" type="presOf" srcId="{31001394-E61F-4F60-B73E-34A39816AF76}" destId="{26987751-E69F-4798-84E1-ED7551FA316B}" srcOrd="0" destOrd="0" presId="urn:microsoft.com/office/officeart/2005/8/layout/hierarchy3"/>
    <dgm:cxn modelId="{4799AAED-B0C8-4058-9E5E-612A91C24CCB}" type="presOf" srcId="{46893003-0D51-4961-87F6-64621AD2E423}" destId="{2E23F8EC-A518-45A2-BCE6-906E3E445EFC}" srcOrd="0" destOrd="0" presId="urn:microsoft.com/office/officeart/2005/8/layout/hierarchy3"/>
    <dgm:cxn modelId="{DECD2EFB-AD69-4BD0-8520-3D33D46B1B16}" type="presOf" srcId="{560B361F-5B32-48F7-BF9F-26289249D033}" destId="{017ED413-CD93-4FE2-86FD-A3EEBFBA66ED}" srcOrd="1" destOrd="0" presId="urn:microsoft.com/office/officeart/2005/8/layout/hierarchy3"/>
    <dgm:cxn modelId="{B0C16541-A2DF-409A-A050-20BE745F40DD}" type="presParOf" srcId="{DE57A8EF-A77C-4051-945C-6217F7C669A7}" destId="{2DBE2DB0-D131-4026-9BEE-0867DA6EE378}" srcOrd="0" destOrd="0" presId="urn:microsoft.com/office/officeart/2005/8/layout/hierarchy3"/>
    <dgm:cxn modelId="{94AE3199-D459-408E-8DE5-32A018ECF95A}" type="presParOf" srcId="{2DBE2DB0-D131-4026-9BEE-0867DA6EE378}" destId="{ECCC7D5E-CFC2-4738-9716-2F88FE4C0263}" srcOrd="0" destOrd="0" presId="urn:microsoft.com/office/officeart/2005/8/layout/hierarchy3"/>
    <dgm:cxn modelId="{1D2B063A-D9CF-4F90-9E90-86E9721A2C2E}" type="presParOf" srcId="{ECCC7D5E-CFC2-4738-9716-2F88FE4C0263}" destId="{558BF2F4-BC84-4C73-97DA-CE3A1404E700}" srcOrd="0" destOrd="0" presId="urn:microsoft.com/office/officeart/2005/8/layout/hierarchy3"/>
    <dgm:cxn modelId="{B4C40273-59EA-45B9-8E7F-C8066CD9ABEA}" type="presParOf" srcId="{ECCC7D5E-CFC2-4738-9716-2F88FE4C0263}" destId="{017ED413-CD93-4FE2-86FD-A3EEBFBA66ED}" srcOrd="1" destOrd="0" presId="urn:microsoft.com/office/officeart/2005/8/layout/hierarchy3"/>
    <dgm:cxn modelId="{55B565C1-F51D-43F5-9932-B4B6FB71EE02}" type="presParOf" srcId="{2DBE2DB0-D131-4026-9BEE-0867DA6EE378}" destId="{385CFB57-ABD5-4401-AFA2-8EEFC1BC7ED8}" srcOrd="1" destOrd="0" presId="urn:microsoft.com/office/officeart/2005/8/layout/hierarchy3"/>
    <dgm:cxn modelId="{972AAFD7-A54C-496E-B0E4-4A66B579D505}" type="presParOf" srcId="{385CFB57-ABD5-4401-AFA2-8EEFC1BC7ED8}" destId="{26987751-E69F-4798-84E1-ED7551FA316B}" srcOrd="0" destOrd="0" presId="urn:microsoft.com/office/officeart/2005/8/layout/hierarchy3"/>
    <dgm:cxn modelId="{0E66EB91-0AD2-4967-8E7A-3DB0D10A446E}" type="presParOf" srcId="{385CFB57-ABD5-4401-AFA2-8EEFC1BC7ED8}" destId="{8B1EC8D9-C378-4282-94EC-E9E79543D588}" srcOrd="1" destOrd="0" presId="urn:microsoft.com/office/officeart/2005/8/layout/hierarchy3"/>
    <dgm:cxn modelId="{363F3B74-3904-4C4E-B321-F1F10936C46A}" type="presParOf" srcId="{385CFB57-ABD5-4401-AFA2-8EEFC1BC7ED8}" destId="{CF8C279A-82EC-4515-955F-641942BB70DE}" srcOrd="2" destOrd="0" presId="urn:microsoft.com/office/officeart/2005/8/layout/hierarchy3"/>
    <dgm:cxn modelId="{5D3B58C1-5F0E-469E-8571-C535B4FE7E24}" type="presParOf" srcId="{385CFB57-ABD5-4401-AFA2-8EEFC1BC7ED8}" destId="{DC339297-00EB-4D48-865D-B94DEACC4ADF}" srcOrd="3" destOrd="0" presId="urn:microsoft.com/office/officeart/2005/8/layout/hierarchy3"/>
    <dgm:cxn modelId="{94420B87-0887-46B0-BC78-B1086DCCE41E}" type="presParOf" srcId="{DE57A8EF-A77C-4051-945C-6217F7C669A7}" destId="{845D89E7-691A-4D20-A8F7-EAC9DA920827}" srcOrd="1" destOrd="0" presId="urn:microsoft.com/office/officeart/2005/8/layout/hierarchy3"/>
    <dgm:cxn modelId="{4D6BEAE1-588B-4C99-B04D-7DBA36BB493C}" type="presParOf" srcId="{845D89E7-691A-4D20-A8F7-EAC9DA920827}" destId="{D326100D-C14C-440F-BEC8-CEED721B9DCB}" srcOrd="0" destOrd="0" presId="urn:microsoft.com/office/officeart/2005/8/layout/hierarchy3"/>
    <dgm:cxn modelId="{41DED562-3BF9-413F-AFD1-822D0F950CBE}" type="presParOf" srcId="{D326100D-C14C-440F-BEC8-CEED721B9DCB}" destId="{0BDEA6ED-F56D-4EC8-8FAC-722D11A35E34}" srcOrd="0" destOrd="0" presId="urn:microsoft.com/office/officeart/2005/8/layout/hierarchy3"/>
    <dgm:cxn modelId="{6A3A3E99-F5AF-47E1-B339-C7F2AB194BDA}" type="presParOf" srcId="{D326100D-C14C-440F-BEC8-CEED721B9DCB}" destId="{8CEAACC3-8B3F-40D8-8486-BF88433FA049}" srcOrd="1" destOrd="0" presId="urn:microsoft.com/office/officeart/2005/8/layout/hierarchy3"/>
    <dgm:cxn modelId="{FCFE127A-7030-419C-82C9-44DE5F7E3D22}" type="presParOf" srcId="{845D89E7-691A-4D20-A8F7-EAC9DA920827}" destId="{4311ED4D-799F-4918-B1ED-7005E4B0F735}" srcOrd="1" destOrd="0" presId="urn:microsoft.com/office/officeart/2005/8/layout/hierarchy3"/>
    <dgm:cxn modelId="{D6088F92-90F0-42A2-9209-B5DF84A254EB}" type="presParOf" srcId="{4311ED4D-799F-4918-B1ED-7005E4B0F735}" destId="{82DD91F2-8966-4B05-95AB-DFB482768011}" srcOrd="0" destOrd="0" presId="urn:microsoft.com/office/officeart/2005/8/layout/hierarchy3"/>
    <dgm:cxn modelId="{5DF07B8A-50CD-48FB-90BA-469B549D715D}" type="presParOf" srcId="{4311ED4D-799F-4918-B1ED-7005E4B0F735}" destId="{3203876B-A751-4DDA-8AD8-962BBF34030F}" srcOrd="1" destOrd="0" presId="urn:microsoft.com/office/officeart/2005/8/layout/hierarchy3"/>
    <dgm:cxn modelId="{FEC4F0F2-7A63-44E4-A7EC-21ABCFD8AA65}" type="presParOf" srcId="{4311ED4D-799F-4918-B1ED-7005E4B0F735}" destId="{88D53958-FF3D-459B-A87F-5A4568CB19CA}" srcOrd="2" destOrd="0" presId="urn:microsoft.com/office/officeart/2005/8/layout/hierarchy3"/>
    <dgm:cxn modelId="{DAAFC66A-CAAB-42DE-B219-3BAEDA970773}" type="presParOf" srcId="{4311ED4D-799F-4918-B1ED-7005E4B0F735}" destId="{2E23F8EC-A518-45A2-BCE6-906E3E445EFC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A0B6A-8322-44A0-9002-0E49D516C4C3}">
      <dsp:nvSpPr>
        <dsp:cNvPr id="0" name=""/>
        <dsp:cNvSpPr/>
      </dsp:nvSpPr>
      <dsp:spPr>
        <a:xfrm>
          <a:off x="102571" y="0"/>
          <a:ext cx="10921060" cy="5418667"/>
        </a:xfrm>
        <a:prstGeom prst="rightArrow">
          <a:avLst/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6605-3EFF-41FC-981C-D28BE5C70F3F}">
      <dsp:nvSpPr>
        <dsp:cNvPr id="0" name=""/>
        <dsp:cNvSpPr/>
      </dsp:nvSpPr>
      <dsp:spPr>
        <a:xfrm>
          <a:off x="0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None/>
          </a:pPr>
          <a:r>
            <a:rPr kumimoji="0" lang="de-DE" altLang="de-DE" sz="2500" b="0" i="0" u="none" strike="noStrike" kern="1200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105807" y="1731407"/>
        <a:ext cx="3104991" cy="1955852"/>
      </dsp:txXfrm>
    </dsp:sp>
    <dsp:sp modelId="{A66293CC-5AF8-4CBB-8B71-8EC1E5365825}">
      <dsp:nvSpPr>
        <dsp:cNvPr id="0" name=""/>
        <dsp:cNvSpPr/>
      </dsp:nvSpPr>
      <dsp:spPr>
        <a:xfrm>
          <a:off x="3640769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746576" y="1731407"/>
        <a:ext cx="3104991" cy="1955852"/>
      </dsp:txXfrm>
    </dsp:sp>
    <dsp:sp modelId="{E1033D82-08A0-46C6-A78D-09C0D9803E21}">
      <dsp:nvSpPr>
        <dsp:cNvPr id="0" name=""/>
        <dsp:cNvSpPr/>
      </dsp:nvSpPr>
      <dsp:spPr>
        <a:xfrm>
          <a:off x="7256151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7361958" y="1731407"/>
        <a:ext cx="3104991" cy="1955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A0B6A-8322-44A0-9002-0E49D516C4C3}">
      <dsp:nvSpPr>
        <dsp:cNvPr id="0" name=""/>
        <dsp:cNvSpPr/>
      </dsp:nvSpPr>
      <dsp:spPr>
        <a:xfrm>
          <a:off x="102571" y="0"/>
          <a:ext cx="10921060" cy="5418667"/>
        </a:xfrm>
        <a:prstGeom prst="rightArrow">
          <a:avLst/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6605-3EFF-41FC-981C-D28BE5C70F3F}">
      <dsp:nvSpPr>
        <dsp:cNvPr id="0" name=""/>
        <dsp:cNvSpPr/>
      </dsp:nvSpPr>
      <dsp:spPr>
        <a:xfrm>
          <a:off x="0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None/>
          </a:pPr>
          <a:r>
            <a:rPr kumimoji="0" lang="de-DE" altLang="de-DE" sz="2500" b="0" i="0" u="none" strike="noStrike" kern="1200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105807" y="1731407"/>
        <a:ext cx="3104991" cy="1955852"/>
      </dsp:txXfrm>
    </dsp:sp>
    <dsp:sp modelId="{A66293CC-5AF8-4CBB-8B71-8EC1E5365825}">
      <dsp:nvSpPr>
        <dsp:cNvPr id="0" name=""/>
        <dsp:cNvSpPr/>
      </dsp:nvSpPr>
      <dsp:spPr>
        <a:xfrm>
          <a:off x="3640769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746576" y="1731407"/>
        <a:ext cx="3104991" cy="1955852"/>
      </dsp:txXfrm>
    </dsp:sp>
    <dsp:sp modelId="{E1033D82-08A0-46C6-A78D-09C0D9803E21}">
      <dsp:nvSpPr>
        <dsp:cNvPr id="0" name=""/>
        <dsp:cNvSpPr/>
      </dsp:nvSpPr>
      <dsp:spPr>
        <a:xfrm>
          <a:off x="7256151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7361958" y="1731407"/>
        <a:ext cx="3104991" cy="19558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F077B-D9CB-4400-8D68-C4E03F38F5D4}">
      <dsp:nvSpPr>
        <dsp:cNvPr id="0" name=""/>
        <dsp:cNvSpPr/>
      </dsp:nvSpPr>
      <dsp:spPr>
        <a:xfrm>
          <a:off x="-4975102" y="-762294"/>
          <a:ext cx="5925139" cy="5925139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270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E4351A-1801-4AF5-8A55-AB8470B73EFE}">
      <dsp:nvSpPr>
        <dsp:cNvPr id="0" name=""/>
        <dsp:cNvSpPr/>
      </dsp:nvSpPr>
      <dsp:spPr>
        <a:xfrm>
          <a:off x="497487" y="338314"/>
          <a:ext cx="4039410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Einstieg über die Klasse </a:t>
          </a:r>
          <a:r>
            <a:rPr lang="de-DE" sz="1900" i="1" kern="1200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FlughafenApp</a:t>
          </a:r>
          <a:endParaRPr lang="de-DE" sz="1900" i="1" kern="1200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sp:txBody>
      <dsp:txXfrm>
        <a:off x="497487" y="338314"/>
        <a:ext cx="4039410" cy="676980"/>
      </dsp:txXfrm>
    </dsp:sp>
    <dsp:sp modelId="{347CAEEC-A5D3-4242-BAD4-1627B806E4B3}">
      <dsp:nvSpPr>
        <dsp:cNvPr id="0" name=""/>
        <dsp:cNvSpPr/>
      </dsp:nvSpPr>
      <dsp:spPr>
        <a:xfrm>
          <a:off x="74374" y="253691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6C442-A5AF-401D-B67A-C58271A85165}">
      <dsp:nvSpPr>
        <dsp:cNvPr id="0" name=""/>
        <dsp:cNvSpPr/>
      </dsp:nvSpPr>
      <dsp:spPr>
        <a:xfrm>
          <a:off x="885616" y="1353961"/>
          <a:ext cx="3651281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636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Erbt von </a:t>
          </a:r>
          <a:r>
            <a:rPr lang="de-DE" sz="1900" i="1" kern="1200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javafx.application.Application</a:t>
          </a:r>
          <a:endParaRPr lang="de-DE" sz="1900" i="1" kern="1200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sp:txBody>
      <dsp:txXfrm>
        <a:off x="885616" y="1353961"/>
        <a:ext cx="3651281" cy="676980"/>
      </dsp:txXfrm>
    </dsp:sp>
    <dsp:sp modelId="{36DB362B-7DF7-4463-BD90-C486AA116C5B}">
      <dsp:nvSpPr>
        <dsp:cNvPr id="0" name=""/>
        <dsp:cNvSpPr/>
      </dsp:nvSpPr>
      <dsp:spPr>
        <a:xfrm>
          <a:off x="462503" y="1269338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78B67-F811-428D-9502-4D54B3F4860F}">
      <dsp:nvSpPr>
        <dsp:cNvPr id="0" name=""/>
        <dsp:cNvSpPr/>
      </dsp:nvSpPr>
      <dsp:spPr>
        <a:xfrm>
          <a:off x="885616" y="2369608"/>
          <a:ext cx="3651281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127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Startet die JavaFX-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Runtime</a:t>
          </a:r>
          <a:endParaRPr lang="de-DE" sz="1900" kern="1200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sp:txBody>
      <dsp:txXfrm>
        <a:off x="885616" y="2369608"/>
        <a:ext cx="3651281" cy="676980"/>
      </dsp:txXfrm>
    </dsp:sp>
    <dsp:sp modelId="{1CC7F189-E81E-41B4-9CE6-B5E49E9788C0}">
      <dsp:nvSpPr>
        <dsp:cNvPr id="0" name=""/>
        <dsp:cNvSpPr/>
      </dsp:nvSpPr>
      <dsp:spPr>
        <a:xfrm>
          <a:off x="462503" y="2284985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79BEF-46A1-42CA-A208-7E8A81B59D73}">
      <dsp:nvSpPr>
        <dsp:cNvPr id="0" name=""/>
        <dsp:cNvSpPr/>
      </dsp:nvSpPr>
      <dsp:spPr>
        <a:xfrm>
          <a:off x="497487" y="3385255"/>
          <a:ext cx="4039410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1909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Lädt die 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Benutzeroberfälche</a:t>
          </a: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 aus 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main.fxml</a:t>
          </a:r>
          <a:endParaRPr lang="de-DE" sz="1900" kern="1200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sp:txBody>
      <dsp:txXfrm>
        <a:off x="497487" y="3385255"/>
        <a:ext cx="4039410" cy="676980"/>
      </dsp:txXfrm>
    </dsp:sp>
    <dsp:sp modelId="{A5CB0436-A854-404B-ADCB-335441AB8B2A}">
      <dsp:nvSpPr>
        <dsp:cNvPr id="0" name=""/>
        <dsp:cNvSpPr/>
      </dsp:nvSpPr>
      <dsp:spPr>
        <a:xfrm>
          <a:off x="74374" y="3300632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E78BD-387E-45DE-9BA0-818D2C7CC4C0}">
      <dsp:nvSpPr>
        <dsp:cNvPr id="0" name=""/>
        <dsp:cNvSpPr/>
      </dsp:nvSpPr>
      <dsp:spPr>
        <a:xfrm>
          <a:off x="1575609" y="395661"/>
          <a:ext cx="3823293" cy="3823293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Umwandlung in DTOs</a:t>
          </a:r>
        </a:p>
      </dsp:txBody>
      <dsp:txXfrm>
        <a:off x="3654297" y="1101150"/>
        <a:ext cx="1297188" cy="1274431"/>
      </dsp:txXfrm>
    </dsp:sp>
    <dsp:sp modelId="{20AD3204-5CF3-459A-B7E6-5E9981863AE8}">
      <dsp:nvSpPr>
        <dsp:cNvPr id="0" name=""/>
        <dsp:cNvSpPr/>
      </dsp:nvSpPr>
      <dsp:spPr>
        <a:xfrm>
          <a:off x="1484126" y="421017"/>
          <a:ext cx="3823293" cy="3823293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Speicherung in </a:t>
          </a:r>
          <a:r>
            <a:rPr lang="de-DE" sz="1700" b="1" kern="1200" dirty="0" err="1"/>
            <a:t>ObservableList</a:t>
          </a:r>
          <a:endParaRPr lang="de-DE" sz="1700" b="1" kern="1200" dirty="0"/>
        </a:p>
      </dsp:txBody>
      <dsp:txXfrm>
        <a:off x="2530981" y="2833333"/>
        <a:ext cx="1729585" cy="1183400"/>
      </dsp:txXfrm>
    </dsp:sp>
    <dsp:sp modelId="{4050123C-FC41-4487-A83A-788A6DAB7846}">
      <dsp:nvSpPr>
        <dsp:cNvPr id="0" name=""/>
        <dsp:cNvSpPr/>
      </dsp:nvSpPr>
      <dsp:spPr>
        <a:xfrm>
          <a:off x="1484126" y="421017"/>
          <a:ext cx="3823293" cy="3823293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Bindung an </a:t>
          </a:r>
          <a:r>
            <a:rPr lang="de-DE" sz="1700" b="1" kern="1200" dirty="0" err="1"/>
            <a:t>TableView</a:t>
          </a:r>
          <a:endParaRPr lang="de-DE" sz="1700" b="1" kern="1200" dirty="0"/>
        </a:p>
      </dsp:txBody>
      <dsp:txXfrm>
        <a:off x="1893765" y="1172021"/>
        <a:ext cx="1297188" cy="12744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794CE-6A69-4DAD-8D48-AEBCCA0AA181}">
      <dsp:nvSpPr>
        <dsp:cNvPr id="0" name=""/>
        <dsp:cNvSpPr/>
      </dsp:nvSpPr>
      <dsp:spPr>
        <a:xfrm>
          <a:off x="2245228" y="57168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add</a:t>
          </a:r>
          <a:r>
            <a:rPr lang="de-DE" sz="2900" kern="1200" dirty="0"/>
            <a:t>() → Datensatz hinzufügen</a:t>
          </a:r>
        </a:p>
      </dsp:txBody>
      <dsp:txXfrm>
        <a:off x="2611107" y="537384"/>
        <a:ext cx="2012332" cy="1234840"/>
      </dsp:txXfrm>
    </dsp:sp>
    <dsp:sp modelId="{1B61E278-218E-472D-B2B8-7867F4B0C9E0}">
      <dsp:nvSpPr>
        <dsp:cNvPr id="0" name=""/>
        <dsp:cNvSpPr/>
      </dsp:nvSpPr>
      <dsp:spPr>
        <a:xfrm>
          <a:off x="3235388" y="1772225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edit</a:t>
          </a:r>
          <a:r>
            <a:rPr lang="de-DE" sz="2900" kern="1200" dirty="0"/>
            <a:t>() → Datensatz bearbeiten</a:t>
          </a:r>
        </a:p>
      </dsp:txBody>
      <dsp:txXfrm>
        <a:off x="4074622" y="2481115"/>
        <a:ext cx="1646454" cy="1509249"/>
      </dsp:txXfrm>
    </dsp:sp>
    <dsp:sp modelId="{1E0C23D8-1673-45E6-B4EE-7AB8F84C94CA}">
      <dsp:nvSpPr>
        <dsp:cNvPr id="0" name=""/>
        <dsp:cNvSpPr/>
      </dsp:nvSpPr>
      <dsp:spPr>
        <a:xfrm>
          <a:off x="1255069" y="1772225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delete</a:t>
          </a:r>
          <a:r>
            <a:rPr lang="de-DE" sz="2900" kern="1200" dirty="0"/>
            <a:t>() → Datensatz löschen</a:t>
          </a:r>
        </a:p>
      </dsp:txBody>
      <dsp:txXfrm>
        <a:off x="1513471" y="2481115"/>
        <a:ext cx="1646454" cy="15092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BF2F4-BC84-4C73-97DA-CE3A1404E700}">
      <dsp:nvSpPr>
        <dsp:cNvPr id="0" name=""/>
        <dsp:cNvSpPr/>
      </dsp:nvSpPr>
      <dsp:spPr>
        <a:xfrm>
          <a:off x="539221" y="470"/>
          <a:ext cx="2083677" cy="10418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b="1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unveränderbar</a:t>
          </a:r>
        </a:p>
      </dsp:txBody>
      <dsp:txXfrm>
        <a:off x="569735" y="30984"/>
        <a:ext cx="2022649" cy="980810"/>
      </dsp:txXfrm>
    </dsp:sp>
    <dsp:sp modelId="{26987751-E69F-4798-84E1-ED7551FA316B}">
      <dsp:nvSpPr>
        <dsp:cNvPr id="0" name=""/>
        <dsp:cNvSpPr/>
      </dsp:nvSpPr>
      <dsp:spPr>
        <a:xfrm>
          <a:off x="747589" y="1042308"/>
          <a:ext cx="208367" cy="7813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1379"/>
              </a:lnTo>
              <a:lnTo>
                <a:pt x="208367" y="781379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1EC8D9-C378-4282-94EC-E9E79543D588}">
      <dsp:nvSpPr>
        <dsp:cNvPr id="0" name=""/>
        <dsp:cNvSpPr/>
      </dsp:nvSpPr>
      <dsp:spPr>
        <a:xfrm>
          <a:off x="955957" y="1302768"/>
          <a:ext cx="1666941" cy="104183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Felder sind final</a:t>
          </a:r>
        </a:p>
      </dsp:txBody>
      <dsp:txXfrm>
        <a:off x="986471" y="1333282"/>
        <a:ext cx="1605913" cy="980810"/>
      </dsp:txXfrm>
    </dsp:sp>
    <dsp:sp modelId="{CF8C279A-82EC-4515-955F-641942BB70DE}">
      <dsp:nvSpPr>
        <dsp:cNvPr id="0" name=""/>
        <dsp:cNvSpPr/>
      </dsp:nvSpPr>
      <dsp:spPr>
        <a:xfrm>
          <a:off x="747589" y="1042308"/>
          <a:ext cx="208367" cy="2083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3677"/>
              </a:lnTo>
              <a:lnTo>
                <a:pt x="208367" y="2083677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39297-00EB-4D48-865D-B94DEACC4ADF}">
      <dsp:nvSpPr>
        <dsp:cNvPr id="0" name=""/>
        <dsp:cNvSpPr/>
      </dsp:nvSpPr>
      <dsp:spPr>
        <a:xfrm>
          <a:off x="955957" y="2605067"/>
          <a:ext cx="1666941" cy="104183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keine Setter</a:t>
          </a:r>
        </a:p>
      </dsp:txBody>
      <dsp:txXfrm>
        <a:off x="986471" y="2635581"/>
        <a:ext cx="1605913" cy="980810"/>
      </dsp:txXfrm>
    </dsp:sp>
    <dsp:sp modelId="{0BDEA6ED-F56D-4EC8-8FAC-722D11A35E34}">
      <dsp:nvSpPr>
        <dsp:cNvPr id="0" name=""/>
        <dsp:cNvSpPr/>
      </dsp:nvSpPr>
      <dsp:spPr>
        <a:xfrm>
          <a:off x="3143818" y="470"/>
          <a:ext cx="2083677" cy="10418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b="1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veränderbar</a:t>
          </a:r>
        </a:p>
      </dsp:txBody>
      <dsp:txXfrm>
        <a:off x="3174332" y="30984"/>
        <a:ext cx="2022649" cy="980810"/>
      </dsp:txXfrm>
    </dsp:sp>
    <dsp:sp modelId="{82DD91F2-8966-4B05-95AB-DFB482768011}">
      <dsp:nvSpPr>
        <dsp:cNvPr id="0" name=""/>
        <dsp:cNvSpPr/>
      </dsp:nvSpPr>
      <dsp:spPr>
        <a:xfrm>
          <a:off x="3352186" y="1042308"/>
          <a:ext cx="208367" cy="7813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1379"/>
              </a:lnTo>
              <a:lnTo>
                <a:pt x="208367" y="781379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03876B-A751-4DDA-8AD8-962BBF34030F}">
      <dsp:nvSpPr>
        <dsp:cNvPr id="0" name=""/>
        <dsp:cNvSpPr/>
      </dsp:nvSpPr>
      <dsp:spPr>
        <a:xfrm>
          <a:off x="3560554" y="1302768"/>
          <a:ext cx="1666941" cy="104183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Felder sind nicht final</a:t>
          </a:r>
        </a:p>
      </dsp:txBody>
      <dsp:txXfrm>
        <a:off x="3591068" y="1333282"/>
        <a:ext cx="1605913" cy="980810"/>
      </dsp:txXfrm>
    </dsp:sp>
    <dsp:sp modelId="{88D53958-FF3D-459B-A87F-5A4568CB19CA}">
      <dsp:nvSpPr>
        <dsp:cNvPr id="0" name=""/>
        <dsp:cNvSpPr/>
      </dsp:nvSpPr>
      <dsp:spPr>
        <a:xfrm>
          <a:off x="3352186" y="1042308"/>
          <a:ext cx="208367" cy="2083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3677"/>
              </a:lnTo>
              <a:lnTo>
                <a:pt x="208367" y="2083677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3F8EC-A518-45A2-BCE6-906E3E445EFC}">
      <dsp:nvSpPr>
        <dsp:cNvPr id="0" name=""/>
        <dsp:cNvSpPr/>
      </dsp:nvSpPr>
      <dsp:spPr>
        <a:xfrm>
          <a:off x="3560554" y="2605067"/>
          <a:ext cx="1666941" cy="104183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Artifakt Element Book" panose="020B0503050000020004" pitchFamily="34" charset="0"/>
              <a:ea typeface="Artifakt Element Book" panose="020B0503050000020004" pitchFamily="34" charset="0"/>
            </a:rPr>
            <a:t>haben Setter</a:t>
          </a:r>
        </a:p>
      </dsp:txBody>
      <dsp:txXfrm>
        <a:off x="3591068" y="2635581"/>
        <a:ext cx="1605913" cy="980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CA32D-FAA6-4FFB-AC40-802A73962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06BC81-05B6-4AC4-91AA-D22E9DA67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55397F-2236-4170-9EAA-41A21AB0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9FB79-4FB7-4663-9108-70658FE3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3F3E2A-2C11-411B-A64A-A75F6AB7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5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9A814-07DE-4CED-BA66-2BD384E1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7D477-682E-4EE4-9803-84213EB3A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BE5444-6216-451C-9AD1-DE1010B3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4820E3-D2ED-46C4-BE62-614D073A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601E9F-CC9D-47F5-8D23-48988A38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20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91B6E-3436-40BF-BC5A-7BF6C226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8B0879-53DE-4EF8-9A2B-A5FCEC7DB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D462A8-C08F-4726-A093-0BCF94CC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EF3FA-F055-4CE1-8EC5-F90665D9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1808D-CCB8-4E06-8813-B323A76D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50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A0A7C-AB11-4E31-89DB-261E0429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DB3D75-6902-4B8B-8E53-46739256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05CEC4-449B-4091-B6E4-232075BB5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503A57-9C52-4F21-BA67-CF532A8E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7C5B07-B681-4E3F-8EC9-D334FCB4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8F419-C5F1-4638-96F4-4639FF9D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42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210D1-F0D5-4A3B-AFB8-4D208FE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9FB9C3-5AFB-492E-A07D-80C5A99EB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A7A9B0-4955-4566-8555-0BB54084C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442F27-7BB7-46A7-A494-96B42CCE9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42A2154-FFC5-483A-B37C-7186E7657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7767250-A407-44CE-B6C9-88F99644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CE74598-2C11-40A7-A0FD-2979ED0C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6C6AEB-3D50-4AD7-8DFA-6AE549C9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53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2751B-BAB0-4F9F-8995-E695DA5A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8C5EF1-36FB-4B67-B456-982706B3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510BC5-DD93-4396-9AD5-E8ABECB4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577FD-B88A-467F-AF60-9EFB7329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49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4FD8A0-7968-4C0C-8F75-38C8C3E7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37AE81-63F6-4D28-8B73-C604DBE4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9A753-F0C3-41EE-9E9F-0ACD42CC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58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DD55B-5197-4134-BDCF-6078E5B5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6AD6D-1DE4-43F0-847B-48CE6D01B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E11D21-9C61-45C0-B02E-860B29B7D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1B98F2-87D5-4AB8-B6CF-43EC7A0A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21871D-D204-4250-A9C7-5486956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B15387-9091-41C6-A63B-0CCEE407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537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044AE-E0DE-469C-9B96-AB9C6156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DF6B-FD56-41B4-9FD0-68DD687AB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410433-3FD4-41EA-AFAB-B0DBB1C52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873ACE-FB4B-4A35-BB5F-48AED713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609BA4-D954-45C7-8F5A-A8ED4A7E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7C2F60-0A8E-4BD1-9686-72E6D049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0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F4FCB-E05C-4F2F-9714-69B58CB2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6238AF-5BD2-4195-A4EE-F6227392E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371BAA-615B-471B-B8FE-AC5A213B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BFF040-1B8C-4556-A3DE-988CEEBB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75CC09-E733-46FB-BC65-A14BB06E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51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527A0D-F0FE-49C0-866C-0677CAA9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81D326-88A0-471B-8794-189150D33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BEA266-C916-4DDB-A5C1-C44FCB74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248E5C-441A-475A-BE7C-0246BC31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7C6D5-6C44-4A27-83E6-72760AA0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82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496E14-8DC7-4D34-A7F5-68F117A5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195581-C0CB-4894-9698-FD22DAA2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AEDD3-F415-4DDB-9A1D-29D26B785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B5885-0346-4B65-BC21-1F3A9EEA0B44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4C5556-C8F7-4BE3-8129-08325F3BD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E6814A-D8E0-4118-B3DA-E57F6907B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96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0291F486-5658-4B47-96D4-3D95BA0D4EEF}"/>
              </a:ext>
            </a:extLst>
          </p:cNvPr>
          <p:cNvSpPr txBox="1"/>
          <p:nvPr/>
        </p:nvSpPr>
        <p:spPr>
          <a:xfrm>
            <a:off x="1513850" y="33052603"/>
            <a:ext cx="836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chemeClr val="bg1"/>
                </a:solidFill>
                <a:latin typeface="Arial Black" panose="020B0A04020102020204" pitchFamily="34" charset="0"/>
              </a:rPr>
              <a:t>zu unserer Präsentation 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86C94CC-E7D8-4916-8F56-3E324C6A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" y="-20376717"/>
            <a:ext cx="11749632" cy="189510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D6E4635-A95E-41FD-9952-E812A5C9D3B0}"/>
              </a:ext>
            </a:extLst>
          </p:cNvPr>
          <p:cNvSpPr txBox="1"/>
          <p:nvPr/>
        </p:nvSpPr>
        <p:spPr>
          <a:xfrm>
            <a:off x="-177800" y="0"/>
            <a:ext cx="12484100" cy="7620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003124" y="4127766"/>
                </a:moveTo>
                <a:lnTo>
                  <a:pt x="3164695" y="4127766"/>
                </a:lnTo>
                <a:cubicBezTo>
                  <a:pt x="3254550" y="4127766"/>
                  <a:pt x="3299478" y="4164322"/>
                  <a:pt x="3299478" y="4237434"/>
                </a:cubicBezTo>
                <a:cubicBezTo>
                  <a:pt x="3299478" y="4273152"/>
                  <a:pt x="3286083" y="4300221"/>
                  <a:pt x="3259294" y="4318638"/>
                </a:cubicBezTo>
                <a:cubicBezTo>
                  <a:pt x="3232504" y="4337055"/>
                  <a:pt x="3197065" y="4346264"/>
                  <a:pt x="3152975" y="4346264"/>
                </a:cubicBezTo>
                <a:lnTo>
                  <a:pt x="3003124" y="4346264"/>
                </a:lnTo>
                <a:close/>
                <a:moveTo>
                  <a:pt x="1970200" y="4126929"/>
                </a:moveTo>
                <a:cubicBezTo>
                  <a:pt x="2076798" y="4126929"/>
                  <a:pt x="2130098" y="4226272"/>
                  <a:pt x="2130098" y="4424957"/>
                </a:cubicBezTo>
                <a:cubicBezTo>
                  <a:pt x="2130098" y="4562251"/>
                  <a:pt x="2117122" y="4656710"/>
                  <a:pt x="2091169" y="4708335"/>
                </a:cubicBezTo>
                <a:cubicBezTo>
                  <a:pt x="2065218" y="4759960"/>
                  <a:pt x="2022662" y="4785772"/>
                  <a:pt x="1963503" y="4785772"/>
                </a:cubicBezTo>
                <a:cubicBezTo>
                  <a:pt x="1852998" y="4785772"/>
                  <a:pt x="1797746" y="4679453"/>
                  <a:pt x="1797746" y="4466815"/>
                </a:cubicBezTo>
                <a:cubicBezTo>
                  <a:pt x="1797746" y="4240224"/>
                  <a:pt x="1855231" y="4126929"/>
                  <a:pt x="1970200" y="4126929"/>
                </a:cubicBezTo>
                <a:close/>
                <a:moveTo>
                  <a:pt x="9643703" y="3884990"/>
                </a:moveTo>
                <a:lnTo>
                  <a:pt x="9643703" y="5027711"/>
                </a:lnTo>
                <a:lnTo>
                  <a:pt x="9928337" y="5027711"/>
                </a:lnTo>
                <a:lnTo>
                  <a:pt x="9928337" y="4474349"/>
                </a:lnTo>
                <a:cubicBezTo>
                  <a:pt x="9928337" y="4423004"/>
                  <a:pt x="9919128" y="4360496"/>
                  <a:pt x="9900710" y="4286826"/>
                </a:cubicBezTo>
                <a:cubicBezTo>
                  <a:pt x="9941557" y="4379402"/>
                  <a:pt x="9982062" y="4458064"/>
                  <a:pt x="10022230" y="4522813"/>
                </a:cubicBezTo>
                <a:lnTo>
                  <a:pt x="10335196" y="5027711"/>
                </a:lnTo>
                <a:lnTo>
                  <a:pt x="10620666" y="5027711"/>
                </a:lnTo>
                <a:lnTo>
                  <a:pt x="10620666" y="3884990"/>
                </a:lnTo>
                <a:lnTo>
                  <a:pt x="10335196" y="3884990"/>
                </a:lnTo>
                <a:lnTo>
                  <a:pt x="10335196" y="4223202"/>
                </a:lnTo>
                <a:cubicBezTo>
                  <a:pt x="10335196" y="4325335"/>
                  <a:pt x="10344125" y="4425236"/>
                  <a:pt x="10361985" y="4522905"/>
                </a:cubicBezTo>
                <a:cubicBezTo>
                  <a:pt x="10334663" y="4459821"/>
                  <a:pt x="10294489" y="4386701"/>
                  <a:pt x="10241459" y="4303543"/>
                </a:cubicBezTo>
                <a:lnTo>
                  <a:pt x="9975217" y="3884990"/>
                </a:lnTo>
                <a:close/>
                <a:moveTo>
                  <a:pt x="8517558" y="3884990"/>
                </a:moveTo>
                <a:lnTo>
                  <a:pt x="8517558" y="4660199"/>
                </a:lnTo>
                <a:cubicBezTo>
                  <a:pt x="8517558" y="4796376"/>
                  <a:pt x="8561230" y="4894603"/>
                  <a:pt x="8648573" y="4954878"/>
                </a:cubicBezTo>
                <a:cubicBezTo>
                  <a:pt x="8735917" y="5015154"/>
                  <a:pt x="8851584" y="5045291"/>
                  <a:pt x="8995576" y="5045291"/>
                </a:cubicBezTo>
                <a:cubicBezTo>
                  <a:pt x="9132311" y="5045291"/>
                  <a:pt x="9243234" y="5013898"/>
                  <a:pt x="9328345" y="4951111"/>
                </a:cubicBezTo>
                <a:cubicBezTo>
                  <a:pt x="9413456" y="4888324"/>
                  <a:pt x="9456012" y="4785214"/>
                  <a:pt x="9456012" y="4641781"/>
                </a:cubicBezTo>
                <a:lnTo>
                  <a:pt x="9456012" y="3884990"/>
                </a:lnTo>
                <a:lnTo>
                  <a:pt x="9179750" y="3884990"/>
                </a:lnTo>
                <a:lnTo>
                  <a:pt x="9179750" y="4553879"/>
                </a:lnTo>
                <a:cubicBezTo>
                  <a:pt x="9179750" y="4620294"/>
                  <a:pt x="9177106" y="4664942"/>
                  <a:pt x="9171817" y="4687825"/>
                </a:cubicBezTo>
                <a:cubicBezTo>
                  <a:pt x="9166528" y="4710707"/>
                  <a:pt x="9150386" y="4731217"/>
                  <a:pt x="9123392" y="4749356"/>
                </a:cubicBezTo>
                <a:cubicBezTo>
                  <a:pt x="9096399" y="4767494"/>
                  <a:pt x="9061755" y="4776564"/>
                  <a:pt x="9019461" y="4776564"/>
                </a:cubicBezTo>
                <a:cubicBezTo>
                  <a:pt x="8968804" y="4776564"/>
                  <a:pt x="8931928" y="4764006"/>
                  <a:pt x="8908831" y="4738891"/>
                </a:cubicBezTo>
                <a:cubicBezTo>
                  <a:pt x="8885736" y="4713777"/>
                  <a:pt x="8874188" y="4673872"/>
                  <a:pt x="8874188" y="4619178"/>
                </a:cubicBezTo>
                <a:lnTo>
                  <a:pt x="8874188" y="3884990"/>
                </a:lnTo>
                <a:close/>
                <a:moveTo>
                  <a:pt x="7614879" y="3884990"/>
                </a:moveTo>
                <a:lnTo>
                  <a:pt x="7614879" y="5027711"/>
                </a:lnTo>
                <a:lnTo>
                  <a:pt x="8416039" y="5027711"/>
                </a:lnTo>
                <a:lnTo>
                  <a:pt x="8416039" y="4747263"/>
                </a:lnTo>
                <a:lnTo>
                  <a:pt x="7965648" y="4747263"/>
                </a:lnTo>
                <a:lnTo>
                  <a:pt x="7965648" y="3884990"/>
                </a:lnTo>
                <a:close/>
                <a:moveTo>
                  <a:pt x="6690954" y="3884990"/>
                </a:moveTo>
                <a:lnTo>
                  <a:pt x="6690954" y="5027711"/>
                </a:lnTo>
                <a:lnTo>
                  <a:pt x="7492114" y="5027711"/>
                </a:lnTo>
                <a:lnTo>
                  <a:pt x="7492114" y="4747263"/>
                </a:lnTo>
                <a:lnTo>
                  <a:pt x="7041723" y="4747263"/>
                </a:lnTo>
                <a:lnTo>
                  <a:pt x="7041723" y="3884990"/>
                </a:lnTo>
                <a:close/>
                <a:moveTo>
                  <a:pt x="5690829" y="3884990"/>
                </a:moveTo>
                <a:lnTo>
                  <a:pt x="5690829" y="5027711"/>
                </a:lnTo>
                <a:lnTo>
                  <a:pt x="6550590" y="5027711"/>
                </a:lnTo>
                <a:lnTo>
                  <a:pt x="6550590" y="4754797"/>
                </a:lnTo>
                <a:lnTo>
                  <a:pt x="6034901" y="4754797"/>
                </a:lnTo>
                <a:lnTo>
                  <a:pt x="6034901" y="4568111"/>
                </a:lnTo>
                <a:lnTo>
                  <a:pt x="6451805" y="4568111"/>
                </a:lnTo>
                <a:lnTo>
                  <a:pt x="6451805" y="4314452"/>
                </a:lnTo>
                <a:lnTo>
                  <a:pt x="6034901" y="4314452"/>
                </a:lnTo>
                <a:lnTo>
                  <a:pt x="6034901" y="4148695"/>
                </a:lnTo>
                <a:lnTo>
                  <a:pt x="6550590" y="4148695"/>
                </a:lnTo>
                <a:lnTo>
                  <a:pt x="6550590" y="3884990"/>
                </a:lnTo>
                <a:close/>
                <a:moveTo>
                  <a:pt x="4781582" y="3884990"/>
                </a:moveTo>
                <a:lnTo>
                  <a:pt x="4781582" y="4158741"/>
                </a:lnTo>
                <a:lnTo>
                  <a:pt x="5018498" y="4158741"/>
                </a:lnTo>
                <a:lnTo>
                  <a:pt x="5018498" y="5027711"/>
                </a:lnTo>
                <a:lnTo>
                  <a:pt x="5350850" y="5027711"/>
                </a:lnTo>
                <a:lnTo>
                  <a:pt x="5350850" y="4158741"/>
                </a:lnTo>
                <a:lnTo>
                  <a:pt x="5587766" y="4158741"/>
                </a:lnTo>
                <a:lnTo>
                  <a:pt x="5587766" y="3884990"/>
                </a:lnTo>
                <a:close/>
                <a:moveTo>
                  <a:pt x="2652354" y="3884990"/>
                </a:moveTo>
                <a:lnTo>
                  <a:pt x="2652354" y="5027711"/>
                </a:lnTo>
                <a:lnTo>
                  <a:pt x="3003124" y="5027711"/>
                </a:lnTo>
                <a:lnTo>
                  <a:pt x="3003124" y="4590714"/>
                </a:lnTo>
                <a:lnTo>
                  <a:pt x="3113733" y="4590714"/>
                </a:lnTo>
                <a:lnTo>
                  <a:pt x="3280641" y="5027711"/>
                </a:lnTo>
                <a:lnTo>
                  <a:pt x="3669501" y="5027711"/>
                </a:lnTo>
                <a:lnTo>
                  <a:pt x="3462723" y="4529602"/>
                </a:lnTo>
                <a:cubicBezTo>
                  <a:pt x="3544207" y="4491093"/>
                  <a:pt x="3598343" y="4446584"/>
                  <a:pt x="3625132" y="4396075"/>
                </a:cubicBezTo>
                <a:cubicBezTo>
                  <a:pt x="3651921" y="4345567"/>
                  <a:pt x="3665316" y="4287384"/>
                  <a:pt x="3665316" y="4221528"/>
                </a:cubicBezTo>
                <a:cubicBezTo>
                  <a:pt x="3665316" y="4120511"/>
                  <a:pt x="3628899" y="4039167"/>
                  <a:pt x="3556066" y="3977496"/>
                </a:cubicBezTo>
                <a:cubicBezTo>
                  <a:pt x="3483234" y="3915825"/>
                  <a:pt x="3380961" y="3884990"/>
                  <a:pt x="3249248" y="3884990"/>
                </a:cubicBezTo>
                <a:close/>
                <a:moveTo>
                  <a:pt x="310483" y="3884990"/>
                </a:moveTo>
                <a:lnTo>
                  <a:pt x="681278" y="5027711"/>
                </a:lnTo>
                <a:lnTo>
                  <a:pt x="1038745" y="5027711"/>
                </a:lnTo>
                <a:lnTo>
                  <a:pt x="1393347" y="3884990"/>
                </a:lnTo>
                <a:lnTo>
                  <a:pt x="1104946" y="3884990"/>
                </a:lnTo>
                <a:lnTo>
                  <a:pt x="893773" y="4616666"/>
                </a:lnTo>
                <a:cubicBezTo>
                  <a:pt x="884241" y="4580948"/>
                  <a:pt x="873306" y="4544671"/>
                  <a:pt x="860967" y="4507836"/>
                </a:cubicBezTo>
                <a:lnTo>
                  <a:pt x="680127" y="3884990"/>
                </a:lnTo>
                <a:close/>
                <a:moveTo>
                  <a:pt x="11311713" y="3867410"/>
                </a:moveTo>
                <a:cubicBezTo>
                  <a:pt x="11130328" y="3867410"/>
                  <a:pt x="10993732" y="3925592"/>
                  <a:pt x="10901924" y="4041957"/>
                </a:cubicBezTo>
                <a:cubicBezTo>
                  <a:pt x="10810115" y="4158322"/>
                  <a:pt x="10764211" y="4301895"/>
                  <a:pt x="10764211" y="4472675"/>
                </a:cubicBezTo>
                <a:cubicBezTo>
                  <a:pt x="10764211" y="4648478"/>
                  <a:pt x="10811650" y="4787865"/>
                  <a:pt x="10906528" y="4890836"/>
                </a:cubicBezTo>
                <a:cubicBezTo>
                  <a:pt x="11001406" y="4993806"/>
                  <a:pt x="11122515" y="5045291"/>
                  <a:pt x="11269855" y="5045291"/>
                </a:cubicBezTo>
                <a:cubicBezTo>
                  <a:pt x="11408823" y="5045291"/>
                  <a:pt x="11513747" y="4999527"/>
                  <a:pt x="11584626" y="4907997"/>
                </a:cubicBezTo>
                <a:cubicBezTo>
                  <a:pt x="11601369" y="4940368"/>
                  <a:pt x="11616717" y="4980272"/>
                  <a:pt x="11630670" y="5027711"/>
                </a:cubicBezTo>
                <a:lnTo>
                  <a:pt x="11802287" y="5027711"/>
                </a:lnTo>
                <a:lnTo>
                  <a:pt x="11802287" y="4387285"/>
                </a:lnTo>
                <a:lnTo>
                  <a:pt x="11287435" y="4387285"/>
                </a:lnTo>
                <a:lnTo>
                  <a:pt x="11287435" y="4630061"/>
                </a:lnTo>
                <a:lnTo>
                  <a:pt x="11476633" y="4630061"/>
                </a:lnTo>
                <a:cubicBezTo>
                  <a:pt x="11476075" y="4674709"/>
                  <a:pt x="11460866" y="4709870"/>
                  <a:pt x="11431008" y="4735543"/>
                </a:cubicBezTo>
                <a:cubicBezTo>
                  <a:pt x="11401149" y="4761216"/>
                  <a:pt x="11365012" y="4774052"/>
                  <a:pt x="11322596" y="4774052"/>
                </a:cubicBezTo>
                <a:cubicBezTo>
                  <a:pt x="11270134" y="4774052"/>
                  <a:pt x="11225485" y="4752984"/>
                  <a:pt x="11188650" y="4710847"/>
                </a:cubicBezTo>
                <a:cubicBezTo>
                  <a:pt x="11151815" y="4668710"/>
                  <a:pt x="11133398" y="4581506"/>
                  <a:pt x="11133398" y="4449235"/>
                </a:cubicBezTo>
                <a:cubicBezTo>
                  <a:pt x="11133398" y="4230457"/>
                  <a:pt x="11190883" y="4121069"/>
                  <a:pt x="11305853" y="4121069"/>
                </a:cubicBezTo>
                <a:cubicBezTo>
                  <a:pt x="11393475" y="4121069"/>
                  <a:pt x="11445658" y="4180507"/>
                  <a:pt x="11462401" y="4299383"/>
                </a:cubicBezTo>
                <a:lnTo>
                  <a:pt x="11802287" y="4265897"/>
                </a:lnTo>
                <a:cubicBezTo>
                  <a:pt x="11777731" y="4138649"/>
                  <a:pt x="11723874" y="4040422"/>
                  <a:pt x="11640716" y="3971217"/>
                </a:cubicBezTo>
                <a:cubicBezTo>
                  <a:pt x="11557558" y="3902012"/>
                  <a:pt x="11447890" y="3867410"/>
                  <a:pt x="11311713" y="3867410"/>
                </a:cubicBezTo>
                <a:close/>
                <a:moveTo>
                  <a:pt x="4248684" y="3867410"/>
                </a:moveTo>
                <a:cubicBezTo>
                  <a:pt x="4095205" y="3867410"/>
                  <a:pt x="3977585" y="3903140"/>
                  <a:pt x="3895822" y="3974599"/>
                </a:cubicBezTo>
                <a:cubicBezTo>
                  <a:pt x="3814060" y="4046058"/>
                  <a:pt x="3773178" y="4135658"/>
                  <a:pt x="3773178" y="4243398"/>
                </a:cubicBezTo>
                <a:cubicBezTo>
                  <a:pt x="3773178" y="4327140"/>
                  <a:pt x="3801633" y="4399995"/>
                  <a:pt x="3858543" y="4461962"/>
                </a:cubicBezTo>
                <a:cubicBezTo>
                  <a:pt x="3915452" y="4523929"/>
                  <a:pt x="4044100" y="4574115"/>
                  <a:pt x="4244485" y="4612520"/>
                </a:cubicBezTo>
                <a:cubicBezTo>
                  <a:pt x="4296956" y="4623098"/>
                  <a:pt x="4333377" y="4635223"/>
                  <a:pt x="4353747" y="4648897"/>
                </a:cubicBezTo>
                <a:cubicBezTo>
                  <a:pt x="4374118" y="4662571"/>
                  <a:pt x="4384304" y="4681686"/>
                  <a:pt x="4384304" y="4706242"/>
                </a:cubicBezTo>
                <a:cubicBezTo>
                  <a:pt x="4384304" y="4753123"/>
                  <a:pt x="4340213" y="4776564"/>
                  <a:pt x="4252033" y="4776564"/>
                </a:cubicBezTo>
                <a:cubicBezTo>
                  <a:pt x="4138738" y="4776564"/>
                  <a:pt x="4068417" y="4730520"/>
                  <a:pt x="4041070" y="4638432"/>
                </a:cubicBezTo>
                <a:lnTo>
                  <a:pt x="3715415" y="4697034"/>
                </a:lnTo>
                <a:cubicBezTo>
                  <a:pt x="3780713" y="4929205"/>
                  <a:pt x="3952609" y="5045291"/>
                  <a:pt x="4231104" y="5045291"/>
                </a:cubicBezTo>
                <a:cubicBezTo>
                  <a:pt x="4383467" y="5045291"/>
                  <a:pt x="4506529" y="5009409"/>
                  <a:pt x="4600291" y="4937645"/>
                </a:cubicBezTo>
                <a:cubicBezTo>
                  <a:pt x="4694052" y="4865880"/>
                  <a:pt x="4740933" y="4772195"/>
                  <a:pt x="4740933" y="4656588"/>
                </a:cubicBezTo>
                <a:cubicBezTo>
                  <a:pt x="4740933" y="4583424"/>
                  <a:pt x="4721694" y="4519896"/>
                  <a:pt x="4683215" y="4466004"/>
                </a:cubicBezTo>
                <a:cubicBezTo>
                  <a:pt x="4644737" y="4412112"/>
                  <a:pt x="4596748" y="4374043"/>
                  <a:pt x="4539250" y="4351797"/>
                </a:cubicBezTo>
                <a:cubicBezTo>
                  <a:pt x="4481752" y="4329552"/>
                  <a:pt x="4384622" y="4303970"/>
                  <a:pt x="4247861" y="4275053"/>
                </a:cubicBezTo>
                <a:cubicBezTo>
                  <a:pt x="4198180" y="4264484"/>
                  <a:pt x="4164690" y="4253340"/>
                  <a:pt x="4147389" y="4241619"/>
                </a:cubicBezTo>
                <a:cubicBezTo>
                  <a:pt x="4130087" y="4229899"/>
                  <a:pt x="4121437" y="4213435"/>
                  <a:pt x="4121437" y="4192227"/>
                </a:cubicBezTo>
                <a:cubicBezTo>
                  <a:pt x="4121437" y="4144788"/>
                  <a:pt x="4159667" y="4121069"/>
                  <a:pt x="4236127" y="4121069"/>
                </a:cubicBezTo>
                <a:cubicBezTo>
                  <a:pt x="4328214" y="4121069"/>
                  <a:pt x="4389327" y="4159299"/>
                  <a:pt x="4419465" y="4235759"/>
                </a:cubicBezTo>
                <a:lnTo>
                  <a:pt x="4709958" y="4147858"/>
                </a:lnTo>
                <a:cubicBezTo>
                  <a:pt x="4635172" y="3960892"/>
                  <a:pt x="4481414" y="3867410"/>
                  <a:pt x="4248684" y="3867410"/>
                </a:cubicBezTo>
                <a:close/>
                <a:moveTo>
                  <a:pt x="1968526" y="3867410"/>
                </a:moveTo>
                <a:cubicBezTo>
                  <a:pt x="1796629" y="3867410"/>
                  <a:pt x="1662266" y="3923081"/>
                  <a:pt x="1565434" y="4034423"/>
                </a:cubicBezTo>
                <a:cubicBezTo>
                  <a:pt x="1468603" y="4145765"/>
                  <a:pt x="1420187" y="4286826"/>
                  <a:pt x="1420187" y="4457606"/>
                </a:cubicBezTo>
                <a:cubicBezTo>
                  <a:pt x="1420187" y="4636200"/>
                  <a:pt x="1470835" y="4778796"/>
                  <a:pt x="1572131" y="4885394"/>
                </a:cubicBezTo>
                <a:cubicBezTo>
                  <a:pt x="1673428" y="4991992"/>
                  <a:pt x="1804443" y="5045291"/>
                  <a:pt x="1965177" y="5045291"/>
                </a:cubicBezTo>
                <a:cubicBezTo>
                  <a:pt x="2124795" y="5045291"/>
                  <a:pt x="2255113" y="4990597"/>
                  <a:pt x="2356130" y="4881208"/>
                </a:cubicBezTo>
                <a:cubicBezTo>
                  <a:pt x="2457147" y="4771820"/>
                  <a:pt x="2507656" y="4626433"/>
                  <a:pt x="2507656" y="4445049"/>
                </a:cubicBezTo>
                <a:cubicBezTo>
                  <a:pt x="2507656" y="4269804"/>
                  <a:pt x="2457566" y="4129719"/>
                  <a:pt x="2357386" y="4024795"/>
                </a:cubicBezTo>
                <a:cubicBezTo>
                  <a:pt x="2257206" y="3919872"/>
                  <a:pt x="2127586" y="3867410"/>
                  <a:pt x="1968526" y="3867410"/>
                </a:cubicBezTo>
                <a:close/>
                <a:moveTo>
                  <a:pt x="9434171" y="2454529"/>
                </a:moveTo>
                <a:lnTo>
                  <a:pt x="9434171" y="2717396"/>
                </a:lnTo>
                <a:lnTo>
                  <a:pt x="9858611" y="2717396"/>
                </a:lnTo>
                <a:lnTo>
                  <a:pt x="9858611" y="2454529"/>
                </a:lnTo>
                <a:close/>
                <a:moveTo>
                  <a:pt x="2755473" y="2136409"/>
                </a:moveTo>
                <a:lnTo>
                  <a:pt x="2884395" y="2136409"/>
                </a:lnTo>
                <a:cubicBezTo>
                  <a:pt x="2979832" y="2136409"/>
                  <a:pt x="3027550" y="2172127"/>
                  <a:pt x="3027550" y="2243565"/>
                </a:cubicBezTo>
                <a:cubicBezTo>
                  <a:pt x="3027550" y="2319467"/>
                  <a:pt x="2975925" y="2357419"/>
                  <a:pt x="2872675" y="2357419"/>
                </a:cubicBezTo>
                <a:lnTo>
                  <a:pt x="2755473" y="2357419"/>
                </a:lnTo>
                <a:close/>
                <a:moveTo>
                  <a:pt x="3860373" y="2117991"/>
                </a:moveTo>
                <a:lnTo>
                  <a:pt x="4021944" y="2117991"/>
                </a:lnTo>
                <a:cubicBezTo>
                  <a:pt x="4111800" y="2117991"/>
                  <a:pt x="4156727" y="2154547"/>
                  <a:pt x="4156727" y="2227659"/>
                </a:cubicBezTo>
                <a:cubicBezTo>
                  <a:pt x="4156727" y="2263378"/>
                  <a:pt x="4143332" y="2290446"/>
                  <a:pt x="4116544" y="2308863"/>
                </a:cubicBezTo>
                <a:cubicBezTo>
                  <a:pt x="4089755" y="2327281"/>
                  <a:pt x="4054315" y="2336489"/>
                  <a:pt x="4010225" y="2336489"/>
                </a:cubicBezTo>
                <a:lnTo>
                  <a:pt x="3860373" y="2336489"/>
                </a:lnTo>
                <a:close/>
                <a:moveTo>
                  <a:pt x="5180125" y="2117154"/>
                </a:moveTo>
                <a:cubicBezTo>
                  <a:pt x="5286724" y="2117154"/>
                  <a:pt x="5340022" y="2216497"/>
                  <a:pt x="5340022" y="2415182"/>
                </a:cubicBezTo>
                <a:cubicBezTo>
                  <a:pt x="5340022" y="2552476"/>
                  <a:pt x="5327046" y="2646936"/>
                  <a:pt x="5301094" y="2698560"/>
                </a:cubicBezTo>
                <a:cubicBezTo>
                  <a:pt x="5275142" y="2750185"/>
                  <a:pt x="5232587" y="2775998"/>
                  <a:pt x="5173428" y="2775998"/>
                </a:cubicBezTo>
                <a:cubicBezTo>
                  <a:pt x="5062923" y="2775998"/>
                  <a:pt x="5007670" y="2669679"/>
                  <a:pt x="5007670" y="2457040"/>
                </a:cubicBezTo>
                <a:cubicBezTo>
                  <a:pt x="5007670" y="2230449"/>
                  <a:pt x="5065155" y="2117154"/>
                  <a:pt x="5180125" y="2117154"/>
                </a:cubicBezTo>
                <a:close/>
                <a:moveTo>
                  <a:pt x="8620157" y="1875215"/>
                </a:moveTo>
                <a:lnTo>
                  <a:pt x="8620157" y="2148966"/>
                </a:lnTo>
                <a:lnTo>
                  <a:pt x="8857072" y="2148966"/>
                </a:lnTo>
                <a:lnTo>
                  <a:pt x="8857072" y="3017936"/>
                </a:lnTo>
                <a:lnTo>
                  <a:pt x="9189424" y="3017936"/>
                </a:lnTo>
                <a:lnTo>
                  <a:pt x="9189424" y="2148966"/>
                </a:lnTo>
                <a:lnTo>
                  <a:pt x="9426339" y="2148966"/>
                </a:lnTo>
                <a:lnTo>
                  <a:pt x="9426339" y="1875215"/>
                </a:lnTo>
                <a:close/>
                <a:moveTo>
                  <a:pt x="7576779" y="1875215"/>
                </a:moveTo>
                <a:lnTo>
                  <a:pt x="7576779" y="3017936"/>
                </a:lnTo>
                <a:lnTo>
                  <a:pt x="7907456" y="3017936"/>
                </a:lnTo>
                <a:lnTo>
                  <a:pt x="7907456" y="2754232"/>
                </a:lnTo>
                <a:lnTo>
                  <a:pt x="8025966" y="2586094"/>
                </a:lnTo>
                <a:lnTo>
                  <a:pt x="8223522" y="3017936"/>
                </a:lnTo>
                <a:lnTo>
                  <a:pt x="8607320" y="3017936"/>
                </a:lnTo>
                <a:lnTo>
                  <a:pt x="8249252" y="2293441"/>
                </a:lnTo>
                <a:lnTo>
                  <a:pt x="8537836" y="1875215"/>
                </a:lnTo>
                <a:lnTo>
                  <a:pt x="8222594" y="1875215"/>
                </a:lnTo>
                <a:lnTo>
                  <a:pt x="7907456" y="2347713"/>
                </a:lnTo>
                <a:lnTo>
                  <a:pt x="7907456" y="1875215"/>
                </a:lnTo>
                <a:close/>
                <a:moveTo>
                  <a:pt x="6576654" y="1875215"/>
                </a:moveTo>
                <a:lnTo>
                  <a:pt x="6576654" y="3017936"/>
                </a:lnTo>
                <a:lnTo>
                  <a:pt x="7436415" y="3017936"/>
                </a:lnTo>
                <a:lnTo>
                  <a:pt x="7436415" y="2745023"/>
                </a:lnTo>
                <a:lnTo>
                  <a:pt x="6920726" y="2745023"/>
                </a:lnTo>
                <a:lnTo>
                  <a:pt x="6920726" y="2558336"/>
                </a:lnTo>
                <a:lnTo>
                  <a:pt x="7337630" y="2558336"/>
                </a:lnTo>
                <a:lnTo>
                  <a:pt x="7337630" y="2304677"/>
                </a:lnTo>
                <a:lnTo>
                  <a:pt x="6920726" y="2304677"/>
                </a:lnTo>
                <a:lnTo>
                  <a:pt x="6920726" y="2138920"/>
                </a:lnTo>
                <a:lnTo>
                  <a:pt x="7436415" y="2138920"/>
                </a:lnTo>
                <a:lnTo>
                  <a:pt x="7436415" y="1875215"/>
                </a:lnTo>
                <a:close/>
                <a:moveTo>
                  <a:pt x="6050639" y="1875215"/>
                </a:moveTo>
                <a:lnTo>
                  <a:pt x="6050639" y="2595171"/>
                </a:lnTo>
                <a:cubicBezTo>
                  <a:pt x="6050639" y="2656005"/>
                  <a:pt x="6040035" y="2698002"/>
                  <a:pt x="6018827" y="2721164"/>
                </a:cubicBezTo>
                <a:cubicBezTo>
                  <a:pt x="5997619" y="2744325"/>
                  <a:pt x="5961901" y="2755906"/>
                  <a:pt x="5911671" y="2755906"/>
                </a:cubicBezTo>
                <a:cubicBezTo>
                  <a:pt x="5869255" y="2755906"/>
                  <a:pt x="5823490" y="2748929"/>
                  <a:pt x="5774377" y="2734977"/>
                </a:cubicBezTo>
                <a:lnTo>
                  <a:pt x="5774377" y="3007890"/>
                </a:lnTo>
                <a:cubicBezTo>
                  <a:pt x="5844140" y="3026308"/>
                  <a:pt x="5922274" y="3035517"/>
                  <a:pt x="6008781" y="3035517"/>
                </a:cubicBezTo>
                <a:cubicBezTo>
                  <a:pt x="6107008" y="3035517"/>
                  <a:pt x="6184864" y="3018634"/>
                  <a:pt x="6242348" y="2984868"/>
                </a:cubicBezTo>
                <a:cubicBezTo>
                  <a:pt x="6299833" y="2951103"/>
                  <a:pt x="6338482" y="2905338"/>
                  <a:pt x="6358295" y="2847575"/>
                </a:cubicBezTo>
                <a:cubicBezTo>
                  <a:pt x="6378107" y="2789811"/>
                  <a:pt x="6388014" y="2705676"/>
                  <a:pt x="6388014" y="2595171"/>
                </a:cubicBezTo>
                <a:lnTo>
                  <a:pt x="6388014" y="1875215"/>
                </a:lnTo>
                <a:close/>
                <a:moveTo>
                  <a:pt x="3509604" y="1875215"/>
                </a:moveTo>
                <a:lnTo>
                  <a:pt x="3509604" y="3017936"/>
                </a:lnTo>
                <a:lnTo>
                  <a:pt x="3860373" y="3017936"/>
                </a:lnTo>
                <a:lnTo>
                  <a:pt x="3860373" y="2580940"/>
                </a:lnTo>
                <a:lnTo>
                  <a:pt x="3970982" y="2580940"/>
                </a:lnTo>
                <a:lnTo>
                  <a:pt x="4137891" y="3017936"/>
                </a:lnTo>
                <a:lnTo>
                  <a:pt x="4526751" y="3017936"/>
                </a:lnTo>
                <a:lnTo>
                  <a:pt x="4319973" y="2519827"/>
                </a:lnTo>
                <a:cubicBezTo>
                  <a:pt x="4401457" y="2481318"/>
                  <a:pt x="4455592" y="2436809"/>
                  <a:pt x="4482381" y="2386300"/>
                </a:cubicBezTo>
                <a:cubicBezTo>
                  <a:pt x="4509171" y="2335792"/>
                  <a:pt x="4522565" y="2277609"/>
                  <a:pt x="4522565" y="2211753"/>
                </a:cubicBezTo>
                <a:cubicBezTo>
                  <a:pt x="4522565" y="2110736"/>
                  <a:pt x="4486149" y="2029392"/>
                  <a:pt x="4413316" y="1967721"/>
                </a:cubicBezTo>
                <a:cubicBezTo>
                  <a:pt x="4340483" y="1906051"/>
                  <a:pt x="4238210" y="1875215"/>
                  <a:pt x="4106498" y="1875215"/>
                </a:cubicBezTo>
                <a:close/>
                <a:moveTo>
                  <a:pt x="2404704" y="1875215"/>
                </a:moveTo>
                <a:lnTo>
                  <a:pt x="2404704" y="3017936"/>
                </a:lnTo>
                <a:lnTo>
                  <a:pt x="2760497" y="3017936"/>
                </a:lnTo>
                <a:lnTo>
                  <a:pt x="2760497" y="2602706"/>
                </a:lnTo>
                <a:lnTo>
                  <a:pt x="2958903" y="2602706"/>
                </a:lnTo>
                <a:cubicBezTo>
                  <a:pt x="3085592" y="2602706"/>
                  <a:pt x="3186889" y="2569219"/>
                  <a:pt x="3262791" y="2502247"/>
                </a:cubicBezTo>
                <a:cubicBezTo>
                  <a:pt x="3338694" y="2435274"/>
                  <a:pt x="3376644" y="2347373"/>
                  <a:pt x="3376644" y="2238542"/>
                </a:cubicBezTo>
                <a:cubicBezTo>
                  <a:pt x="3376644" y="2167105"/>
                  <a:pt x="3358088" y="2102643"/>
                  <a:pt x="3320974" y="2045158"/>
                </a:cubicBezTo>
                <a:cubicBezTo>
                  <a:pt x="3283860" y="1987673"/>
                  <a:pt x="3233630" y="1944979"/>
                  <a:pt x="3170285" y="1917073"/>
                </a:cubicBezTo>
                <a:cubicBezTo>
                  <a:pt x="3106940" y="1889168"/>
                  <a:pt x="3014435" y="1875215"/>
                  <a:pt x="2892767" y="1875215"/>
                </a:cubicBezTo>
                <a:close/>
                <a:moveTo>
                  <a:pt x="5178451" y="1857635"/>
                </a:moveTo>
                <a:cubicBezTo>
                  <a:pt x="5006554" y="1857635"/>
                  <a:pt x="4872191" y="1913306"/>
                  <a:pt x="4775359" y="2024648"/>
                </a:cubicBezTo>
                <a:cubicBezTo>
                  <a:pt x="4678528" y="2135990"/>
                  <a:pt x="4630112" y="2277051"/>
                  <a:pt x="4630112" y="2447831"/>
                </a:cubicBezTo>
                <a:cubicBezTo>
                  <a:pt x="4630112" y="2626425"/>
                  <a:pt x="4680761" y="2769021"/>
                  <a:pt x="4782057" y="2875619"/>
                </a:cubicBezTo>
                <a:cubicBezTo>
                  <a:pt x="4883352" y="2982218"/>
                  <a:pt x="5014368" y="3035517"/>
                  <a:pt x="5175102" y="3035517"/>
                </a:cubicBezTo>
                <a:cubicBezTo>
                  <a:pt x="5334720" y="3035517"/>
                  <a:pt x="5465038" y="2980822"/>
                  <a:pt x="5566055" y="2871434"/>
                </a:cubicBezTo>
                <a:cubicBezTo>
                  <a:pt x="5667072" y="2762045"/>
                  <a:pt x="5717581" y="2616658"/>
                  <a:pt x="5717581" y="2435274"/>
                </a:cubicBezTo>
                <a:cubicBezTo>
                  <a:pt x="5717581" y="2260029"/>
                  <a:pt x="5667491" y="2119944"/>
                  <a:pt x="5567311" y="2015021"/>
                </a:cubicBezTo>
                <a:cubicBezTo>
                  <a:pt x="5467131" y="1910097"/>
                  <a:pt x="5337511" y="1857635"/>
                  <a:pt x="5178451" y="1857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0" dirty="0"/>
          </a:p>
          <a:p>
            <a:pPr algn="ctr"/>
            <a:endParaRPr lang="de-DE" sz="13500" dirty="0"/>
          </a:p>
          <a:p>
            <a:pPr algn="ctr"/>
            <a:endParaRPr lang="de-DE" sz="13500" dirty="0"/>
          </a:p>
        </p:txBody>
      </p:sp>
    </p:spTree>
    <p:extLst>
      <p:ext uri="{BB962C8B-B14F-4D97-AF65-F5344CB8AC3E}">
        <p14:creationId xmlns:p14="http://schemas.microsoft.com/office/powerpoint/2010/main" val="3491846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E22070E-F0A6-4FD4-9FD8-67E0EBB05637}"/>
              </a:ext>
            </a:extLst>
          </p:cNvPr>
          <p:cNvSpPr txBox="1"/>
          <p:nvPr/>
        </p:nvSpPr>
        <p:spPr>
          <a:xfrm>
            <a:off x="2033899" y="3429000"/>
            <a:ext cx="836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chemeClr val="bg1"/>
                </a:solidFill>
                <a:latin typeface="Arial Black" panose="020B0A04020102020204" pitchFamily="34" charset="0"/>
              </a:rPr>
              <a:t>zu unserer Präsentation 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D6E4635-A95E-41FD-9952-E812A5C9D3B0}"/>
              </a:ext>
            </a:extLst>
          </p:cNvPr>
          <p:cNvSpPr txBox="1"/>
          <p:nvPr/>
        </p:nvSpPr>
        <p:spPr>
          <a:xfrm>
            <a:off x="-76200000" y="-101672572"/>
            <a:ext cx="193264972" cy="17929497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003124" y="4127766"/>
                </a:moveTo>
                <a:lnTo>
                  <a:pt x="3164695" y="4127766"/>
                </a:lnTo>
                <a:cubicBezTo>
                  <a:pt x="3254550" y="4127766"/>
                  <a:pt x="3299478" y="4164322"/>
                  <a:pt x="3299478" y="4237434"/>
                </a:cubicBezTo>
                <a:cubicBezTo>
                  <a:pt x="3299478" y="4273152"/>
                  <a:pt x="3286083" y="4300221"/>
                  <a:pt x="3259294" y="4318638"/>
                </a:cubicBezTo>
                <a:cubicBezTo>
                  <a:pt x="3232504" y="4337055"/>
                  <a:pt x="3197065" y="4346264"/>
                  <a:pt x="3152975" y="4346264"/>
                </a:cubicBezTo>
                <a:lnTo>
                  <a:pt x="3003124" y="4346264"/>
                </a:lnTo>
                <a:close/>
                <a:moveTo>
                  <a:pt x="1970200" y="4126929"/>
                </a:moveTo>
                <a:cubicBezTo>
                  <a:pt x="2076798" y="4126929"/>
                  <a:pt x="2130098" y="4226272"/>
                  <a:pt x="2130098" y="4424957"/>
                </a:cubicBezTo>
                <a:cubicBezTo>
                  <a:pt x="2130098" y="4562251"/>
                  <a:pt x="2117122" y="4656710"/>
                  <a:pt x="2091169" y="4708335"/>
                </a:cubicBezTo>
                <a:cubicBezTo>
                  <a:pt x="2065218" y="4759960"/>
                  <a:pt x="2022662" y="4785772"/>
                  <a:pt x="1963503" y="4785772"/>
                </a:cubicBezTo>
                <a:cubicBezTo>
                  <a:pt x="1852998" y="4785772"/>
                  <a:pt x="1797746" y="4679453"/>
                  <a:pt x="1797746" y="4466815"/>
                </a:cubicBezTo>
                <a:cubicBezTo>
                  <a:pt x="1797746" y="4240224"/>
                  <a:pt x="1855231" y="4126929"/>
                  <a:pt x="1970200" y="4126929"/>
                </a:cubicBezTo>
                <a:close/>
                <a:moveTo>
                  <a:pt x="9643703" y="3884990"/>
                </a:moveTo>
                <a:lnTo>
                  <a:pt x="9643703" y="5027711"/>
                </a:lnTo>
                <a:lnTo>
                  <a:pt x="9928337" y="5027711"/>
                </a:lnTo>
                <a:lnTo>
                  <a:pt x="9928337" y="4474349"/>
                </a:lnTo>
                <a:cubicBezTo>
                  <a:pt x="9928337" y="4423004"/>
                  <a:pt x="9919128" y="4360496"/>
                  <a:pt x="9900710" y="4286826"/>
                </a:cubicBezTo>
                <a:cubicBezTo>
                  <a:pt x="9941557" y="4379402"/>
                  <a:pt x="9982062" y="4458064"/>
                  <a:pt x="10022230" y="4522813"/>
                </a:cubicBezTo>
                <a:lnTo>
                  <a:pt x="10335196" y="5027711"/>
                </a:lnTo>
                <a:lnTo>
                  <a:pt x="10620666" y="5027711"/>
                </a:lnTo>
                <a:lnTo>
                  <a:pt x="10620666" y="3884990"/>
                </a:lnTo>
                <a:lnTo>
                  <a:pt x="10335196" y="3884990"/>
                </a:lnTo>
                <a:lnTo>
                  <a:pt x="10335196" y="4223202"/>
                </a:lnTo>
                <a:cubicBezTo>
                  <a:pt x="10335196" y="4325335"/>
                  <a:pt x="10344125" y="4425236"/>
                  <a:pt x="10361985" y="4522905"/>
                </a:cubicBezTo>
                <a:cubicBezTo>
                  <a:pt x="10334663" y="4459821"/>
                  <a:pt x="10294489" y="4386701"/>
                  <a:pt x="10241459" y="4303543"/>
                </a:cubicBezTo>
                <a:lnTo>
                  <a:pt x="9975217" y="3884990"/>
                </a:lnTo>
                <a:close/>
                <a:moveTo>
                  <a:pt x="8517558" y="3884990"/>
                </a:moveTo>
                <a:lnTo>
                  <a:pt x="8517558" y="4660199"/>
                </a:lnTo>
                <a:cubicBezTo>
                  <a:pt x="8517558" y="4796376"/>
                  <a:pt x="8561230" y="4894603"/>
                  <a:pt x="8648573" y="4954878"/>
                </a:cubicBezTo>
                <a:cubicBezTo>
                  <a:pt x="8735917" y="5015154"/>
                  <a:pt x="8851584" y="5045291"/>
                  <a:pt x="8995576" y="5045291"/>
                </a:cubicBezTo>
                <a:cubicBezTo>
                  <a:pt x="9132311" y="5045291"/>
                  <a:pt x="9243234" y="5013898"/>
                  <a:pt x="9328345" y="4951111"/>
                </a:cubicBezTo>
                <a:cubicBezTo>
                  <a:pt x="9413456" y="4888324"/>
                  <a:pt x="9456012" y="4785214"/>
                  <a:pt x="9456012" y="4641781"/>
                </a:cubicBezTo>
                <a:lnTo>
                  <a:pt x="9456012" y="3884990"/>
                </a:lnTo>
                <a:lnTo>
                  <a:pt x="9179750" y="3884990"/>
                </a:lnTo>
                <a:lnTo>
                  <a:pt x="9179750" y="4553879"/>
                </a:lnTo>
                <a:cubicBezTo>
                  <a:pt x="9179750" y="4620294"/>
                  <a:pt x="9177106" y="4664942"/>
                  <a:pt x="9171817" y="4687825"/>
                </a:cubicBezTo>
                <a:cubicBezTo>
                  <a:pt x="9166528" y="4710707"/>
                  <a:pt x="9150386" y="4731217"/>
                  <a:pt x="9123392" y="4749356"/>
                </a:cubicBezTo>
                <a:cubicBezTo>
                  <a:pt x="9096399" y="4767494"/>
                  <a:pt x="9061755" y="4776564"/>
                  <a:pt x="9019461" y="4776564"/>
                </a:cubicBezTo>
                <a:cubicBezTo>
                  <a:pt x="8968804" y="4776564"/>
                  <a:pt x="8931928" y="4764006"/>
                  <a:pt x="8908831" y="4738891"/>
                </a:cubicBezTo>
                <a:cubicBezTo>
                  <a:pt x="8885736" y="4713777"/>
                  <a:pt x="8874188" y="4673872"/>
                  <a:pt x="8874188" y="4619178"/>
                </a:cubicBezTo>
                <a:lnTo>
                  <a:pt x="8874188" y="3884990"/>
                </a:lnTo>
                <a:close/>
                <a:moveTo>
                  <a:pt x="7614879" y="3884990"/>
                </a:moveTo>
                <a:lnTo>
                  <a:pt x="7614879" y="5027711"/>
                </a:lnTo>
                <a:lnTo>
                  <a:pt x="8416039" y="5027711"/>
                </a:lnTo>
                <a:lnTo>
                  <a:pt x="8416039" y="4747263"/>
                </a:lnTo>
                <a:lnTo>
                  <a:pt x="7965648" y="4747263"/>
                </a:lnTo>
                <a:lnTo>
                  <a:pt x="7965648" y="3884990"/>
                </a:lnTo>
                <a:close/>
                <a:moveTo>
                  <a:pt x="6690954" y="3884990"/>
                </a:moveTo>
                <a:lnTo>
                  <a:pt x="6690954" y="5027711"/>
                </a:lnTo>
                <a:lnTo>
                  <a:pt x="7492114" y="5027711"/>
                </a:lnTo>
                <a:lnTo>
                  <a:pt x="7492114" y="4747263"/>
                </a:lnTo>
                <a:lnTo>
                  <a:pt x="7041723" y="4747263"/>
                </a:lnTo>
                <a:lnTo>
                  <a:pt x="7041723" y="3884990"/>
                </a:lnTo>
                <a:close/>
                <a:moveTo>
                  <a:pt x="5690829" y="3884990"/>
                </a:moveTo>
                <a:lnTo>
                  <a:pt x="5690829" y="5027711"/>
                </a:lnTo>
                <a:lnTo>
                  <a:pt x="6550590" y="5027711"/>
                </a:lnTo>
                <a:lnTo>
                  <a:pt x="6550590" y="4754797"/>
                </a:lnTo>
                <a:lnTo>
                  <a:pt x="6034901" y="4754797"/>
                </a:lnTo>
                <a:lnTo>
                  <a:pt x="6034901" y="4568111"/>
                </a:lnTo>
                <a:lnTo>
                  <a:pt x="6451805" y="4568111"/>
                </a:lnTo>
                <a:lnTo>
                  <a:pt x="6451805" y="4314452"/>
                </a:lnTo>
                <a:lnTo>
                  <a:pt x="6034901" y="4314452"/>
                </a:lnTo>
                <a:lnTo>
                  <a:pt x="6034901" y="4148695"/>
                </a:lnTo>
                <a:lnTo>
                  <a:pt x="6550590" y="4148695"/>
                </a:lnTo>
                <a:lnTo>
                  <a:pt x="6550590" y="3884990"/>
                </a:lnTo>
                <a:close/>
                <a:moveTo>
                  <a:pt x="4781582" y="3884990"/>
                </a:moveTo>
                <a:lnTo>
                  <a:pt x="4781582" y="4158741"/>
                </a:lnTo>
                <a:lnTo>
                  <a:pt x="5018498" y="4158741"/>
                </a:lnTo>
                <a:lnTo>
                  <a:pt x="5018498" y="5027711"/>
                </a:lnTo>
                <a:lnTo>
                  <a:pt x="5350850" y="5027711"/>
                </a:lnTo>
                <a:lnTo>
                  <a:pt x="5350850" y="4158741"/>
                </a:lnTo>
                <a:lnTo>
                  <a:pt x="5587766" y="4158741"/>
                </a:lnTo>
                <a:lnTo>
                  <a:pt x="5587766" y="3884990"/>
                </a:lnTo>
                <a:close/>
                <a:moveTo>
                  <a:pt x="2652354" y="3884990"/>
                </a:moveTo>
                <a:lnTo>
                  <a:pt x="2652354" y="5027711"/>
                </a:lnTo>
                <a:lnTo>
                  <a:pt x="3003124" y="5027711"/>
                </a:lnTo>
                <a:lnTo>
                  <a:pt x="3003124" y="4590714"/>
                </a:lnTo>
                <a:lnTo>
                  <a:pt x="3113733" y="4590714"/>
                </a:lnTo>
                <a:lnTo>
                  <a:pt x="3280641" y="5027711"/>
                </a:lnTo>
                <a:lnTo>
                  <a:pt x="3669501" y="5027711"/>
                </a:lnTo>
                <a:lnTo>
                  <a:pt x="3462723" y="4529602"/>
                </a:lnTo>
                <a:cubicBezTo>
                  <a:pt x="3544207" y="4491093"/>
                  <a:pt x="3598343" y="4446584"/>
                  <a:pt x="3625132" y="4396075"/>
                </a:cubicBezTo>
                <a:cubicBezTo>
                  <a:pt x="3651921" y="4345567"/>
                  <a:pt x="3665316" y="4287384"/>
                  <a:pt x="3665316" y="4221528"/>
                </a:cubicBezTo>
                <a:cubicBezTo>
                  <a:pt x="3665316" y="4120511"/>
                  <a:pt x="3628899" y="4039167"/>
                  <a:pt x="3556066" y="3977496"/>
                </a:cubicBezTo>
                <a:cubicBezTo>
                  <a:pt x="3483234" y="3915825"/>
                  <a:pt x="3380961" y="3884990"/>
                  <a:pt x="3249248" y="3884990"/>
                </a:cubicBezTo>
                <a:close/>
                <a:moveTo>
                  <a:pt x="310483" y="3884990"/>
                </a:moveTo>
                <a:lnTo>
                  <a:pt x="681278" y="5027711"/>
                </a:lnTo>
                <a:lnTo>
                  <a:pt x="1038745" y="5027711"/>
                </a:lnTo>
                <a:lnTo>
                  <a:pt x="1393347" y="3884990"/>
                </a:lnTo>
                <a:lnTo>
                  <a:pt x="1104946" y="3884990"/>
                </a:lnTo>
                <a:lnTo>
                  <a:pt x="893773" y="4616666"/>
                </a:lnTo>
                <a:cubicBezTo>
                  <a:pt x="884241" y="4580948"/>
                  <a:pt x="873306" y="4544671"/>
                  <a:pt x="860967" y="4507836"/>
                </a:cubicBezTo>
                <a:lnTo>
                  <a:pt x="680127" y="3884990"/>
                </a:lnTo>
                <a:close/>
                <a:moveTo>
                  <a:pt x="11311713" y="3867410"/>
                </a:moveTo>
                <a:cubicBezTo>
                  <a:pt x="11130328" y="3867410"/>
                  <a:pt x="10993732" y="3925592"/>
                  <a:pt x="10901924" y="4041957"/>
                </a:cubicBezTo>
                <a:cubicBezTo>
                  <a:pt x="10810115" y="4158322"/>
                  <a:pt x="10764211" y="4301895"/>
                  <a:pt x="10764211" y="4472675"/>
                </a:cubicBezTo>
                <a:cubicBezTo>
                  <a:pt x="10764211" y="4648478"/>
                  <a:pt x="10811650" y="4787865"/>
                  <a:pt x="10906528" y="4890836"/>
                </a:cubicBezTo>
                <a:cubicBezTo>
                  <a:pt x="11001406" y="4993806"/>
                  <a:pt x="11122515" y="5045291"/>
                  <a:pt x="11269855" y="5045291"/>
                </a:cubicBezTo>
                <a:cubicBezTo>
                  <a:pt x="11408823" y="5045291"/>
                  <a:pt x="11513747" y="4999527"/>
                  <a:pt x="11584626" y="4907997"/>
                </a:cubicBezTo>
                <a:cubicBezTo>
                  <a:pt x="11601369" y="4940368"/>
                  <a:pt x="11616717" y="4980272"/>
                  <a:pt x="11630670" y="5027711"/>
                </a:cubicBezTo>
                <a:lnTo>
                  <a:pt x="11802287" y="5027711"/>
                </a:lnTo>
                <a:lnTo>
                  <a:pt x="11802287" y="4387285"/>
                </a:lnTo>
                <a:lnTo>
                  <a:pt x="11287435" y="4387285"/>
                </a:lnTo>
                <a:lnTo>
                  <a:pt x="11287435" y="4630061"/>
                </a:lnTo>
                <a:lnTo>
                  <a:pt x="11476633" y="4630061"/>
                </a:lnTo>
                <a:cubicBezTo>
                  <a:pt x="11476075" y="4674709"/>
                  <a:pt x="11460866" y="4709870"/>
                  <a:pt x="11431008" y="4735543"/>
                </a:cubicBezTo>
                <a:cubicBezTo>
                  <a:pt x="11401149" y="4761216"/>
                  <a:pt x="11365012" y="4774052"/>
                  <a:pt x="11322596" y="4774052"/>
                </a:cubicBezTo>
                <a:cubicBezTo>
                  <a:pt x="11270134" y="4774052"/>
                  <a:pt x="11225485" y="4752984"/>
                  <a:pt x="11188650" y="4710847"/>
                </a:cubicBezTo>
                <a:cubicBezTo>
                  <a:pt x="11151815" y="4668710"/>
                  <a:pt x="11133398" y="4581506"/>
                  <a:pt x="11133398" y="4449235"/>
                </a:cubicBezTo>
                <a:cubicBezTo>
                  <a:pt x="11133398" y="4230457"/>
                  <a:pt x="11190883" y="4121069"/>
                  <a:pt x="11305853" y="4121069"/>
                </a:cubicBezTo>
                <a:cubicBezTo>
                  <a:pt x="11393475" y="4121069"/>
                  <a:pt x="11445658" y="4180507"/>
                  <a:pt x="11462401" y="4299383"/>
                </a:cubicBezTo>
                <a:lnTo>
                  <a:pt x="11802287" y="4265897"/>
                </a:lnTo>
                <a:cubicBezTo>
                  <a:pt x="11777731" y="4138649"/>
                  <a:pt x="11723874" y="4040422"/>
                  <a:pt x="11640716" y="3971217"/>
                </a:cubicBezTo>
                <a:cubicBezTo>
                  <a:pt x="11557558" y="3902012"/>
                  <a:pt x="11447890" y="3867410"/>
                  <a:pt x="11311713" y="3867410"/>
                </a:cubicBezTo>
                <a:close/>
                <a:moveTo>
                  <a:pt x="4248684" y="3867410"/>
                </a:moveTo>
                <a:cubicBezTo>
                  <a:pt x="4095205" y="3867410"/>
                  <a:pt x="3977585" y="3903140"/>
                  <a:pt x="3895822" y="3974599"/>
                </a:cubicBezTo>
                <a:cubicBezTo>
                  <a:pt x="3814060" y="4046058"/>
                  <a:pt x="3773178" y="4135658"/>
                  <a:pt x="3773178" y="4243398"/>
                </a:cubicBezTo>
                <a:cubicBezTo>
                  <a:pt x="3773178" y="4327140"/>
                  <a:pt x="3801633" y="4399995"/>
                  <a:pt x="3858543" y="4461962"/>
                </a:cubicBezTo>
                <a:cubicBezTo>
                  <a:pt x="3915452" y="4523929"/>
                  <a:pt x="4044100" y="4574115"/>
                  <a:pt x="4244485" y="4612520"/>
                </a:cubicBezTo>
                <a:cubicBezTo>
                  <a:pt x="4296956" y="4623098"/>
                  <a:pt x="4333377" y="4635223"/>
                  <a:pt x="4353747" y="4648897"/>
                </a:cubicBezTo>
                <a:cubicBezTo>
                  <a:pt x="4374118" y="4662571"/>
                  <a:pt x="4384304" y="4681686"/>
                  <a:pt x="4384304" y="4706242"/>
                </a:cubicBezTo>
                <a:cubicBezTo>
                  <a:pt x="4384304" y="4753123"/>
                  <a:pt x="4340213" y="4776564"/>
                  <a:pt x="4252033" y="4776564"/>
                </a:cubicBezTo>
                <a:cubicBezTo>
                  <a:pt x="4138738" y="4776564"/>
                  <a:pt x="4068417" y="4730520"/>
                  <a:pt x="4041070" y="4638432"/>
                </a:cubicBezTo>
                <a:lnTo>
                  <a:pt x="3715415" y="4697034"/>
                </a:lnTo>
                <a:cubicBezTo>
                  <a:pt x="3780713" y="4929205"/>
                  <a:pt x="3952609" y="5045291"/>
                  <a:pt x="4231104" y="5045291"/>
                </a:cubicBezTo>
                <a:cubicBezTo>
                  <a:pt x="4383467" y="5045291"/>
                  <a:pt x="4506529" y="5009409"/>
                  <a:pt x="4600291" y="4937645"/>
                </a:cubicBezTo>
                <a:cubicBezTo>
                  <a:pt x="4694052" y="4865880"/>
                  <a:pt x="4740933" y="4772195"/>
                  <a:pt x="4740933" y="4656588"/>
                </a:cubicBezTo>
                <a:cubicBezTo>
                  <a:pt x="4740933" y="4583424"/>
                  <a:pt x="4721694" y="4519896"/>
                  <a:pt x="4683215" y="4466004"/>
                </a:cubicBezTo>
                <a:cubicBezTo>
                  <a:pt x="4644737" y="4412112"/>
                  <a:pt x="4596748" y="4374043"/>
                  <a:pt x="4539250" y="4351797"/>
                </a:cubicBezTo>
                <a:cubicBezTo>
                  <a:pt x="4481752" y="4329552"/>
                  <a:pt x="4384622" y="4303970"/>
                  <a:pt x="4247861" y="4275053"/>
                </a:cubicBezTo>
                <a:cubicBezTo>
                  <a:pt x="4198180" y="4264484"/>
                  <a:pt x="4164690" y="4253340"/>
                  <a:pt x="4147389" y="4241619"/>
                </a:cubicBezTo>
                <a:cubicBezTo>
                  <a:pt x="4130087" y="4229899"/>
                  <a:pt x="4121437" y="4213435"/>
                  <a:pt x="4121437" y="4192227"/>
                </a:cubicBezTo>
                <a:cubicBezTo>
                  <a:pt x="4121437" y="4144788"/>
                  <a:pt x="4159667" y="4121069"/>
                  <a:pt x="4236127" y="4121069"/>
                </a:cubicBezTo>
                <a:cubicBezTo>
                  <a:pt x="4328214" y="4121069"/>
                  <a:pt x="4389327" y="4159299"/>
                  <a:pt x="4419465" y="4235759"/>
                </a:cubicBezTo>
                <a:lnTo>
                  <a:pt x="4709958" y="4147858"/>
                </a:lnTo>
                <a:cubicBezTo>
                  <a:pt x="4635172" y="3960892"/>
                  <a:pt x="4481414" y="3867410"/>
                  <a:pt x="4248684" y="3867410"/>
                </a:cubicBezTo>
                <a:close/>
                <a:moveTo>
                  <a:pt x="1968526" y="3867410"/>
                </a:moveTo>
                <a:cubicBezTo>
                  <a:pt x="1796629" y="3867410"/>
                  <a:pt x="1662266" y="3923081"/>
                  <a:pt x="1565434" y="4034423"/>
                </a:cubicBezTo>
                <a:cubicBezTo>
                  <a:pt x="1468603" y="4145765"/>
                  <a:pt x="1420187" y="4286826"/>
                  <a:pt x="1420187" y="4457606"/>
                </a:cubicBezTo>
                <a:cubicBezTo>
                  <a:pt x="1420187" y="4636200"/>
                  <a:pt x="1470835" y="4778796"/>
                  <a:pt x="1572131" y="4885394"/>
                </a:cubicBezTo>
                <a:cubicBezTo>
                  <a:pt x="1673428" y="4991992"/>
                  <a:pt x="1804443" y="5045291"/>
                  <a:pt x="1965177" y="5045291"/>
                </a:cubicBezTo>
                <a:cubicBezTo>
                  <a:pt x="2124795" y="5045291"/>
                  <a:pt x="2255113" y="4990597"/>
                  <a:pt x="2356130" y="4881208"/>
                </a:cubicBezTo>
                <a:cubicBezTo>
                  <a:pt x="2457147" y="4771820"/>
                  <a:pt x="2507656" y="4626433"/>
                  <a:pt x="2507656" y="4445049"/>
                </a:cubicBezTo>
                <a:cubicBezTo>
                  <a:pt x="2507656" y="4269804"/>
                  <a:pt x="2457566" y="4129719"/>
                  <a:pt x="2357386" y="4024795"/>
                </a:cubicBezTo>
                <a:cubicBezTo>
                  <a:pt x="2257206" y="3919872"/>
                  <a:pt x="2127586" y="3867410"/>
                  <a:pt x="1968526" y="3867410"/>
                </a:cubicBezTo>
                <a:close/>
                <a:moveTo>
                  <a:pt x="9434171" y="2454529"/>
                </a:moveTo>
                <a:lnTo>
                  <a:pt x="9434171" y="2717396"/>
                </a:lnTo>
                <a:lnTo>
                  <a:pt x="9858611" y="2717396"/>
                </a:lnTo>
                <a:lnTo>
                  <a:pt x="9858611" y="2454529"/>
                </a:lnTo>
                <a:close/>
                <a:moveTo>
                  <a:pt x="2755473" y="2136409"/>
                </a:moveTo>
                <a:lnTo>
                  <a:pt x="2884395" y="2136409"/>
                </a:lnTo>
                <a:cubicBezTo>
                  <a:pt x="2979832" y="2136409"/>
                  <a:pt x="3027550" y="2172127"/>
                  <a:pt x="3027550" y="2243565"/>
                </a:cubicBezTo>
                <a:cubicBezTo>
                  <a:pt x="3027550" y="2319467"/>
                  <a:pt x="2975925" y="2357419"/>
                  <a:pt x="2872675" y="2357419"/>
                </a:cubicBezTo>
                <a:lnTo>
                  <a:pt x="2755473" y="2357419"/>
                </a:lnTo>
                <a:close/>
                <a:moveTo>
                  <a:pt x="3860373" y="2117991"/>
                </a:moveTo>
                <a:lnTo>
                  <a:pt x="4021944" y="2117991"/>
                </a:lnTo>
                <a:cubicBezTo>
                  <a:pt x="4111800" y="2117991"/>
                  <a:pt x="4156727" y="2154547"/>
                  <a:pt x="4156727" y="2227659"/>
                </a:cubicBezTo>
                <a:cubicBezTo>
                  <a:pt x="4156727" y="2263378"/>
                  <a:pt x="4143332" y="2290446"/>
                  <a:pt x="4116544" y="2308863"/>
                </a:cubicBezTo>
                <a:cubicBezTo>
                  <a:pt x="4089755" y="2327281"/>
                  <a:pt x="4054315" y="2336489"/>
                  <a:pt x="4010225" y="2336489"/>
                </a:cubicBezTo>
                <a:lnTo>
                  <a:pt x="3860373" y="2336489"/>
                </a:lnTo>
                <a:close/>
                <a:moveTo>
                  <a:pt x="5180125" y="2117154"/>
                </a:moveTo>
                <a:cubicBezTo>
                  <a:pt x="5286724" y="2117154"/>
                  <a:pt x="5340022" y="2216497"/>
                  <a:pt x="5340022" y="2415182"/>
                </a:cubicBezTo>
                <a:cubicBezTo>
                  <a:pt x="5340022" y="2552476"/>
                  <a:pt x="5327046" y="2646936"/>
                  <a:pt x="5301094" y="2698560"/>
                </a:cubicBezTo>
                <a:cubicBezTo>
                  <a:pt x="5275142" y="2750185"/>
                  <a:pt x="5232587" y="2775998"/>
                  <a:pt x="5173428" y="2775998"/>
                </a:cubicBezTo>
                <a:cubicBezTo>
                  <a:pt x="5062923" y="2775998"/>
                  <a:pt x="5007670" y="2669679"/>
                  <a:pt x="5007670" y="2457040"/>
                </a:cubicBezTo>
                <a:cubicBezTo>
                  <a:pt x="5007670" y="2230449"/>
                  <a:pt x="5065155" y="2117154"/>
                  <a:pt x="5180125" y="2117154"/>
                </a:cubicBezTo>
                <a:close/>
                <a:moveTo>
                  <a:pt x="8620157" y="1875215"/>
                </a:moveTo>
                <a:lnTo>
                  <a:pt x="8620157" y="2148966"/>
                </a:lnTo>
                <a:lnTo>
                  <a:pt x="8857072" y="2148966"/>
                </a:lnTo>
                <a:lnTo>
                  <a:pt x="8857072" y="3017936"/>
                </a:lnTo>
                <a:lnTo>
                  <a:pt x="9189424" y="3017936"/>
                </a:lnTo>
                <a:lnTo>
                  <a:pt x="9189424" y="2148966"/>
                </a:lnTo>
                <a:lnTo>
                  <a:pt x="9426339" y="2148966"/>
                </a:lnTo>
                <a:lnTo>
                  <a:pt x="9426339" y="1875215"/>
                </a:lnTo>
                <a:close/>
                <a:moveTo>
                  <a:pt x="7576779" y="1875215"/>
                </a:moveTo>
                <a:lnTo>
                  <a:pt x="7576779" y="3017936"/>
                </a:lnTo>
                <a:lnTo>
                  <a:pt x="7907456" y="3017936"/>
                </a:lnTo>
                <a:lnTo>
                  <a:pt x="7907456" y="2754232"/>
                </a:lnTo>
                <a:lnTo>
                  <a:pt x="8025966" y="2586094"/>
                </a:lnTo>
                <a:lnTo>
                  <a:pt x="8223522" y="3017936"/>
                </a:lnTo>
                <a:lnTo>
                  <a:pt x="8607320" y="3017936"/>
                </a:lnTo>
                <a:lnTo>
                  <a:pt x="8249252" y="2293441"/>
                </a:lnTo>
                <a:lnTo>
                  <a:pt x="8537836" y="1875215"/>
                </a:lnTo>
                <a:lnTo>
                  <a:pt x="8222594" y="1875215"/>
                </a:lnTo>
                <a:lnTo>
                  <a:pt x="7907456" y="2347713"/>
                </a:lnTo>
                <a:lnTo>
                  <a:pt x="7907456" y="1875215"/>
                </a:lnTo>
                <a:close/>
                <a:moveTo>
                  <a:pt x="6576654" y="1875215"/>
                </a:moveTo>
                <a:lnTo>
                  <a:pt x="6576654" y="3017936"/>
                </a:lnTo>
                <a:lnTo>
                  <a:pt x="7436415" y="3017936"/>
                </a:lnTo>
                <a:lnTo>
                  <a:pt x="7436415" y="2745023"/>
                </a:lnTo>
                <a:lnTo>
                  <a:pt x="6920726" y="2745023"/>
                </a:lnTo>
                <a:lnTo>
                  <a:pt x="6920726" y="2558336"/>
                </a:lnTo>
                <a:lnTo>
                  <a:pt x="7337630" y="2558336"/>
                </a:lnTo>
                <a:lnTo>
                  <a:pt x="7337630" y="2304677"/>
                </a:lnTo>
                <a:lnTo>
                  <a:pt x="6920726" y="2304677"/>
                </a:lnTo>
                <a:lnTo>
                  <a:pt x="6920726" y="2138920"/>
                </a:lnTo>
                <a:lnTo>
                  <a:pt x="7436415" y="2138920"/>
                </a:lnTo>
                <a:lnTo>
                  <a:pt x="7436415" y="1875215"/>
                </a:lnTo>
                <a:close/>
                <a:moveTo>
                  <a:pt x="6050639" y="1875215"/>
                </a:moveTo>
                <a:lnTo>
                  <a:pt x="6050639" y="2595171"/>
                </a:lnTo>
                <a:cubicBezTo>
                  <a:pt x="6050639" y="2656005"/>
                  <a:pt x="6040035" y="2698002"/>
                  <a:pt x="6018827" y="2721164"/>
                </a:cubicBezTo>
                <a:cubicBezTo>
                  <a:pt x="5997619" y="2744325"/>
                  <a:pt x="5961901" y="2755906"/>
                  <a:pt x="5911671" y="2755906"/>
                </a:cubicBezTo>
                <a:cubicBezTo>
                  <a:pt x="5869255" y="2755906"/>
                  <a:pt x="5823490" y="2748929"/>
                  <a:pt x="5774377" y="2734977"/>
                </a:cubicBezTo>
                <a:lnTo>
                  <a:pt x="5774377" y="3007890"/>
                </a:lnTo>
                <a:cubicBezTo>
                  <a:pt x="5844140" y="3026308"/>
                  <a:pt x="5922274" y="3035517"/>
                  <a:pt x="6008781" y="3035517"/>
                </a:cubicBezTo>
                <a:cubicBezTo>
                  <a:pt x="6107008" y="3035517"/>
                  <a:pt x="6184864" y="3018634"/>
                  <a:pt x="6242348" y="2984868"/>
                </a:cubicBezTo>
                <a:cubicBezTo>
                  <a:pt x="6299833" y="2951103"/>
                  <a:pt x="6338482" y="2905338"/>
                  <a:pt x="6358295" y="2847575"/>
                </a:cubicBezTo>
                <a:cubicBezTo>
                  <a:pt x="6378107" y="2789811"/>
                  <a:pt x="6388014" y="2705676"/>
                  <a:pt x="6388014" y="2595171"/>
                </a:cubicBezTo>
                <a:lnTo>
                  <a:pt x="6388014" y="1875215"/>
                </a:lnTo>
                <a:close/>
                <a:moveTo>
                  <a:pt x="3509604" y="1875215"/>
                </a:moveTo>
                <a:lnTo>
                  <a:pt x="3509604" y="3017936"/>
                </a:lnTo>
                <a:lnTo>
                  <a:pt x="3860373" y="3017936"/>
                </a:lnTo>
                <a:lnTo>
                  <a:pt x="3860373" y="2580940"/>
                </a:lnTo>
                <a:lnTo>
                  <a:pt x="3970982" y="2580940"/>
                </a:lnTo>
                <a:lnTo>
                  <a:pt x="4137891" y="3017936"/>
                </a:lnTo>
                <a:lnTo>
                  <a:pt x="4526751" y="3017936"/>
                </a:lnTo>
                <a:lnTo>
                  <a:pt x="4319973" y="2519827"/>
                </a:lnTo>
                <a:cubicBezTo>
                  <a:pt x="4401457" y="2481318"/>
                  <a:pt x="4455592" y="2436809"/>
                  <a:pt x="4482381" y="2386300"/>
                </a:cubicBezTo>
                <a:cubicBezTo>
                  <a:pt x="4509171" y="2335792"/>
                  <a:pt x="4522565" y="2277609"/>
                  <a:pt x="4522565" y="2211753"/>
                </a:cubicBezTo>
                <a:cubicBezTo>
                  <a:pt x="4522565" y="2110736"/>
                  <a:pt x="4486149" y="2029392"/>
                  <a:pt x="4413316" y="1967721"/>
                </a:cubicBezTo>
                <a:cubicBezTo>
                  <a:pt x="4340483" y="1906051"/>
                  <a:pt x="4238210" y="1875215"/>
                  <a:pt x="4106498" y="1875215"/>
                </a:cubicBezTo>
                <a:close/>
                <a:moveTo>
                  <a:pt x="2404704" y="1875215"/>
                </a:moveTo>
                <a:lnTo>
                  <a:pt x="2404704" y="3017936"/>
                </a:lnTo>
                <a:lnTo>
                  <a:pt x="2760497" y="3017936"/>
                </a:lnTo>
                <a:lnTo>
                  <a:pt x="2760497" y="2602706"/>
                </a:lnTo>
                <a:lnTo>
                  <a:pt x="2958903" y="2602706"/>
                </a:lnTo>
                <a:cubicBezTo>
                  <a:pt x="3085592" y="2602706"/>
                  <a:pt x="3186889" y="2569219"/>
                  <a:pt x="3262791" y="2502247"/>
                </a:cubicBezTo>
                <a:cubicBezTo>
                  <a:pt x="3338694" y="2435274"/>
                  <a:pt x="3376644" y="2347373"/>
                  <a:pt x="3376644" y="2238542"/>
                </a:cubicBezTo>
                <a:cubicBezTo>
                  <a:pt x="3376644" y="2167105"/>
                  <a:pt x="3358088" y="2102643"/>
                  <a:pt x="3320974" y="2045158"/>
                </a:cubicBezTo>
                <a:cubicBezTo>
                  <a:pt x="3283860" y="1987673"/>
                  <a:pt x="3233630" y="1944979"/>
                  <a:pt x="3170285" y="1917073"/>
                </a:cubicBezTo>
                <a:cubicBezTo>
                  <a:pt x="3106940" y="1889168"/>
                  <a:pt x="3014435" y="1875215"/>
                  <a:pt x="2892767" y="1875215"/>
                </a:cubicBezTo>
                <a:close/>
                <a:moveTo>
                  <a:pt x="5178451" y="1857635"/>
                </a:moveTo>
                <a:cubicBezTo>
                  <a:pt x="5006554" y="1857635"/>
                  <a:pt x="4872191" y="1913306"/>
                  <a:pt x="4775359" y="2024648"/>
                </a:cubicBezTo>
                <a:cubicBezTo>
                  <a:pt x="4678528" y="2135990"/>
                  <a:pt x="4630112" y="2277051"/>
                  <a:pt x="4630112" y="2447831"/>
                </a:cubicBezTo>
                <a:cubicBezTo>
                  <a:pt x="4630112" y="2626425"/>
                  <a:pt x="4680761" y="2769021"/>
                  <a:pt x="4782057" y="2875619"/>
                </a:cubicBezTo>
                <a:cubicBezTo>
                  <a:pt x="4883352" y="2982218"/>
                  <a:pt x="5014368" y="3035517"/>
                  <a:pt x="5175102" y="3035517"/>
                </a:cubicBezTo>
                <a:cubicBezTo>
                  <a:pt x="5334720" y="3035517"/>
                  <a:pt x="5465038" y="2980822"/>
                  <a:pt x="5566055" y="2871434"/>
                </a:cubicBezTo>
                <a:cubicBezTo>
                  <a:pt x="5667072" y="2762045"/>
                  <a:pt x="5717581" y="2616658"/>
                  <a:pt x="5717581" y="2435274"/>
                </a:cubicBezTo>
                <a:cubicBezTo>
                  <a:pt x="5717581" y="2260029"/>
                  <a:pt x="5667491" y="2119944"/>
                  <a:pt x="5567311" y="2015021"/>
                </a:cubicBezTo>
                <a:cubicBezTo>
                  <a:pt x="5467131" y="1910097"/>
                  <a:pt x="5337511" y="1857635"/>
                  <a:pt x="5178451" y="1857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0" dirty="0"/>
          </a:p>
          <a:p>
            <a:pPr algn="ctr"/>
            <a:endParaRPr lang="de-DE" sz="13500" dirty="0"/>
          </a:p>
          <a:p>
            <a:pPr algn="ctr"/>
            <a:endParaRPr lang="de-DE" sz="135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206CBC-A8D1-4A0F-88FA-35D0BD8B96E2}"/>
              </a:ext>
            </a:extLst>
          </p:cNvPr>
          <p:cNvSpPr txBox="1"/>
          <p:nvPr/>
        </p:nvSpPr>
        <p:spPr>
          <a:xfrm>
            <a:off x="4315626" y="1025495"/>
            <a:ext cx="2854295" cy="62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495F3C-7C1F-4F45-97D6-4DA55C2B7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2" y="2107471"/>
            <a:ext cx="11749632" cy="189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4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06C0767-1493-4B42-9942-FF41B8AAC1DA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BA633E8-B96C-423A-8080-901963576D78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4C716C1-64DA-49ED-962A-D45BBC91DC02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6A70572-E776-4819-9AA3-0D21A63E6953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A2D3E212-9AF9-4396-8750-EF6241232E76}"/>
              </a:ext>
            </a:extLst>
          </p:cNvPr>
          <p:cNvSpPr txBox="1">
            <a:spLocks/>
          </p:cNvSpPr>
          <p:nvPr/>
        </p:nvSpPr>
        <p:spPr>
          <a:xfrm>
            <a:off x="-8404006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CC96644A-102B-4035-8FB4-C6150246BF57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C807FBB-6E94-4A6A-89C8-BF9531951B9B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96C79D97-4075-44E2-A2D4-0C60EE6FF77F}"/>
              </a:ext>
            </a:extLst>
          </p:cNvPr>
          <p:cNvSpPr txBox="1">
            <a:spLocks/>
          </p:cNvSpPr>
          <p:nvPr/>
        </p:nvSpPr>
        <p:spPr>
          <a:xfrm>
            <a:off x="-8404006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2781588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24BAEAC-B13E-43E9-B90A-93E513A173C0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CB2E0C4-3336-4001-BC1E-069A0A8DEEC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854B0C3-D662-4B2E-8C59-FD5C7F32E84D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609BBD7-7E8C-4BF5-BE1B-6EB741D492D5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42E9718-2E8A-464F-BE60-1324B2BE4A65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3F7F07D2-E315-46A3-812B-6D5501E55847}"/>
              </a:ext>
            </a:extLst>
          </p:cNvPr>
          <p:cNvSpPr txBox="1">
            <a:spLocks/>
          </p:cNvSpPr>
          <p:nvPr/>
        </p:nvSpPr>
        <p:spPr>
          <a:xfrm>
            <a:off x="2242457" y="-385244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JavaFX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3AD73CE-A705-4042-8531-85AF25573164}"/>
              </a:ext>
            </a:extLst>
          </p:cNvPr>
          <p:cNvSpPr/>
          <p:nvPr/>
        </p:nvSpPr>
        <p:spPr>
          <a:xfrm>
            <a:off x="3185886" y="-4160873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DB6C2709-BFEC-4A74-A3CF-E2BEFCEAD5F2}"/>
              </a:ext>
            </a:extLst>
          </p:cNvPr>
          <p:cNvSpPr txBox="1">
            <a:spLocks/>
          </p:cNvSpPr>
          <p:nvPr/>
        </p:nvSpPr>
        <p:spPr>
          <a:xfrm>
            <a:off x="14724508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B1A97A44-0A2C-42D7-BF73-E91CED484909}"/>
              </a:ext>
            </a:extLst>
          </p:cNvPr>
          <p:cNvSpPr txBox="1">
            <a:spLocks/>
          </p:cNvSpPr>
          <p:nvPr/>
        </p:nvSpPr>
        <p:spPr>
          <a:xfrm>
            <a:off x="14724508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402C3D9-599B-4895-ACCC-7FFEF3C520A4}"/>
              </a:ext>
            </a:extLst>
          </p:cNvPr>
          <p:cNvSpPr/>
          <p:nvPr/>
        </p:nvSpPr>
        <p:spPr>
          <a:xfrm>
            <a:off x="15667937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1AA091B0-59B1-48AB-A38D-41DF0C8FDCFF}"/>
              </a:ext>
            </a:extLst>
          </p:cNvPr>
          <p:cNvSpPr txBox="1">
            <a:spLocks/>
          </p:cNvSpPr>
          <p:nvPr/>
        </p:nvSpPr>
        <p:spPr>
          <a:xfrm>
            <a:off x="14724508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7F60E1D2-A577-41E7-9E92-99E385E5026F}"/>
              </a:ext>
            </a:extLst>
          </p:cNvPr>
          <p:cNvSpPr txBox="1">
            <a:spLocks/>
          </p:cNvSpPr>
          <p:nvPr/>
        </p:nvSpPr>
        <p:spPr>
          <a:xfrm>
            <a:off x="-10203543" y="124454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0675DB49-2515-4917-9BB2-4A2992596DF8}"/>
              </a:ext>
            </a:extLst>
          </p:cNvPr>
          <p:cNvSpPr txBox="1">
            <a:spLocks/>
          </p:cNvSpPr>
          <p:nvPr/>
        </p:nvSpPr>
        <p:spPr>
          <a:xfrm>
            <a:off x="-10203543" y="36140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D47012C-85F9-42BA-BE22-793B738CDFDD}"/>
              </a:ext>
            </a:extLst>
          </p:cNvPr>
          <p:cNvSpPr/>
          <p:nvPr/>
        </p:nvSpPr>
        <p:spPr>
          <a:xfrm>
            <a:off x="-9260114" y="3305574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4FAAAD-8F8F-44F5-B2E0-DBCB9D899E9A}"/>
              </a:ext>
            </a:extLst>
          </p:cNvPr>
          <p:cNvSpPr txBox="1">
            <a:spLocks/>
          </p:cNvSpPr>
          <p:nvPr/>
        </p:nvSpPr>
        <p:spPr>
          <a:xfrm>
            <a:off x="-10882086" y="289717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71F3431-8423-475D-A6E5-937B654424AD}"/>
              </a:ext>
            </a:extLst>
          </p:cNvPr>
          <p:cNvSpPr txBox="1">
            <a:spLocks/>
          </p:cNvSpPr>
          <p:nvPr/>
        </p:nvSpPr>
        <p:spPr>
          <a:xfrm>
            <a:off x="-8969829" y="4443812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34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0F5CCF1-1311-4403-BFE7-7BF2E8227532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EB9370C-8BD2-4401-BD3F-A1D686CEF78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FCC5980-E78A-4787-9B48-9FC96CFFB354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DB8E3EB-66B7-46D0-9DBD-9C2ECDC8F404}"/>
              </a:ext>
            </a:extLst>
          </p:cNvPr>
          <p:cNvSpPr txBox="1">
            <a:spLocks/>
          </p:cNvSpPr>
          <p:nvPr/>
        </p:nvSpPr>
        <p:spPr>
          <a:xfrm>
            <a:off x="1563914" y="104714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F2124AD6-91F2-43F8-AFA3-21A7B96DFF3E}"/>
              </a:ext>
            </a:extLst>
          </p:cNvPr>
          <p:cNvSpPr txBox="1">
            <a:spLocks/>
          </p:cNvSpPr>
          <p:nvPr/>
        </p:nvSpPr>
        <p:spPr>
          <a:xfrm>
            <a:off x="3476171" y="4258809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ED4527CA-DE4A-4CA5-AAF6-0730C505A934}"/>
              </a:ext>
            </a:extLst>
          </p:cNvPr>
          <p:cNvSpPr txBox="1">
            <a:spLocks/>
          </p:cNvSpPr>
          <p:nvPr/>
        </p:nvSpPr>
        <p:spPr>
          <a:xfrm>
            <a:off x="13862957" y="897556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17D73750-18F4-4B66-9A49-4B3321E4E05E}"/>
              </a:ext>
            </a:extLst>
          </p:cNvPr>
          <p:cNvSpPr txBox="1">
            <a:spLocks/>
          </p:cNvSpPr>
          <p:nvPr/>
        </p:nvSpPr>
        <p:spPr>
          <a:xfrm>
            <a:off x="13862957" y="326701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7AE3F3F-8574-4893-9B82-4E847E7468E0}"/>
              </a:ext>
            </a:extLst>
          </p:cNvPr>
          <p:cNvSpPr/>
          <p:nvPr/>
        </p:nvSpPr>
        <p:spPr>
          <a:xfrm>
            <a:off x="14806386" y="2958585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759E1E0C-5FFB-4E19-8AE7-28E587156CC8}"/>
              </a:ext>
            </a:extLst>
          </p:cNvPr>
          <p:cNvSpPr txBox="1">
            <a:spLocks/>
          </p:cNvSpPr>
          <p:nvPr/>
        </p:nvSpPr>
        <p:spPr>
          <a:xfrm>
            <a:off x="13862957" y="-2648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404688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06C0767-1493-4B42-9942-FF41B8AAC1DA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BA633E8-B96C-423A-8080-901963576D78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4C716C1-64DA-49ED-962A-D45BBC91DC02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6A70572-E776-4819-9AA3-0D21A63E6953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CC96644A-102B-4035-8FB4-C6150246BF57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C807FBB-6E94-4A6A-89C8-BF9531951B9B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84D3C7B-87C1-4457-98C1-1635A7391615}"/>
              </a:ext>
            </a:extLst>
          </p:cNvPr>
          <p:cNvSpPr txBox="1"/>
          <p:nvPr/>
        </p:nvSpPr>
        <p:spPr>
          <a:xfrm>
            <a:off x="-7938760" y="335655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F5EFD31A-6B2C-439D-9F30-A0F72D5F279C}"/>
              </a:ext>
            </a:extLst>
          </p:cNvPr>
          <p:cNvSpPr/>
          <p:nvPr/>
        </p:nvSpPr>
        <p:spPr>
          <a:xfrm>
            <a:off x="-10762820" y="453471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18797196-3C86-467A-96D5-3E6D5C4DC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349195"/>
              </p:ext>
            </p:extLst>
          </p:nvPr>
        </p:nvGraphicFramePr>
        <p:xfrm>
          <a:off x="13832349" y="1632054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120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C8CB79-9654-482B-840A-55AC80770782}"/>
              </a:ext>
            </a:extLst>
          </p:cNvPr>
          <p:cNvSpPr txBox="1"/>
          <p:nvPr/>
        </p:nvSpPr>
        <p:spPr>
          <a:xfrm>
            <a:off x="3181524" y="342328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0217B20E-7C86-4F9B-9674-A505E739B14C}"/>
              </a:ext>
            </a:extLst>
          </p:cNvPr>
          <p:cNvSpPr/>
          <p:nvPr/>
        </p:nvSpPr>
        <p:spPr>
          <a:xfrm>
            <a:off x="357464" y="460144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CD7F10C-EB31-4737-8BCB-3F570D4D6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287458"/>
              </p:ext>
            </p:extLst>
          </p:nvPr>
        </p:nvGraphicFramePr>
        <p:xfrm>
          <a:off x="357464" y="1113949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35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7E816-E736-4AC1-B508-C4488711A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819" b="1468"/>
          <a:stretch/>
        </p:blipFill>
        <p:spPr>
          <a:xfrm>
            <a:off x="416564" y="5410451"/>
            <a:ext cx="9848850" cy="689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FC51D48-041B-4AA8-8386-82AD1F668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61" b="65268"/>
          <a:stretch/>
        </p:blipFill>
        <p:spPr>
          <a:xfrm>
            <a:off x="416564" y="1403927"/>
            <a:ext cx="9848850" cy="132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EA6DF74-120F-40BD-AAB7-EA44CC8E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27" b="20219"/>
          <a:stretch/>
        </p:blipFill>
        <p:spPr>
          <a:xfrm>
            <a:off x="416564" y="3210692"/>
            <a:ext cx="9848850" cy="1719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09949A4-CBEF-4D03-9004-394208CAD7DB}"/>
              </a:ext>
            </a:extLst>
          </p:cNvPr>
          <p:cNvSpPr txBox="1"/>
          <p:nvPr/>
        </p:nvSpPr>
        <p:spPr>
          <a:xfrm>
            <a:off x="2600630" y="240876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Denkblase: wolkenförmig 10">
            <a:extLst>
              <a:ext uri="{FF2B5EF4-FFF2-40B4-BE49-F238E27FC236}">
                <a16:creationId xmlns:a16="http://schemas.microsoft.com/office/drawing/2014/main" id="{C492C372-84D1-4E94-B39B-27F69A2263D4}"/>
              </a:ext>
            </a:extLst>
          </p:cNvPr>
          <p:cNvSpPr/>
          <p:nvPr/>
        </p:nvSpPr>
        <p:spPr>
          <a:xfrm>
            <a:off x="12702639" y="-1285763"/>
            <a:ext cx="2811879" cy="1551709"/>
          </a:xfrm>
          <a:prstGeom prst="cloudCallout">
            <a:avLst>
              <a:gd name="adj1" fmla="val -97434"/>
              <a:gd name="adj2" fmla="val 997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von </a:t>
            </a:r>
            <a:r>
              <a:rPr lang="de-DE" i="1" dirty="0"/>
              <a:t>Ticket-Anzahl &amp; Ticket-Kategorie </a:t>
            </a:r>
          </a:p>
        </p:txBody>
      </p:sp>
      <p:sp>
        <p:nvSpPr>
          <p:cNvPr id="14" name="Denkblase: wolkenförmig 13">
            <a:extLst>
              <a:ext uri="{FF2B5EF4-FFF2-40B4-BE49-F238E27FC236}">
                <a16:creationId xmlns:a16="http://schemas.microsoft.com/office/drawing/2014/main" id="{B76698F8-6DAA-47E0-B961-6940075DCD7D}"/>
              </a:ext>
            </a:extLst>
          </p:cNvPr>
          <p:cNvSpPr/>
          <p:nvPr/>
        </p:nvSpPr>
        <p:spPr>
          <a:xfrm>
            <a:off x="14108578" y="2730677"/>
            <a:ext cx="2811879" cy="1551709"/>
          </a:xfrm>
          <a:prstGeom prst="cloudCallout">
            <a:avLst>
              <a:gd name="adj1" fmla="val -88894"/>
              <a:gd name="adj2" fmla="val -26979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z</a:t>
            </a:r>
            <a:r>
              <a:rPr lang="de-DE" i="1" dirty="0"/>
              <a:t>oologischen Bereiche </a:t>
            </a:r>
            <a:r>
              <a:rPr lang="de-DE" sz="1500" i="1" dirty="0"/>
              <a:t>(+Anzahl)</a:t>
            </a:r>
          </a:p>
        </p:txBody>
      </p:sp>
      <p:sp>
        <p:nvSpPr>
          <p:cNvPr id="16" name="Denkblase: wolkenförmig 15">
            <a:extLst>
              <a:ext uri="{FF2B5EF4-FFF2-40B4-BE49-F238E27FC236}">
                <a16:creationId xmlns:a16="http://schemas.microsoft.com/office/drawing/2014/main" id="{391DAD77-38B5-4B3F-BE67-A80118BB886B}"/>
              </a:ext>
            </a:extLst>
          </p:cNvPr>
          <p:cNvSpPr/>
          <p:nvPr/>
        </p:nvSpPr>
        <p:spPr>
          <a:xfrm>
            <a:off x="12192000" y="7568568"/>
            <a:ext cx="2811878" cy="1185420"/>
          </a:xfrm>
          <a:prstGeom prst="cloudCallout">
            <a:avLst>
              <a:gd name="adj1" fmla="val -96120"/>
              <a:gd name="adj2" fmla="val -21415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Parkkosten</a:t>
            </a:r>
            <a:endParaRPr lang="de-DE" sz="1500" i="1" dirty="0"/>
          </a:p>
        </p:txBody>
      </p:sp>
    </p:spTree>
    <p:extLst>
      <p:ext uri="{BB962C8B-B14F-4D97-AF65-F5344CB8AC3E}">
        <p14:creationId xmlns:p14="http://schemas.microsoft.com/office/powerpoint/2010/main" val="48433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7E816-E736-4AC1-B508-C4488711A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819" b="1468"/>
          <a:stretch/>
        </p:blipFill>
        <p:spPr>
          <a:xfrm>
            <a:off x="416564" y="5410451"/>
            <a:ext cx="9848850" cy="689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FC51D48-041B-4AA8-8386-82AD1F668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61" b="65268"/>
          <a:stretch/>
        </p:blipFill>
        <p:spPr>
          <a:xfrm>
            <a:off x="416564" y="1399968"/>
            <a:ext cx="9848850" cy="132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EA6DF74-120F-40BD-AAB7-EA44CC8E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27" b="20219"/>
          <a:stretch/>
        </p:blipFill>
        <p:spPr>
          <a:xfrm>
            <a:off x="416564" y="3210692"/>
            <a:ext cx="9848850" cy="1719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09949A4-CBEF-4D03-9004-394208CAD7DB}"/>
              </a:ext>
            </a:extLst>
          </p:cNvPr>
          <p:cNvSpPr txBox="1"/>
          <p:nvPr/>
        </p:nvSpPr>
        <p:spPr>
          <a:xfrm>
            <a:off x="2600630" y="240876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9" name="Denkblase: wolkenförmig 8">
            <a:extLst>
              <a:ext uri="{FF2B5EF4-FFF2-40B4-BE49-F238E27FC236}">
                <a16:creationId xmlns:a16="http://schemas.microsoft.com/office/drawing/2014/main" id="{33725B0A-5604-4091-9CB1-0C618B43CF5F}"/>
              </a:ext>
            </a:extLst>
          </p:cNvPr>
          <p:cNvSpPr/>
          <p:nvPr/>
        </p:nvSpPr>
        <p:spPr>
          <a:xfrm>
            <a:off x="9088582" y="1403927"/>
            <a:ext cx="2811879" cy="1551709"/>
          </a:xfrm>
          <a:prstGeom prst="cloudCallout">
            <a:avLst>
              <a:gd name="adj1" fmla="val -97434"/>
              <a:gd name="adj2" fmla="val 997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von </a:t>
            </a:r>
            <a:r>
              <a:rPr lang="de-DE" i="1" dirty="0"/>
              <a:t>Ticket-Anzahl &amp; Ticket-Kategorie 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9154E497-1F6E-4219-9199-6837422835D7}"/>
              </a:ext>
            </a:extLst>
          </p:cNvPr>
          <p:cNvSpPr/>
          <p:nvPr/>
        </p:nvSpPr>
        <p:spPr>
          <a:xfrm>
            <a:off x="8185430" y="3633783"/>
            <a:ext cx="2811879" cy="1551709"/>
          </a:xfrm>
          <a:prstGeom prst="cloudCallout">
            <a:avLst>
              <a:gd name="adj1" fmla="val -88894"/>
              <a:gd name="adj2" fmla="val -26979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z</a:t>
            </a:r>
            <a:r>
              <a:rPr lang="de-DE" i="1" dirty="0"/>
              <a:t>oologischen Bereiche </a:t>
            </a:r>
            <a:r>
              <a:rPr lang="de-DE" sz="1500" i="1" dirty="0"/>
              <a:t>(+Anzahl)</a:t>
            </a:r>
          </a:p>
        </p:txBody>
      </p:sp>
      <p:sp>
        <p:nvSpPr>
          <p:cNvPr id="13" name="Denkblase: wolkenförmig 12">
            <a:extLst>
              <a:ext uri="{FF2B5EF4-FFF2-40B4-BE49-F238E27FC236}">
                <a16:creationId xmlns:a16="http://schemas.microsoft.com/office/drawing/2014/main" id="{B9896F79-A9F5-4546-8014-0CA40DE62211}"/>
              </a:ext>
            </a:extLst>
          </p:cNvPr>
          <p:cNvSpPr/>
          <p:nvPr/>
        </p:nvSpPr>
        <p:spPr>
          <a:xfrm>
            <a:off x="9027285" y="5507539"/>
            <a:ext cx="2811878" cy="1185420"/>
          </a:xfrm>
          <a:prstGeom prst="cloudCallout">
            <a:avLst>
              <a:gd name="adj1" fmla="val -96120"/>
              <a:gd name="adj2" fmla="val -21415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Parkkosten</a:t>
            </a:r>
            <a:endParaRPr lang="de-DE" sz="1500" i="1" dirty="0"/>
          </a:p>
        </p:txBody>
      </p:sp>
    </p:spTree>
    <p:extLst>
      <p:ext uri="{BB962C8B-B14F-4D97-AF65-F5344CB8AC3E}">
        <p14:creationId xmlns:p14="http://schemas.microsoft.com/office/powerpoint/2010/main" val="910877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A71DF26-0A4F-4968-BC78-42D648CE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4" y="1466445"/>
            <a:ext cx="8273591" cy="4820082"/>
          </a:xfrm>
          <a:prstGeom prst="rect">
            <a:avLst/>
          </a:prstGeom>
          <a:ln w="1270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5E6DBD6-F173-4490-A79F-743F5D44EB4D}"/>
              </a:ext>
            </a:extLst>
          </p:cNvPr>
          <p:cNvGrpSpPr/>
          <p:nvPr/>
        </p:nvGrpSpPr>
        <p:grpSpPr>
          <a:xfrm>
            <a:off x="6858825" y="894282"/>
            <a:ext cx="4202546" cy="1431637"/>
            <a:chOff x="6858825" y="894282"/>
            <a:chExt cx="4202546" cy="1431637"/>
          </a:xfrm>
        </p:grpSpPr>
        <p:sp>
          <p:nvSpPr>
            <p:cNvPr id="3" name="Pfeil: gestreift nach rechts 2">
              <a:extLst>
                <a:ext uri="{FF2B5EF4-FFF2-40B4-BE49-F238E27FC236}">
                  <a16:creationId xmlns:a16="http://schemas.microsoft.com/office/drawing/2014/main" id="{B16A51E0-C5CC-42F2-9D2A-2A12E3EDA623}"/>
                </a:ext>
              </a:extLst>
            </p:cNvPr>
            <p:cNvSpPr/>
            <p:nvPr/>
          </p:nvSpPr>
          <p:spPr>
            <a:xfrm rot="10800000">
              <a:off x="6858825" y="894282"/>
              <a:ext cx="4202546" cy="1431637"/>
            </a:xfrm>
            <a:prstGeom prst="stripedRightArrow">
              <a:avLst>
                <a:gd name="adj1" fmla="val 50000"/>
                <a:gd name="adj2" fmla="val 70857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F9A90011-83F2-41EC-B7BA-26CC00B7E1FD}"/>
                </a:ext>
              </a:extLst>
            </p:cNvPr>
            <p:cNvSpPr txBox="1"/>
            <p:nvPr/>
          </p:nvSpPr>
          <p:spPr>
            <a:xfrm>
              <a:off x="7440717" y="1286936"/>
              <a:ext cx="3389746" cy="646331"/>
            </a:xfrm>
            <a:prstGeom prst="rect">
              <a:avLst/>
            </a:prstGeom>
            <a:solidFill>
              <a:srgbClr val="8BC167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de-DE" i="1" dirty="0">
                  <a:solidFill>
                    <a:schemeClr val="accent6">
                      <a:lumMod val="50000"/>
                    </a:schemeClr>
                  </a:solidFill>
                </a:rPr>
                <a:t>Ermitteln ob weiter Angebote gewünscht sind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0F2C7FB-18EF-4567-8C2C-B8C40FCDBC7E}"/>
              </a:ext>
            </a:extLst>
          </p:cNvPr>
          <p:cNvGrpSpPr/>
          <p:nvPr/>
        </p:nvGrpSpPr>
        <p:grpSpPr>
          <a:xfrm>
            <a:off x="6858825" y="4620742"/>
            <a:ext cx="4529340" cy="932978"/>
            <a:chOff x="6858825" y="4620742"/>
            <a:chExt cx="4529340" cy="932978"/>
          </a:xfrm>
        </p:grpSpPr>
        <p:sp>
          <p:nvSpPr>
            <p:cNvPr id="7" name="Pfeil: gestreift nach rechts 6">
              <a:extLst>
                <a:ext uri="{FF2B5EF4-FFF2-40B4-BE49-F238E27FC236}">
                  <a16:creationId xmlns:a16="http://schemas.microsoft.com/office/drawing/2014/main" id="{ECDBDB7B-5FC7-4C32-9547-6167487C1DC7}"/>
                </a:ext>
              </a:extLst>
            </p:cNvPr>
            <p:cNvSpPr/>
            <p:nvPr/>
          </p:nvSpPr>
          <p:spPr>
            <a:xfrm rot="10800000">
              <a:off x="6858825" y="4620742"/>
              <a:ext cx="4529340" cy="932978"/>
            </a:xfrm>
            <a:prstGeom prst="stripedRightArrow">
              <a:avLst>
                <a:gd name="adj1" fmla="val 50000"/>
                <a:gd name="adj2" fmla="val 77787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B011B9E-07ED-4B91-809B-27F1F42B5F15}"/>
                </a:ext>
              </a:extLst>
            </p:cNvPr>
            <p:cNvSpPr txBox="1"/>
            <p:nvPr/>
          </p:nvSpPr>
          <p:spPr>
            <a:xfrm>
              <a:off x="7440717" y="4902697"/>
              <a:ext cx="3834957" cy="369332"/>
            </a:xfrm>
            <a:prstGeom prst="rect">
              <a:avLst/>
            </a:prstGeom>
            <a:solidFill>
              <a:srgbClr val="8BC167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de-DE" i="1" dirty="0">
                  <a:solidFill>
                    <a:schemeClr val="accent6">
                      <a:lumMod val="50000"/>
                    </a:schemeClr>
                  </a:solidFill>
                </a:rPr>
                <a:t>Frage nach weiteren Zusatzangeboten </a:t>
              </a:r>
            </a:p>
          </p:txBody>
        </p:sp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07B1DB82-CD06-4E57-A2F7-55EDEEBD1D18}"/>
              </a:ext>
            </a:extLst>
          </p:cNvPr>
          <p:cNvSpPr/>
          <p:nvPr/>
        </p:nvSpPr>
        <p:spPr>
          <a:xfrm>
            <a:off x="679699" y="2755462"/>
            <a:ext cx="7546109" cy="1566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BD359D7-AB1D-448D-BB46-EC6E76EE2C4A}"/>
              </a:ext>
            </a:extLst>
          </p:cNvPr>
          <p:cNvGrpSpPr/>
          <p:nvPr/>
        </p:nvGrpSpPr>
        <p:grpSpPr>
          <a:xfrm>
            <a:off x="6073733" y="2473771"/>
            <a:ext cx="5768112" cy="1848021"/>
            <a:chOff x="6073733" y="2473771"/>
            <a:chExt cx="5768112" cy="1848021"/>
          </a:xfrm>
        </p:grpSpPr>
        <p:sp>
          <p:nvSpPr>
            <p:cNvPr id="10" name="Pfeil: 180-Grad 9">
              <a:extLst>
                <a:ext uri="{FF2B5EF4-FFF2-40B4-BE49-F238E27FC236}">
                  <a16:creationId xmlns:a16="http://schemas.microsoft.com/office/drawing/2014/main" id="{9BD46C78-8096-4889-A3E7-CEDAC360DB5C}"/>
                </a:ext>
              </a:extLst>
            </p:cNvPr>
            <p:cNvSpPr/>
            <p:nvPr/>
          </p:nvSpPr>
          <p:spPr>
            <a:xfrm flipH="1">
              <a:off x="6073733" y="2473771"/>
              <a:ext cx="3860802" cy="743552"/>
            </a:xfrm>
            <a:prstGeom prst="uturnArrow">
              <a:avLst>
                <a:gd name="adj1" fmla="val 19285"/>
                <a:gd name="adj2" fmla="val 25000"/>
                <a:gd name="adj3" fmla="val 25000"/>
                <a:gd name="adj4" fmla="val 43750"/>
                <a:gd name="adj5" fmla="val 90718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D48C580C-8089-4CEB-BBED-F1FA0D687B5D}"/>
                </a:ext>
              </a:extLst>
            </p:cNvPr>
            <p:cNvGrpSpPr/>
            <p:nvPr/>
          </p:nvGrpSpPr>
          <p:grpSpPr>
            <a:xfrm>
              <a:off x="8861494" y="2995530"/>
              <a:ext cx="2980351" cy="1326262"/>
              <a:chOff x="8861494" y="2995530"/>
              <a:chExt cx="2980351" cy="1326262"/>
            </a:xfrm>
          </p:grpSpPr>
          <p:sp>
            <p:nvSpPr>
              <p:cNvPr id="20" name="Flussdiagramm: Dokument 19">
                <a:extLst>
                  <a:ext uri="{FF2B5EF4-FFF2-40B4-BE49-F238E27FC236}">
                    <a16:creationId xmlns:a16="http://schemas.microsoft.com/office/drawing/2014/main" id="{56440122-425D-448C-AFE0-0447E6BE0963}"/>
                  </a:ext>
                </a:extLst>
              </p:cNvPr>
              <p:cNvSpPr/>
              <p:nvPr/>
            </p:nvSpPr>
            <p:spPr>
              <a:xfrm rot="10800000">
                <a:off x="8861494" y="2995530"/>
                <a:ext cx="2885283" cy="1229119"/>
              </a:xfrm>
              <a:prstGeom prst="flowChartDocument">
                <a:avLst/>
              </a:prstGeom>
              <a:solidFill>
                <a:srgbClr val="8BC167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977B60F-5D77-4E3C-9CDE-CDE89BA52438}"/>
                  </a:ext>
                </a:extLst>
              </p:cNvPr>
              <p:cNvSpPr txBox="1"/>
              <p:nvPr/>
            </p:nvSpPr>
            <p:spPr>
              <a:xfrm>
                <a:off x="9135590" y="3398462"/>
                <a:ext cx="270625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chemeClr val="accent6">
                        <a:lumMod val="50000"/>
                      </a:schemeClr>
                    </a:solidFill>
                    <a:latin typeface="Arial Rounded MT Bold" panose="020F0704030504030204" pitchFamily="34" charset="0"/>
                  </a:rPr>
                  <a:t>Zusammensetzung der Zusatzangebote </a:t>
                </a:r>
              </a:p>
              <a:p>
                <a:endParaRPr lang="de-DE" dirty="0"/>
              </a:p>
            </p:txBody>
          </p:sp>
        </p:grpSp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365B9E06-5C6C-4736-904A-6C5E0AE79BF3}"/>
              </a:ext>
            </a:extLst>
          </p:cNvPr>
          <p:cNvSpPr txBox="1"/>
          <p:nvPr/>
        </p:nvSpPr>
        <p:spPr>
          <a:xfrm>
            <a:off x="288234" y="463395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069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feil: nach rechts gekrümmt 3">
            <a:extLst>
              <a:ext uri="{FF2B5EF4-FFF2-40B4-BE49-F238E27FC236}">
                <a16:creationId xmlns:a16="http://schemas.microsoft.com/office/drawing/2014/main" id="{E56EAF45-145C-4C01-943F-8A3F16167A70}"/>
              </a:ext>
            </a:extLst>
          </p:cNvPr>
          <p:cNvSpPr/>
          <p:nvPr/>
        </p:nvSpPr>
        <p:spPr>
          <a:xfrm rot="20159786">
            <a:off x="1163637" y="3835399"/>
            <a:ext cx="1016000" cy="2277961"/>
          </a:xfrm>
          <a:prstGeom prst="curvedRightArrow">
            <a:avLst/>
          </a:prstGeom>
          <a:solidFill>
            <a:srgbClr val="8BC167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Pfeil: nach rechts gekrümmt 4">
            <a:extLst>
              <a:ext uri="{FF2B5EF4-FFF2-40B4-BE49-F238E27FC236}">
                <a16:creationId xmlns:a16="http://schemas.microsoft.com/office/drawing/2014/main" id="{F07D6880-6676-48F9-9B8D-39734D19590F}"/>
              </a:ext>
            </a:extLst>
          </p:cNvPr>
          <p:cNvSpPr/>
          <p:nvPr/>
        </p:nvSpPr>
        <p:spPr>
          <a:xfrm rot="19968071" flipH="1" flipV="1">
            <a:off x="9877582" y="817046"/>
            <a:ext cx="1018001" cy="2340858"/>
          </a:xfrm>
          <a:prstGeom prst="curvedRightArrow">
            <a:avLst/>
          </a:prstGeom>
          <a:solidFill>
            <a:srgbClr val="8BC167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45AC26A-B61B-4641-AB9F-85C81568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2576512"/>
            <a:ext cx="8848725" cy="1704975"/>
          </a:xfrm>
          <a:prstGeom prst="rect">
            <a:avLst/>
          </a:prstGeom>
          <a:ln w="38100" cap="sq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crollen: horizontal 6">
            <a:extLst>
              <a:ext uri="{FF2B5EF4-FFF2-40B4-BE49-F238E27FC236}">
                <a16:creationId xmlns:a16="http://schemas.microsoft.com/office/drawing/2014/main" id="{C10BE60B-466B-4FE9-A321-35FE5900157C}"/>
              </a:ext>
            </a:extLst>
          </p:cNvPr>
          <p:cNvSpPr/>
          <p:nvPr/>
        </p:nvSpPr>
        <p:spPr>
          <a:xfrm>
            <a:off x="2142837" y="508000"/>
            <a:ext cx="7028873" cy="1607127"/>
          </a:xfrm>
          <a:prstGeom prst="horizontalScroll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Berechnung der Gesamtkosten </a:t>
            </a:r>
          </a:p>
        </p:txBody>
      </p:sp>
      <p:sp>
        <p:nvSpPr>
          <p:cNvPr id="11" name="Scrollen: horizontal 10">
            <a:extLst>
              <a:ext uri="{FF2B5EF4-FFF2-40B4-BE49-F238E27FC236}">
                <a16:creationId xmlns:a16="http://schemas.microsoft.com/office/drawing/2014/main" id="{E920ECA6-C6D9-4C64-947F-B89AC36FC20F}"/>
              </a:ext>
            </a:extLst>
          </p:cNvPr>
          <p:cNvSpPr/>
          <p:nvPr/>
        </p:nvSpPr>
        <p:spPr>
          <a:xfrm>
            <a:off x="2794001" y="4614386"/>
            <a:ext cx="5481782" cy="1607127"/>
          </a:xfrm>
          <a:prstGeom prst="horizontalScroll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Erstellung des Barcodes</a:t>
            </a:r>
          </a:p>
        </p:txBody>
      </p:sp>
    </p:spTree>
    <p:extLst>
      <p:ext uri="{BB962C8B-B14F-4D97-AF65-F5344CB8AC3E}">
        <p14:creationId xmlns:p14="http://schemas.microsoft.com/office/powerpoint/2010/main" val="420667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3E85A5-D45A-4788-B778-60E3CEB51DE6}"/>
              </a:ext>
            </a:extLst>
          </p:cNvPr>
          <p:cNvSpPr txBox="1"/>
          <p:nvPr/>
        </p:nvSpPr>
        <p:spPr>
          <a:xfrm>
            <a:off x="2369975" y="2828835"/>
            <a:ext cx="7983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>
                <a:solidFill>
                  <a:schemeClr val="accent6">
                    <a:lumMod val="50000"/>
                  </a:schemeClr>
                </a:solidFill>
              </a:rPr>
              <a:t>Beispielausführung </a:t>
            </a:r>
            <a:endParaRPr lang="de-DE" sz="7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90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C7E28-911D-07DC-BEF6-255FBD3D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9ED4C9D-B88B-774C-A1BE-82AC55F71CC2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1EABE07-205C-8CBE-093C-6FED9DFAC582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0368A8-57E2-BE3B-391D-18A44AD4A0DE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E4A0A25-7040-2F68-4295-5FFF514C889D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DE2BB5A-5702-F4AE-BA00-41DFA22242B5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707F6A-89F7-F34B-57A7-9B55F30D3E73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386729-943F-9155-1797-15D5883F457C}"/>
              </a:ext>
            </a:extLst>
          </p:cNvPr>
          <p:cNvSpPr txBox="1"/>
          <p:nvPr/>
        </p:nvSpPr>
        <p:spPr>
          <a:xfrm>
            <a:off x="-7938760" y="335655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ED25C748-AFA0-10B8-C195-395A6110203E}"/>
              </a:ext>
            </a:extLst>
          </p:cNvPr>
          <p:cNvSpPr/>
          <p:nvPr/>
        </p:nvSpPr>
        <p:spPr>
          <a:xfrm>
            <a:off x="-10762820" y="453471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08D6E650-1274-7087-B133-713A6B045E3E}"/>
              </a:ext>
            </a:extLst>
          </p:cNvPr>
          <p:cNvGraphicFramePr/>
          <p:nvPr/>
        </p:nvGraphicFramePr>
        <p:xfrm>
          <a:off x="13832349" y="1632054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441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24BAEAC-B13E-43E9-B90A-93E513A173C0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CB2E0C4-3336-4001-BC1E-069A0A8DEEC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854B0C3-D662-4B2E-8C59-FD5C7F32E84D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609BBD7-7E8C-4BF5-BE1B-6EB741D492D5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42E9718-2E8A-464F-BE60-1324B2BE4A65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3F7F07D2-E315-46A3-812B-6D5501E55847}"/>
              </a:ext>
            </a:extLst>
          </p:cNvPr>
          <p:cNvSpPr txBox="1">
            <a:spLocks/>
          </p:cNvSpPr>
          <p:nvPr/>
        </p:nvSpPr>
        <p:spPr>
          <a:xfrm>
            <a:off x="2242457" y="-385244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JavaFX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3AD73CE-A705-4042-8531-85AF25573164}"/>
              </a:ext>
            </a:extLst>
          </p:cNvPr>
          <p:cNvSpPr/>
          <p:nvPr/>
        </p:nvSpPr>
        <p:spPr>
          <a:xfrm>
            <a:off x="3185886" y="-4160873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DB6C2709-BFEC-4A74-A3CF-E2BEFCEAD5F2}"/>
              </a:ext>
            </a:extLst>
          </p:cNvPr>
          <p:cNvSpPr txBox="1">
            <a:spLocks/>
          </p:cNvSpPr>
          <p:nvPr/>
        </p:nvSpPr>
        <p:spPr>
          <a:xfrm>
            <a:off x="14724508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B1A97A44-0A2C-42D7-BF73-E91CED484909}"/>
              </a:ext>
            </a:extLst>
          </p:cNvPr>
          <p:cNvSpPr txBox="1">
            <a:spLocks/>
          </p:cNvSpPr>
          <p:nvPr/>
        </p:nvSpPr>
        <p:spPr>
          <a:xfrm>
            <a:off x="14724508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402C3D9-599B-4895-ACCC-7FFEF3C520A4}"/>
              </a:ext>
            </a:extLst>
          </p:cNvPr>
          <p:cNvSpPr/>
          <p:nvPr/>
        </p:nvSpPr>
        <p:spPr>
          <a:xfrm>
            <a:off x="15667937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1AA091B0-59B1-48AB-A38D-41DF0C8FDCFF}"/>
              </a:ext>
            </a:extLst>
          </p:cNvPr>
          <p:cNvSpPr txBox="1">
            <a:spLocks/>
          </p:cNvSpPr>
          <p:nvPr/>
        </p:nvSpPr>
        <p:spPr>
          <a:xfrm>
            <a:off x="14724508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7F60E1D2-A577-41E7-9E92-99E385E5026F}"/>
              </a:ext>
            </a:extLst>
          </p:cNvPr>
          <p:cNvSpPr txBox="1">
            <a:spLocks/>
          </p:cNvSpPr>
          <p:nvPr/>
        </p:nvSpPr>
        <p:spPr>
          <a:xfrm>
            <a:off x="-10203543" y="124454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0675DB49-2515-4917-9BB2-4A2992596DF8}"/>
              </a:ext>
            </a:extLst>
          </p:cNvPr>
          <p:cNvSpPr txBox="1">
            <a:spLocks/>
          </p:cNvSpPr>
          <p:nvPr/>
        </p:nvSpPr>
        <p:spPr>
          <a:xfrm>
            <a:off x="-10203543" y="36140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D47012C-85F9-42BA-BE22-793B738CDFDD}"/>
              </a:ext>
            </a:extLst>
          </p:cNvPr>
          <p:cNvSpPr/>
          <p:nvPr/>
        </p:nvSpPr>
        <p:spPr>
          <a:xfrm>
            <a:off x="-9260114" y="3305574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4FAAAD-8F8F-44F5-B2E0-DBCB9D899E9A}"/>
              </a:ext>
            </a:extLst>
          </p:cNvPr>
          <p:cNvSpPr txBox="1">
            <a:spLocks/>
          </p:cNvSpPr>
          <p:nvPr/>
        </p:nvSpPr>
        <p:spPr>
          <a:xfrm>
            <a:off x="-10882086" y="289717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71F3431-8423-475D-A6E5-937B654424AD}"/>
              </a:ext>
            </a:extLst>
          </p:cNvPr>
          <p:cNvSpPr txBox="1">
            <a:spLocks/>
          </p:cNvSpPr>
          <p:nvPr/>
        </p:nvSpPr>
        <p:spPr>
          <a:xfrm>
            <a:off x="-8969829" y="4443812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97548D9-1E23-4D73-B874-7D35DA82E02E}"/>
              </a:ext>
            </a:extLst>
          </p:cNvPr>
          <p:cNvGrpSpPr/>
          <p:nvPr/>
        </p:nvGrpSpPr>
        <p:grpSpPr>
          <a:xfrm>
            <a:off x="-8691707" y="-9663959"/>
            <a:ext cx="29575414" cy="24896306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29224BD-15DF-4400-B541-374CB2EB1481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166AD2FC-670A-4B92-9BEC-E1C75FE610F3}"/>
                </a:ext>
              </a:extLst>
            </p:cNvPr>
            <p:cNvSpPr/>
            <p:nvPr/>
          </p:nvSpPr>
          <p:spPr>
            <a:xfrm>
              <a:off x="5160819" y="526471"/>
              <a:ext cx="2036620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4D4170DB-803D-4CB5-B241-D3556450C367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54A4A021-B2B7-4AC4-BE1A-3D1A185E78CE}"/>
                </a:ext>
              </a:extLst>
            </p:cNvPr>
            <p:cNvSpPr/>
            <p:nvPr/>
          </p:nvSpPr>
          <p:spPr>
            <a:xfrm>
              <a:off x="7197439" y="1605203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4B48BE90-4171-45E3-B17D-1761A02D99C6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670CC030-27A9-4063-9BCC-854B03E0A2C9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4B53690D-CDFF-4623-BD80-87CB19DC2CA7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1611FE89-FAFF-4904-B5BF-2F1A18656EF4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Ort</a:t>
              </a:r>
            </a:p>
          </p:txBody>
        </p:sp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88FDDDB9-1124-4E84-B7BC-CB61B2313E20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BAE7C4DF-7BAA-4936-AE50-7BE42AFF3A95}"/>
              </a:ext>
            </a:extLst>
          </p:cNvPr>
          <p:cNvGrpSpPr/>
          <p:nvPr/>
        </p:nvGrpSpPr>
        <p:grpSpPr>
          <a:xfrm>
            <a:off x="-8412458" y="-8291351"/>
            <a:ext cx="29423799" cy="22521095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F735A45-C2A0-4BD0-86F9-91B7C109A744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6A67C9B3-E93E-4A46-AC45-C7523E855CDD}"/>
                </a:ext>
              </a:extLst>
            </p:cNvPr>
            <p:cNvSpPr/>
            <p:nvPr/>
          </p:nvSpPr>
          <p:spPr>
            <a:xfrm>
              <a:off x="5160818" y="526471"/>
              <a:ext cx="2126669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38E4C758-13F2-4D84-8E46-3B2367612BE9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27C627B8-2AC9-4B71-A26D-EC7B06954916}"/>
                </a:ext>
              </a:extLst>
            </p:cNvPr>
            <p:cNvSpPr/>
            <p:nvPr/>
          </p:nvSpPr>
          <p:spPr>
            <a:xfrm>
              <a:off x="7197439" y="1605203"/>
              <a:ext cx="182464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6DB524AB-7EC7-429C-9D47-34F3BF54E982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B23B48CF-5F78-4E3D-B4A7-C89C85DF42D3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48" name="Rechteck: abgerundete Ecken 47">
              <a:extLst>
                <a:ext uri="{FF2B5EF4-FFF2-40B4-BE49-F238E27FC236}">
                  <a16:creationId xmlns:a16="http://schemas.microsoft.com/office/drawing/2014/main" id="{0B857283-19D8-4363-A745-5D1A2DB6CFF8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49" name="Rechteck: abgerundete Ecken 48">
              <a:extLst>
                <a:ext uri="{FF2B5EF4-FFF2-40B4-BE49-F238E27FC236}">
                  <a16:creationId xmlns:a16="http://schemas.microsoft.com/office/drawing/2014/main" id="{22565B27-9E0D-486F-B248-5627A62E4D66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Standort</a:t>
              </a:r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2285A91B-C975-4D2A-9C1B-0B1CDCA4BD79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9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342E1C2-EBB7-4B37-BD4E-155968AEED36}"/>
              </a:ext>
            </a:extLst>
          </p:cNvPr>
          <p:cNvGrpSpPr/>
          <p:nvPr/>
        </p:nvGrpSpPr>
        <p:grpSpPr>
          <a:xfrm>
            <a:off x="2621973" y="526471"/>
            <a:ext cx="7049647" cy="5715003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A50CEFF-974F-4D77-A203-28E291C2415D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A392E612-C75B-45BF-8B15-54DFB58C961C}"/>
                </a:ext>
              </a:extLst>
            </p:cNvPr>
            <p:cNvSpPr/>
            <p:nvPr/>
          </p:nvSpPr>
          <p:spPr>
            <a:xfrm>
              <a:off x="5160818" y="526471"/>
              <a:ext cx="2126669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905778CB-10DB-4941-AF35-054A177E9746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5BEC812-5C62-465D-9187-D64325CB8043}"/>
                </a:ext>
              </a:extLst>
            </p:cNvPr>
            <p:cNvSpPr/>
            <p:nvPr/>
          </p:nvSpPr>
          <p:spPr>
            <a:xfrm>
              <a:off x="7197439" y="1605203"/>
              <a:ext cx="182464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F8CAC85E-5A79-42BD-B443-43AD669A89D0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DD344292-20CC-4933-A062-B5D9D2F61287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524EE8F5-E5E1-4088-934C-026D5E104CFB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F913983C-CE74-468D-89E5-CD759C500D96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Standort</a:t>
              </a: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143EFC4C-4DAD-426A-AE60-02D9F31F768D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A0315115-7297-4297-A3FD-31806B7FE084}"/>
              </a:ext>
            </a:extLst>
          </p:cNvPr>
          <p:cNvSpPr txBox="1"/>
          <p:nvPr/>
        </p:nvSpPr>
        <p:spPr>
          <a:xfrm>
            <a:off x="4682259" y="2974461"/>
            <a:ext cx="282748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4000" b="1" u="sng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BankGothic Md BT" panose="020B0807020203060204" pitchFamily="34" charset="0"/>
              </a:rPr>
              <a:t>Tabellen</a:t>
            </a:r>
          </a:p>
        </p:txBody>
      </p:sp>
    </p:spTree>
    <p:extLst>
      <p:ext uri="{BB962C8B-B14F-4D97-AF65-F5344CB8AC3E}">
        <p14:creationId xmlns:p14="http://schemas.microsoft.com/office/powerpoint/2010/main" val="225541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61FEFBA-012D-49BE-91D2-D7D99EAECA2C}"/>
              </a:ext>
            </a:extLst>
          </p:cNvPr>
          <p:cNvGrpSpPr/>
          <p:nvPr/>
        </p:nvGrpSpPr>
        <p:grpSpPr>
          <a:xfrm>
            <a:off x="-8464871" y="-2289362"/>
            <a:ext cx="12709800" cy="12252600"/>
            <a:chOff x="-965200" y="-2219600"/>
            <a:chExt cx="12709800" cy="122526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CD78302-BA68-45B5-9EA6-D090BBEA8672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809D333-7412-4FBF-9214-704AF83EB2F3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0A4A446-0C7A-4FE9-83CF-1933992626B1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FA457CA-FF9F-4407-B628-FEC80C0D6492}"/>
                </a:ext>
              </a:extLst>
            </p:cNvPr>
            <p:cNvSpPr txBox="1"/>
            <p:nvPr/>
          </p:nvSpPr>
          <p:spPr>
            <a:xfrm rot="16200000">
              <a:off x="5655623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AE34C2B7-E3E2-4E1E-9DB7-0C68D8C518E9}"/>
                </a:ext>
              </a:extLst>
            </p:cNvPr>
            <p:cNvSpPr txBox="1"/>
            <p:nvPr/>
          </p:nvSpPr>
          <p:spPr>
            <a:xfrm rot="16200000">
              <a:off x="3966891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F8A6951-77AF-40AB-B264-5261B32F973C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973A01BF-EA19-4FD1-80E8-57F40E50D615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7F4FFA87-7164-4EE7-8796-4D36291EF30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155D189B-CC27-40C0-B1A1-99C74EF4BC36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9" name="Grafik 48">
            <a:extLst>
              <a:ext uri="{FF2B5EF4-FFF2-40B4-BE49-F238E27FC236}">
                <a16:creationId xmlns:a16="http://schemas.microsoft.com/office/drawing/2014/main" id="{3039D48A-0742-4472-812C-B8CD8D30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174" y="-2289362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16B90DB9-A37E-408B-B557-12A56324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3" y="7249351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97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61FEFBA-012D-49BE-91D2-D7D99EAECA2C}"/>
              </a:ext>
            </a:extLst>
          </p:cNvPr>
          <p:cNvGrpSpPr/>
          <p:nvPr/>
        </p:nvGrpSpPr>
        <p:grpSpPr>
          <a:xfrm>
            <a:off x="-8464871" y="-2289362"/>
            <a:ext cx="12709800" cy="12252600"/>
            <a:chOff x="-965200" y="-2219600"/>
            <a:chExt cx="12709800" cy="122526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CD78302-BA68-45B5-9EA6-D090BBEA8672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809D333-7412-4FBF-9214-704AF83EB2F3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0A4A446-0C7A-4FE9-83CF-1933992626B1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FA457CA-FF9F-4407-B628-FEC80C0D6492}"/>
                </a:ext>
              </a:extLst>
            </p:cNvPr>
            <p:cNvSpPr txBox="1"/>
            <p:nvPr/>
          </p:nvSpPr>
          <p:spPr>
            <a:xfrm rot="16200000">
              <a:off x="5655623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AE34C2B7-E3E2-4E1E-9DB7-0C68D8C518E9}"/>
                </a:ext>
              </a:extLst>
            </p:cNvPr>
            <p:cNvSpPr txBox="1"/>
            <p:nvPr/>
          </p:nvSpPr>
          <p:spPr>
            <a:xfrm rot="16200000">
              <a:off x="3966891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F8A6951-77AF-40AB-B264-5261B32F973C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973A01BF-EA19-4FD1-80E8-57F40E50D615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7F4FFA87-7164-4EE7-8796-4D36291EF30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155D189B-CC27-40C0-B1A1-99C74EF4BC36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9" name="Grafik 48">
            <a:extLst>
              <a:ext uri="{FF2B5EF4-FFF2-40B4-BE49-F238E27FC236}">
                <a16:creationId xmlns:a16="http://schemas.microsoft.com/office/drawing/2014/main" id="{3039D48A-0742-4472-812C-B8CD8D30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4" y="1438969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16B90DB9-A37E-408B-B557-12A56324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3" y="3746171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C44B25F-F1CF-433E-A624-C0B7E15B9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-2685855"/>
            <a:ext cx="5223359" cy="201015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39DE820-24B9-41F5-8CE1-18CF13ED9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0149" y="7067448"/>
            <a:ext cx="5223359" cy="20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87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55EB77C-18EA-43B2-BC00-1F8211F2071B}"/>
              </a:ext>
            </a:extLst>
          </p:cNvPr>
          <p:cNvGrpSpPr/>
          <p:nvPr/>
        </p:nvGrpSpPr>
        <p:grpSpPr>
          <a:xfrm rot="5400000">
            <a:off x="-8173649" y="-3493111"/>
            <a:ext cx="12709800" cy="12252601"/>
            <a:chOff x="-965200" y="-2219601"/>
            <a:chExt cx="12709800" cy="12252601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4D4081E-0725-4249-BDCC-DB52B898484C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169CEDF-736A-44B0-9321-98DD071B2748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0AD0CBD1-296C-48D5-99C6-0AD8269EFD06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46A89089-97A2-46DA-A1CC-8FBBA30B4434}"/>
                </a:ext>
              </a:extLst>
            </p:cNvPr>
            <p:cNvSpPr txBox="1"/>
            <p:nvPr/>
          </p:nvSpPr>
          <p:spPr>
            <a:xfrm rot="16200000">
              <a:off x="5572869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2A86D614-4BA2-4125-87FE-4D62E2232B8D}"/>
                </a:ext>
              </a:extLst>
            </p:cNvPr>
            <p:cNvSpPr txBox="1"/>
            <p:nvPr/>
          </p:nvSpPr>
          <p:spPr>
            <a:xfrm rot="16200000">
              <a:off x="3976803" y="-1112300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D820170F-AA44-49D9-866A-FC64A80C8AF3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81C58E71-82D8-45EF-B8D9-6ABFBBC041D3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CFA54112-C8A1-476A-B202-D5CDC5C63FC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CD359C0-DEEF-4043-A143-18E8A2E5B27A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6" name="Grafik 45">
            <a:extLst>
              <a:ext uri="{FF2B5EF4-FFF2-40B4-BE49-F238E27FC236}">
                <a16:creationId xmlns:a16="http://schemas.microsoft.com/office/drawing/2014/main" id="{FC7AF52A-C9A4-4587-BFBA-95D7574B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0" y="8988090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F7ECD915-0851-4278-96E8-14EAE655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-4600954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F89163B-49DF-43BF-AC60-EDB338F77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50" y="1200345"/>
            <a:ext cx="5223359" cy="2010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69F949-2FDE-49B4-91FF-C80027B14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49" y="3747791"/>
            <a:ext cx="5223359" cy="2067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9FBEDD30-23EE-43E8-BC0D-BB8A3D093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349" y="-4414899"/>
            <a:ext cx="6277632" cy="1572432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398D54F5-DDF6-4D79-8B68-0A37FCC41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73100" y="9099659"/>
            <a:ext cx="2171701" cy="16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5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F704455-F0AF-4961-B827-6FFC2B3ECD2D}"/>
              </a:ext>
            </a:extLst>
          </p:cNvPr>
          <p:cNvGrpSpPr/>
          <p:nvPr/>
        </p:nvGrpSpPr>
        <p:grpSpPr>
          <a:xfrm rot="10800000">
            <a:off x="-7056985" y="-3187375"/>
            <a:ext cx="12709800" cy="12134613"/>
            <a:chOff x="-965200" y="-2101612"/>
            <a:chExt cx="12709800" cy="12134613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46DB566-838B-43F0-8761-E5E3503B22D3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6E4F21D-B59D-49B9-8B46-CE6163019AFA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8D619D4-29AF-43E0-A786-8B819B8D8A89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FAE25295-91A1-4CBF-A2C0-A6013789F83E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6A73ED00-821F-43C5-AFAC-781791E51FA5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A295C61E-F4A3-4349-805E-F6AF4C1A20DF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E12F3242-9EB2-4B42-84BD-B9D7CC6D0761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5DEA6C1-B97F-4C15-A902-ED3E5F94BD86}"/>
                </a:ext>
              </a:extLst>
            </p:cNvPr>
            <p:cNvSpPr txBox="1"/>
            <p:nvPr/>
          </p:nvSpPr>
          <p:spPr>
            <a:xfrm rot="5400000">
              <a:off x="5548083" y="7602417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284EB467-AF6C-44BA-A317-40ED4F442238}"/>
                </a:ext>
              </a:extLst>
            </p:cNvPr>
            <p:cNvSpPr txBox="1"/>
            <p:nvPr/>
          </p:nvSpPr>
          <p:spPr>
            <a:xfrm rot="5400000">
              <a:off x="3456079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A019C4AA-1C96-422D-A98A-30D3571A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9" y="-2067580"/>
            <a:ext cx="5223359" cy="206758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98AED63D-DECA-4022-A64E-2537C07F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99" y="7031525"/>
            <a:ext cx="5223359" cy="201015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82E2020-64A1-4A09-896C-8C073024D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12" y="1825884"/>
            <a:ext cx="6277632" cy="1572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7FE5613-55CE-4204-B088-5F1A1A4F0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412" y="3903652"/>
            <a:ext cx="2171701" cy="1628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20674047-038A-4F31-9342-34151087E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6974" y="-2549806"/>
            <a:ext cx="5878691" cy="1758473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F1339022-109A-4719-BDB9-DE4649C1E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6608" y="7562938"/>
            <a:ext cx="3479421" cy="16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0DEDB35-9643-4B5C-B0DB-CB8264456F56}"/>
              </a:ext>
            </a:extLst>
          </p:cNvPr>
          <p:cNvGrpSpPr/>
          <p:nvPr/>
        </p:nvGrpSpPr>
        <p:grpSpPr>
          <a:xfrm rot="16200000">
            <a:off x="-7100529" y="-1924633"/>
            <a:ext cx="12709800" cy="12134613"/>
            <a:chOff x="-965200" y="-2101612"/>
            <a:chExt cx="12709800" cy="12134613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F6F2ED6-C5D1-4E9A-9D52-CADECE94B677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DE13B60-4E3D-4D91-BE55-AF97569E228F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E84C0B9-7EB8-4EDA-B436-22DE04014537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56828804-674C-476A-BFA5-B97E403E5193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3AF7FD4-ECC0-40A7-9190-682492474298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8F871E28-F3C8-4496-B689-8C32E136B434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2D323DE-1098-4068-AB57-EB7FAC439AA6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0DAA34B-120D-4D5D-B258-60D9AC8E7B19}"/>
                </a:ext>
              </a:extLst>
            </p:cNvPr>
            <p:cNvSpPr txBox="1"/>
            <p:nvPr/>
          </p:nvSpPr>
          <p:spPr>
            <a:xfrm rot="5400000">
              <a:off x="5548085" y="7575958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154490CF-B689-438A-98CB-A0306F784F09}"/>
                </a:ext>
              </a:extLst>
            </p:cNvPr>
            <p:cNvSpPr txBox="1"/>
            <p:nvPr/>
          </p:nvSpPr>
          <p:spPr>
            <a:xfrm rot="5400000">
              <a:off x="3412362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FE08B31-673C-440B-A311-A36C2CADC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112" y="-2334795"/>
            <a:ext cx="2171701" cy="162877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60E5F7B-F6BA-40DB-A193-83E887869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2162" y="6211265"/>
            <a:ext cx="6277632" cy="157243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B435CE4-AFE0-4EF7-8889-8141929B7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74" y="1670526"/>
            <a:ext cx="5878691" cy="1758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EAC946A-BBD5-47C6-9F3D-6AE506489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208" y="3697611"/>
            <a:ext cx="3479421" cy="1674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3F01D2-2858-AB34-2439-96AAA11CB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95847"/>
            <a:ext cx="12192000" cy="633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291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0DEDB35-9643-4B5C-B0DB-CB8264456F56}"/>
              </a:ext>
            </a:extLst>
          </p:cNvPr>
          <p:cNvGrpSpPr/>
          <p:nvPr/>
        </p:nvGrpSpPr>
        <p:grpSpPr>
          <a:xfrm rot="16200000">
            <a:off x="-12779436" y="-2085053"/>
            <a:ext cx="12709800" cy="12134613"/>
            <a:chOff x="-965200" y="-2101612"/>
            <a:chExt cx="12709800" cy="12134613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F6F2ED6-C5D1-4E9A-9D52-CADECE94B677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DE13B60-4E3D-4D91-BE55-AF97569E228F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E84C0B9-7EB8-4EDA-B436-22DE04014537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56828804-674C-476A-BFA5-B97E403E5193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3AF7FD4-ECC0-40A7-9190-682492474298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8F871E28-F3C8-4496-B689-8C32E136B434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2D323DE-1098-4068-AB57-EB7FAC439AA6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0DAA34B-120D-4D5D-B258-60D9AC8E7B19}"/>
                </a:ext>
              </a:extLst>
            </p:cNvPr>
            <p:cNvSpPr txBox="1"/>
            <p:nvPr/>
          </p:nvSpPr>
          <p:spPr>
            <a:xfrm rot="5400000">
              <a:off x="5548085" y="7575958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154490CF-B689-438A-98CB-A0306F784F09}"/>
                </a:ext>
              </a:extLst>
            </p:cNvPr>
            <p:cNvSpPr txBox="1"/>
            <p:nvPr/>
          </p:nvSpPr>
          <p:spPr>
            <a:xfrm rot="5400000">
              <a:off x="3412362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DB435CE4-AFE0-4EF7-8889-8141929B7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7524" y="7603937"/>
            <a:ext cx="5878691" cy="17584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EAC946A-BBD5-47C6-9F3D-6AE50648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419" y="-1914805"/>
            <a:ext cx="3479421" cy="167479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BC5A54E-1234-AD78-6D3F-BF82FCFC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953"/>
            <a:ext cx="12192000" cy="633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7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31751-83E5-A071-455E-905706C9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EEAC20A-E83C-3A0C-31DD-ED905158C8A9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E4C42A9-D883-097A-2468-D5E5F725A83E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DCEF806-0837-5A89-F59F-1C60D64EC417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C37D452B-F985-85CC-EF97-D16DF81EABEA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263712A-A01F-2FAA-7B6D-2A785C3341FC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8119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8586F-3E51-EEE0-84E5-46D501A0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9BCD4119-A3B1-848E-1FE2-E22CC7B69DBC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16D58D6-E2A8-6C48-7176-330881BC601D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4272FE8-193D-FC2D-C4EE-C302D2CF3764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4901CBB-AE6C-1E3B-6AA5-F0285B62DD56}"/>
              </a:ext>
            </a:extLst>
          </p:cNvPr>
          <p:cNvSpPr txBox="1">
            <a:spLocks/>
          </p:cNvSpPr>
          <p:nvPr/>
        </p:nvSpPr>
        <p:spPr>
          <a:xfrm>
            <a:off x="1563914" y="104714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4EB933-4D04-C74A-70BA-1BCEF1D56703}"/>
              </a:ext>
            </a:extLst>
          </p:cNvPr>
          <p:cNvSpPr txBox="1">
            <a:spLocks/>
          </p:cNvSpPr>
          <p:nvPr/>
        </p:nvSpPr>
        <p:spPr>
          <a:xfrm>
            <a:off x="3476171" y="4258809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27B5BD33-2F76-4D5D-5CE5-4551C8FF86F2}"/>
              </a:ext>
            </a:extLst>
          </p:cNvPr>
          <p:cNvSpPr txBox="1">
            <a:spLocks/>
          </p:cNvSpPr>
          <p:nvPr/>
        </p:nvSpPr>
        <p:spPr>
          <a:xfrm>
            <a:off x="13862957" y="897556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84E6D9D-AE38-9346-7A8D-5CE67936CF5A}"/>
              </a:ext>
            </a:extLst>
          </p:cNvPr>
          <p:cNvSpPr txBox="1">
            <a:spLocks/>
          </p:cNvSpPr>
          <p:nvPr/>
        </p:nvSpPr>
        <p:spPr>
          <a:xfrm>
            <a:off x="13862957" y="326701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D4D5089-BDD6-5833-0F60-F25F3420ECAB}"/>
              </a:ext>
            </a:extLst>
          </p:cNvPr>
          <p:cNvSpPr/>
          <p:nvPr/>
        </p:nvSpPr>
        <p:spPr>
          <a:xfrm>
            <a:off x="14806386" y="2958585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A17D16C3-D0A9-9C1D-6D27-4AF8C2B849F2}"/>
              </a:ext>
            </a:extLst>
          </p:cNvPr>
          <p:cNvSpPr txBox="1">
            <a:spLocks/>
          </p:cNvSpPr>
          <p:nvPr/>
        </p:nvSpPr>
        <p:spPr>
          <a:xfrm>
            <a:off x="13862957" y="-2648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80EFB9BE-04AD-2CC6-97E6-95B2F450D3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725029"/>
              </p:ext>
            </p:extLst>
          </p:nvPr>
        </p:nvGraphicFramePr>
        <p:xfrm>
          <a:off x="-11713029" y="557680"/>
          <a:ext cx="110553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0566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5A98F39B-6899-797C-EBE2-F0587D43E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152609"/>
              </p:ext>
            </p:extLst>
          </p:nvPr>
        </p:nvGraphicFramePr>
        <p:xfrm>
          <a:off x="501650" y="675216"/>
          <a:ext cx="110553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E8CE7F2E-4F6B-2614-1E5B-F0251EE405BF}"/>
              </a:ext>
            </a:extLst>
          </p:cNvPr>
          <p:cNvSpPr txBox="1">
            <a:spLocks/>
          </p:cNvSpPr>
          <p:nvPr/>
        </p:nvSpPr>
        <p:spPr>
          <a:xfrm>
            <a:off x="13970000" y="1354967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F27EBCE-6E32-5DD8-96A9-4FA81B513363}"/>
              </a:ext>
            </a:extLst>
          </p:cNvPr>
          <p:cNvSpPr txBox="1">
            <a:spLocks/>
          </p:cNvSpPr>
          <p:nvPr/>
        </p:nvSpPr>
        <p:spPr>
          <a:xfrm>
            <a:off x="13970000" y="372442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CC36E97-766C-C15E-E5CB-AEF19A7B8A4F}"/>
              </a:ext>
            </a:extLst>
          </p:cNvPr>
          <p:cNvSpPr/>
          <p:nvPr/>
        </p:nvSpPr>
        <p:spPr>
          <a:xfrm>
            <a:off x="14913429" y="3415996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3F939-B15F-7C85-24B3-D4105E15EBD2}"/>
              </a:ext>
            </a:extLst>
          </p:cNvPr>
          <p:cNvSpPr txBox="1">
            <a:spLocks/>
          </p:cNvSpPr>
          <p:nvPr/>
        </p:nvSpPr>
        <p:spPr>
          <a:xfrm>
            <a:off x="13291457" y="400139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0BB8582A-BDA4-6326-823F-39204653D59C}"/>
              </a:ext>
            </a:extLst>
          </p:cNvPr>
          <p:cNvSpPr txBox="1">
            <a:spLocks/>
          </p:cNvSpPr>
          <p:nvPr/>
        </p:nvSpPr>
        <p:spPr>
          <a:xfrm>
            <a:off x="15203714" y="4554234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58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E6EF3-E227-7134-3FAA-DB676CA1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04" y="-176052"/>
            <a:ext cx="9686532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Einstiegspunkt der Anwendung </a:t>
            </a:r>
            <a:endParaRPr lang="de-DE" sz="5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584AE7B-9625-48B4-995A-0DDF58A1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03" b="1"/>
          <a:stretch>
            <a:fillRect/>
          </a:stretch>
        </p:blipFill>
        <p:spPr>
          <a:xfrm>
            <a:off x="6096000" y="1617052"/>
            <a:ext cx="5319062" cy="431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oup 15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Inhaltsplatzhalter 3">
            <a:extLst>
              <a:ext uri="{FF2B5EF4-FFF2-40B4-BE49-F238E27FC236}">
                <a16:creationId xmlns:a16="http://schemas.microsoft.com/office/drawing/2014/main" id="{428629BE-210C-BFDF-5753-294CBF652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565363"/>
              </p:ext>
            </p:extLst>
          </p:nvPr>
        </p:nvGraphicFramePr>
        <p:xfrm>
          <a:off x="1000125" y="1484609"/>
          <a:ext cx="4597400" cy="440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A39473F3-1828-296E-693E-2CEA9D30424E}"/>
              </a:ext>
            </a:extLst>
          </p:cNvPr>
          <p:cNvSpPr/>
          <p:nvPr/>
        </p:nvSpPr>
        <p:spPr>
          <a:xfrm>
            <a:off x="-167414" y="6680568"/>
            <a:ext cx="12673275" cy="66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111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D8D27234-6EA0-23DD-8A97-18F82D8CC926}"/>
              </a:ext>
            </a:extLst>
          </p:cNvPr>
          <p:cNvSpPr/>
          <p:nvPr/>
        </p:nvSpPr>
        <p:spPr>
          <a:xfrm>
            <a:off x="1966745" y="5143007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26" name="Pfeil: gestreift nach rechts 25">
            <a:extLst>
              <a:ext uri="{FF2B5EF4-FFF2-40B4-BE49-F238E27FC236}">
                <a16:creationId xmlns:a16="http://schemas.microsoft.com/office/drawing/2014/main" id="{7659834F-9F70-3750-7816-AE198FA3B371}"/>
              </a:ext>
            </a:extLst>
          </p:cNvPr>
          <p:cNvSpPr/>
          <p:nvPr/>
        </p:nvSpPr>
        <p:spPr>
          <a:xfrm>
            <a:off x="2027423" y="4798304"/>
            <a:ext cx="2343198" cy="8191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61258AC-954D-4AFD-94F8-DA596FC2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3" y="-119589"/>
            <a:ext cx="5963364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4F55C59-4170-3EBD-7C24-0564C056669E}"/>
              </a:ext>
            </a:extLst>
          </p:cNvPr>
          <p:cNvGrpSpPr/>
          <p:nvPr/>
        </p:nvGrpSpPr>
        <p:grpSpPr>
          <a:xfrm>
            <a:off x="619125" y="2067601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F23CF71A-292A-59DF-CC90-F31EA373A341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4BB28480-4077-7F74-BBEA-0B3E44A0104B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D184A0C-9A64-20E0-8E3D-C9836ABE80EB}"/>
              </a:ext>
            </a:extLst>
          </p:cNvPr>
          <p:cNvGrpSpPr/>
          <p:nvPr/>
        </p:nvGrpSpPr>
        <p:grpSpPr>
          <a:xfrm>
            <a:off x="6861459" y="2067601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D89AAC3B-CCDE-6CA9-C835-A85EE2B78D74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A8DDA55-FB79-4E90-9DE7-CDA017F817C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17FB5A97-F1D6-D3A1-9B51-98859991DE6F}"/>
              </a:ext>
            </a:extLst>
          </p:cNvPr>
          <p:cNvSpPr txBox="1">
            <a:spLocks/>
          </p:cNvSpPr>
          <p:nvPr/>
        </p:nvSpPr>
        <p:spPr>
          <a:xfrm>
            <a:off x="2926501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2CB3A59-6D77-26EC-BB8D-2A45BFB24DF5}"/>
              </a:ext>
            </a:extLst>
          </p:cNvPr>
          <p:cNvSpPr txBox="1">
            <a:spLocks/>
          </p:cNvSpPr>
          <p:nvPr/>
        </p:nvSpPr>
        <p:spPr>
          <a:xfrm>
            <a:off x="1966745" y="5080239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sp>
        <p:nvSpPr>
          <p:cNvPr id="25" name="Rechteck: gefaltete Ecke 24">
            <a:extLst>
              <a:ext uri="{FF2B5EF4-FFF2-40B4-BE49-F238E27FC236}">
                <a16:creationId xmlns:a16="http://schemas.microsoft.com/office/drawing/2014/main" id="{99252D13-B167-6C4A-DF2D-D2D531FF46B0}"/>
              </a:ext>
            </a:extLst>
          </p:cNvPr>
          <p:cNvSpPr/>
          <p:nvPr/>
        </p:nvSpPr>
        <p:spPr>
          <a:xfrm>
            <a:off x="1476676" y="4611567"/>
            <a:ext cx="4038599" cy="1162178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26F07A1-319F-4536-9FF8-1C9468F0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68" y="4321250"/>
            <a:ext cx="9548974" cy="17308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0968649"/>
      </p:ext>
    </p:extLst>
  </p:cSld>
  <p:clrMapOvr>
    <a:masterClrMapping/>
  </p:clrMapOvr>
  <p:transition spd="slow">
    <p:push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90546-3A06-8494-9246-6A015FF9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12A838D-439B-EDF3-EDB0-D1CEED7D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3" y="-119589"/>
            <a:ext cx="6227424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B3E6385-18AB-925E-6D16-1551067A9D11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75468C6B-49D6-694E-445E-70A87421F2C3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FABF1E6-60B2-930F-6D8D-832CCE684BCC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AAA0C6D-2C4D-4520-69F8-9BFEC71254E7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3B099BB-8BFF-5F14-DD93-C85F72F77518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8989D80-BE8C-EDC5-48B8-EAC94DE7AE4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010FD1FC-8737-4D35-ECAE-014899F85D15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31" name="Rechteck: gefaltete Ecke 30">
            <a:extLst>
              <a:ext uri="{FF2B5EF4-FFF2-40B4-BE49-F238E27FC236}">
                <a16:creationId xmlns:a16="http://schemas.microsoft.com/office/drawing/2014/main" id="{689F79CA-BB13-37CD-14F9-E7C81729224A}"/>
              </a:ext>
            </a:extLst>
          </p:cNvPr>
          <p:cNvSpPr/>
          <p:nvPr/>
        </p:nvSpPr>
        <p:spPr>
          <a:xfrm>
            <a:off x="1780705" y="2311190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30" name="Pfeil: gestreift nach rechts 29">
            <a:extLst>
              <a:ext uri="{FF2B5EF4-FFF2-40B4-BE49-F238E27FC236}">
                <a16:creationId xmlns:a16="http://schemas.microsoft.com/office/drawing/2014/main" id="{0B71A6A4-2DC1-8823-4CC2-6827BF256FA8}"/>
              </a:ext>
            </a:extLst>
          </p:cNvPr>
          <p:cNvSpPr/>
          <p:nvPr/>
        </p:nvSpPr>
        <p:spPr>
          <a:xfrm>
            <a:off x="1780705" y="1916136"/>
            <a:ext cx="2857969" cy="1162179"/>
          </a:xfrm>
          <a:prstGeom prst="stripedRightArrow">
            <a:avLst>
              <a:gd name="adj1" fmla="val 50000"/>
              <a:gd name="adj2" fmla="val 5465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468C7470-ECD6-80F0-C774-0C379D128CB8}"/>
              </a:ext>
            </a:extLst>
          </p:cNvPr>
          <p:cNvSpPr/>
          <p:nvPr/>
        </p:nvSpPr>
        <p:spPr>
          <a:xfrm>
            <a:off x="695358" y="1887863"/>
            <a:ext cx="4038599" cy="1303012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C0DE47A-1DB6-DAA7-B1B0-D4E61FE7DFB2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0914AEC-DAA5-B5BA-845E-EC4FCAB1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1AFCAEE-B9BC-54FB-08A4-DDCCE0D43DEA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887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FD6B4-3FF4-E2A2-42F5-74F21169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81CC6D0-944F-A920-3A94-8F8525ED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089107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C0493DE-0497-8ECE-C2FB-AFFE3505ABF3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BBFFB51-6687-2175-FA03-DB4DD47A8DA9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EB8D26FD-52FF-A638-4E7B-1C2F95F2B8DD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3316068-E5FD-702D-156E-8A140FE833EE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A9852F8-8B57-EB0C-A8A9-F3AF77ABA865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FD56285-87F2-E59E-EBBF-4D83590B74B6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3" name="Rechteck: gefaltete Ecke 2">
            <a:extLst>
              <a:ext uri="{FF2B5EF4-FFF2-40B4-BE49-F238E27FC236}">
                <a16:creationId xmlns:a16="http://schemas.microsoft.com/office/drawing/2014/main" id="{2C8CEA69-E3C8-E627-9C24-F10EE2BF7B7C}"/>
              </a:ext>
            </a:extLst>
          </p:cNvPr>
          <p:cNvSpPr/>
          <p:nvPr/>
        </p:nvSpPr>
        <p:spPr>
          <a:xfrm>
            <a:off x="5186682" y="2427449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646B6BC3-4946-E0DC-C25F-B897D0581385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1AE3CEA7-63BD-603D-A1DA-6DDB919EF8CA}"/>
              </a:ext>
            </a:extLst>
          </p:cNvPr>
          <p:cNvSpPr/>
          <p:nvPr/>
        </p:nvSpPr>
        <p:spPr>
          <a:xfrm>
            <a:off x="4922752" y="2031854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D48C2D36-20B2-5187-AF98-18B8C3D18CE6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D8AA57B-D7CF-2B93-095E-F2D4FD0E4FC6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F9E9842-35B0-F8CA-1280-6CB34A8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C60F4DF-94CF-4F7D-17B6-2C5BD94DD111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54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24E73-696C-062A-731A-4D90467E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gefaltete Ecke 2">
            <a:extLst>
              <a:ext uri="{FF2B5EF4-FFF2-40B4-BE49-F238E27FC236}">
                <a16:creationId xmlns:a16="http://schemas.microsoft.com/office/drawing/2014/main" id="{8E626AB8-9525-6B85-72B4-1C92AC7A8A9D}"/>
              </a:ext>
            </a:extLst>
          </p:cNvPr>
          <p:cNvSpPr/>
          <p:nvPr/>
        </p:nvSpPr>
        <p:spPr>
          <a:xfrm>
            <a:off x="7897153" y="2191911"/>
            <a:ext cx="4038599" cy="892165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u="sng" dirty="0"/>
              <a:t>Festle</a:t>
            </a:r>
            <a:r>
              <a:rPr lang="de-DE" sz="2200" dirty="0"/>
              <a:t>g</a:t>
            </a:r>
            <a:r>
              <a:rPr lang="de-DE" sz="2200" u="sng" dirty="0"/>
              <a:t>un</a:t>
            </a:r>
            <a:r>
              <a:rPr lang="de-DE" sz="2200" dirty="0"/>
              <a:t>g: welche </a:t>
            </a:r>
            <a:r>
              <a:rPr lang="de-DE" sz="2200" b="1" dirty="0" err="1"/>
              <a:t>TableColumn</a:t>
            </a:r>
            <a:r>
              <a:rPr lang="de-DE" sz="2200" b="1" dirty="0"/>
              <a:t> </a:t>
            </a:r>
            <a:r>
              <a:rPr lang="de-DE" sz="2200" dirty="0"/>
              <a:t>welches Datenfeld anzeigt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D25F060-B69A-B463-4A46-F1D705F0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114255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EB90EA9-FFD3-A28D-5F0C-26476AB5292B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ED0418C-F74F-2B00-FA89-1144184B1E08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712A63CF-982A-B4CD-CBCA-26ECA2CC64DD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300F0C1-0E9D-6981-3DF2-9F302A458447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C59CBBC-F01E-4C31-5920-6A58C1CB8719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69E1DA4-3179-328A-4F6B-4E367013C5F9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E50DB956-2E69-3A4E-0497-3B33EEE9222A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1624C80D-6FBF-F801-819C-1EE5F4AD188D}"/>
              </a:ext>
            </a:extLst>
          </p:cNvPr>
          <p:cNvSpPr/>
          <p:nvPr/>
        </p:nvSpPr>
        <p:spPr>
          <a:xfrm>
            <a:off x="4990785" y="1961719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935656DF-F2BB-6683-4FE4-E98D5A833844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ADD10BB-4773-0028-2A0C-6BE0615F99EE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E12D364-7EB0-C771-3CE8-1DB484F33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B53B3FF-7D5F-C5BA-52F2-93E84FD44134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enkblase: wolkenförmig 6">
            <a:extLst>
              <a:ext uri="{FF2B5EF4-FFF2-40B4-BE49-F238E27FC236}">
                <a16:creationId xmlns:a16="http://schemas.microsoft.com/office/drawing/2014/main" id="{8BCC2670-0A3F-B796-11BD-B4F50B8DD475}"/>
              </a:ext>
            </a:extLst>
          </p:cNvPr>
          <p:cNvSpPr/>
          <p:nvPr/>
        </p:nvSpPr>
        <p:spPr>
          <a:xfrm>
            <a:off x="3642536" y="-1896068"/>
            <a:ext cx="3172601" cy="1604622"/>
          </a:xfrm>
          <a:prstGeom prst="cloudCallout">
            <a:avLst>
              <a:gd name="adj1" fmla="val 58427"/>
              <a:gd name="adj2" fmla="val 5062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Dafür werden </a:t>
            </a:r>
            <a:r>
              <a:rPr lang="de-DE" b="1" dirty="0" err="1"/>
              <a:t>CellValueFactorys</a:t>
            </a:r>
            <a:r>
              <a:rPr lang="de-DE" dirty="0"/>
              <a:t> verwendet </a:t>
            </a:r>
          </a:p>
        </p:txBody>
      </p:sp>
    </p:spTree>
    <p:extLst>
      <p:ext uri="{BB962C8B-B14F-4D97-AF65-F5344CB8AC3E}">
        <p14:creationId xmlns:p14="http://schemas.microsoft.com/office/powerpoint/2010/main" val="41922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CC321-6F81-F393-480D-E06187F0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52192E9-805D-A080-9BBE-F1023284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001087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C817A04-975E-B642-0FCE-25BFAE5ADB58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3D023DE1-CA8D-F21E-2E02-F1F23A3A0CEF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22F3D7DD-5C3B-F929-C7DC-6FE3D250C0D9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F271693-9CE6-F76B-6A15-81C695ADED95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115F9FE7-D215-087E-D19E-54B51ECB1F10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16B63709-A932-B94C-0FA6-2E64BD7E329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325A6D76-D980-BBCE-EDF0-735D00C4B00A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2B079544-1C05-EE87-A5A1-719DE66F4526}"/>
              </a:ext>
            </a:extLst>
          </p:cNvPr>
          <p:cNvSpPr/>
          <p:nvPr/>
        </p:nvSpPr>
        <p:spPr>
          <a:xfrm>
            <a:off x="4990785" y="1961719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B3BD619A-6024-2306-8DDF-002F7410E6EC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F3AB225-EDF4-4822-AFF0-8FB5C60538B2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67959ABA-2D6A-10DC-07EC-C37E71D80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46F4187-4037-8C39-7BDB-8EA10C83331B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enkblase: wolkenförmig 6">
            <a:extLst>
              <a:ext uri="{FF2B5EF4-FFF2-40B4-BE49-F238E27FC236}">
                <a16:creationId xmlns:a16="http://schemas.microsoft.com/office/drawing/2014/main" id="{FBD13019-9F35-3E0E-4984-7B53153B6013}"/>
              </a:ext>
            </a:extLst>
          </p:cNvPr>
          <p:cNvSpPr/>
          <p:nvPr/>
        </p:nvSpPr>
        <p:spPr>
          <a:xfrm>
            <a:off x="7515764" y="311367"/>
            <a:ext cx="3172601" cy="1604622"/>
          </a:xfrm>
          <a:prstGeom prst="cloudCallout">
            <a:avLst>
              <a:gd name="adj1" fmla="val 58427"/>
              <a:gd name="adj2" fmla="val 5062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Dafür werden </a:t>
            </a:r>
            <a:r>
              <a:rPr lang="de-DE" b="1" dirty="0" err="1"/>
              <a:t>CellValueFactorys</a:t>
            </a:r>
            <a:r>
              <a:rPr lang="de-DE" dirty="0"/>
              <a:t> verwendet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A8EA0BB-94F2-4A74-8C29-3CCE5FC19E28}"/>
              </a:ext>
            </a:extLst>
          </p:cNvPr>
          <p:cNvCxnSpPr/>
          <p:nvPr/>
        </p:nvCxnSpPr>
        <p:spPr>
          <a:xfrm>
            <a:off x="3248025" y="461962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D29D13F-6D9E-17B4-675C-02ECB7B8ECA4}"/>
              </a:ext>
            </a:extLst>
          </p:cNvPr>
          <p:cNvCxnSpPr/>
          <p:nvPr/>
        </p:nvCxnSpPr>
        <p:spPr>
          <a:xfrm>
            <a:off x="3514725" y="487489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C5C4C3C-B7CF-2B7F-AD66-934353A4D4F7}"/>
              </a:ext>
            </a:extLst>
          </p:cNvPr>
          <p:cNvCxnSpPr/>
          <p:nvPr/>
        </p:nvCxnSpPr>
        <p:spPr>
          <a:xfrm>
            <a:off x="3714750" y="514159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AECCC96-1BBC-A4B8-ED5A-F5BB0BBCB548}"/>
              </a:ext>
            </a:extLst>
          </p:cNvPr>
          <p:cNvCxnSpPr/>
          <p:nvPr/>
        </p:nvCxnSpPr>
        <p:spPr>
          <a:xfrm>
            <a:off x="4162425" y="539305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: gefaltete Ecke 20">
            <a:extLst>
              <a:ext uri="{FF2B5EF4-FFF2-40B4-BE49-F238E27FC236}">
                <a16:creationId xmlns:a16="http://schemas.microsoft.com/office/drawing/2014/main" id="{E1DB1FA4-638C-4865-8A3C-0A5844AD393A}"/>
              </a:ext>
            </a:extLst>
          </p:cNvPr>
          <p:cNvSpPr/>
          <p:nvPr/>
        </p:nvSpPr>
        <p:spPr>
          <a:xfrm>
            <a:off x="7897153" y="2191911"/>
            <a:ext cx="4038599" cy="892165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u="sng" dirty="0"/>
              <a:t>Festle</a:t>
            </a:r>
            <a:r>
              <a:rPr lang="de-DE" sz="2200" dirty="0"/>
              <a:t>g</a:t>
            </a:r>
            <a:r>
              <a:rPr lang="de-DE" sz="2200" u="sng" dirty="0"/>
              <a:t>un</a:t>
            </a:r>
            <a:r>
              <a:rPr lang="de-DE" sz="2200" dirty="0"/>
              <a:t>g: welche </a:t>
            </a:r>
            <a:r>
              <a:rPr lang="de-DE" sz="2200" b="1" dirty="0" err="1"/>
              <a:t>TableColumn</a:t>
            </a:r>
            <a:r>
              <a:rPr lang="de-DE" sz="2200" b="1" dirty="0"/>
              <a:t> </a:t>
            </a:r>
            <a:r>
              <a:rPr lang="de-DE" sz="2200" dirty="0"/>
              <a:t>welches Datenfeld anzeigt </a:t>
            </a:r>
          </a:p>
        </p:txBody>
      </p:sp>
    </p:spTree>
    <p:extLst>
      <p:ext uri="{BB962C8B-B14F-4D97-AF65-F5344CB8AC3E}">
        <p14:creationId xmlns:p14="http://schemas.microsoft.com/office/powerpoint/2010/main" val="2856568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6239E17-0B8E-AD00-68EC-F06102D9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368300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Datenbankanbindung &amp; </a:t>
            </a:r>
            <a:br>
              <a:rPr lang="de-DE" sz="5000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                                  Datenbankaktualisierung </a:t>
            </a:r>
            <a:endParaRPr lang="de-DE" sz="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13C2127-89B7-54E0-FCD3-5529A1E90C5A}"/>
              </a:ext>
            </a:extLst>
          </p:cNvPr>
          <p:cNvSpPr txBox="1">
            <a:spLocks/>
          </p:cNvSpPr>
          <p:nvPr/>
        </p:nvSpPr>
        <p:spPr>
          <a:xfrm>
            <a:off x="863179" y="637152"/>
            <a:ext cx="481190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i="1" dirty="0" err="1"/>
              <a:t>connectToDB</a:t>
            </a:r>
            <a:r>
              <a:rPr lang="de-DE" sz="2700" i="1" dirty="0"/>
              <a:t>() </a:t>
            </a:r>
            <a:r>
              <a:rPr lang="de-DE" sz="2700" dirty="0"/>
              <a:t>erstellt JDBC-Verbindung zu </a:t>
            </a:r>
            <a:r>
              <a:rPr lang="de-DE" sz="2700" i="1" dirty="0" err="1"/>
              <a:t>flughafen.db</a:t>
            </a:r>
            <a:endParaRPr lang="de-DE" sz="2700" i="1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9785A7F-1217-3D62-7203-07AF899274DF}"/>
              </a:ext>
            </a:extLst>
          </p:cNvPr>
          <p:cNvSpPr txBox="1">
            <a:spLocks/>
          </p:cNvSpPr>
          <p:nvPr/>
        </p:nvSpPr>
        <p:spPr>
          <a:xfrm>
            <a:off x="7090228" y="1194692"/>
            <a:ext cx="481190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i="1" dirty="0" err="1"/>
              <a:t>refreshAirlines</a:t>
            </a:r>
            <a:r>
              <a:rPr lang="de-DE" sz="2700" i="1" dirty="0"/>
              <a:t> () </a:t>
            </a:r>
            <a:r>
              <a:rPr lang="de-DE" sz="2700" i="1" dirty="0" err="1"/>
              <a:t>list</a:t>
            </a:r>
            <a:r>
              <a:rPr lang="de-DE" sz="2700" i="1" dirty="0"/>
              <a:t> daten per SELECT * FROM Airlines 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97FC20B-7810-4BB4-B0B8-3C58B2F94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55" y="2797777"/>
            <a:ext cx="6470944" cy="3676769"/>
          </a:xfrm>
          <a:prstGeom prst="rect">
            <a:avLst/>
          </a:prstGeom>
        </p:spPr>
      </p:pic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20609FC5-5576-9B88-3787-08B44296AE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31014"/>
              </p:ext>
            </p:extLst>
          </p:nvPr>
        </p:nvGraphicFramePr>
        <p:xfrm>
          <a:off x="5740400" y="2467428"/>
          <a:ext cx="6988629" cy="4551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1956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B85504B-A179-644C-40C3-3BFF1132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86" y="-121894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CRUD-Operationen</a:t>
            </a:r>
            <a:endParaRPr lang="de-DE" sz="5000" dirty="0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1FB6D0A3-950D-84C8-0481-2D64001FD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659430"/>
              </p:ext>
            </p:extLst>
          </p:nvPr>
        </p:nvGraphicFramePr>
        <p:xfrm>
          <a:off x="0" y="1687398"/>
          <a:ext cx="7234548" cy="4573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4389EF1C-2007-4EC8-9CA2-34C1A085D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635" y="417656"/>
            <a:ext cx="4045527" cy="215330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D8A0A9B-0414-4CF3-8317-7F70964995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2399" y="2755259"/>
            <a:ext cx="3853237" cy="216249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BFF6D1E-77C2-43AC-908A-1E4219DF7E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549" y="5352573"/>
            <a:ext cx="4198613" cy="10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305F9-AD37-954D-7178-5BD670BE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8ED71B6-A7C9-D391-BC15-0526CA21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hinzufügen</a:t>
            </a:r>
            <a:endParaRPr lang="de-DE" sz="50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201A4BF-A5A2-81D7-3C58-63729BB8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17" y="1484687"/>
            <a:ext cx="9023695" cy="480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F7B33D6-128D-6844-4850-5A546706980B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64C7F8E1-6672-F7B0-EC41-9B89826CA25A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5781131A-7AD3-7CFC-DEB2-0C0675A4A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9914D0B6-B48C-DB82-8F0D-2807F93CA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01BD015E-A2BD-781E-2ED6-0877A977A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B6B7AC0D-769A-AA61-EACA-DC579E6B7124}"/>
              </a:ext>
            </a:extLst>
          </p:cNvPr>
          <p:cNvSpPr/>
          <p:nvPr/>
        </p:nvSpPr>
        <p:spPr>
          <a:xfrm>
            <a:off x="369347" y="1309246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8594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75C28-9B94-0D29-0EFB-DB1B5E66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9D71BCC-D248-29A3-C364-B77B2CF3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bearbeiten </a:t>
            </a:r>
            <a:endParaRPr lang="de-DE" sz="50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ED0AE3C-1530-5968-6D2B-1B9AC4BF5F60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F38A4860-9E23-ABC9-F615-FC7EDB5FFC18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2D269CE4-B634-05DC-54E9-1720C08CB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8F49DC54-A4E2-EEFD-8BB7-E9F43D926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E1C469D5-7DED-EBFB-A042-816D119DD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BF470155-9AB6-5312-F797-F8298B7A047D}"/>
              </a:ext>
            </a:extLst>
          </p:cNvPr>
          <p:cNvSpPr/>
          <p:nvPr/>
        </p:nvSpPr>
        <p:spPr>
          <a:xfrm>
            <a:off x="369346" y="2888235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AB32D84-C17A-CF15-7D1E-560B0F96D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928" y="1428162"/>
            <a:ext cx="8768458" cy="4920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501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BFA00-30B4-F8BC-B5AD-7AE7CCF1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67E81AA-2293-50AA-F756-BAAD91B4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löschen </a:t>
            </a:r>
            <a:endParaRPr lang="de-DE" sz="50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946C067-DA00-7146-5643-3FEC08644956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553E1319-FB5B-26A6-60E4-41346536FF62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3923D84D-020C-5E32-BAC9-58C134CB4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D652D496-042A-7F02-EC39-88977C1F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B006B9B4-F274-09CA-EF88-E324D41CA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21BA25AF-03AD-8F30-16D3-DDB8C926B851}"/>
              </a:ext>
            </a:extLst>
          </p:cNvPr>
          <p:cNvSpPr/>
          <p:nvPr/>
        </p:nvSpPr>
        <p:spPr>
          <a:xfrm>
            <a:off x="369346" y="4487160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16682C-837A-03BB-1E56-212165281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3855" y="2271858"/>
            <a:ext cx="10018798" cy="2595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6825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4F6D857-B11D-CFCF-A365-67D06971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006" y="-217248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Hilfsmethoden </a:t>
            </a:r>
            <a:endParaRPr lang="de-DE" sz="500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F621B3F-DE54-3745-5ECA-A1AB3CD3F5EB}"/>
              </a:ext>
            </a:extLst>
          </p:cNvPr>
          <p:cNvGrpSpPr/>
          <p:nvPr/>
        </p:nvGrpSpPr>
        <p:grpSpPr>
          <a:xfrm>
            <a:off x="942006" y="1279066"/>
            <a:ext cx="10815987" cy="5203167"/>
            <a:chOff x="445221" y="1119409"/>
            <a:chExt cx="10815987" cy="52031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C9426034-4E1D-4497-B245-03590F52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221" y="1677139"/>
              <a:ext cx="8554446" cy="4361543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6C080B9-DC9F-4DCC-A440-B725B0C6A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5574" y="3236970"/>
              <a:ext cx="4885634" cy="1241879"/>
            </a:xfrm>
            <a:prstGeom prst="rect">
              <a:avLst/>
            </a:prstGeom>
          </p:spPr>
        </p:pic>
        <p:sp>
          <p:nvSpPr>
            <p:cNvPr id="7" name="Sprechblase: oval 6">
              <a:extLst>
                <a:ext uri="{FF2B5EF4-FFF2-40B4-BE49-F238E27FC236}">
                  <a16:creationId xmlns:a16="http://schemas.microsoft.com/office/drawing/2014/main" id="{8F2CF9A6-43BF-EDC5-5364-A52A921DC233}"/>
                </a:ext>
              </a:extLst>
            </p:cNvPr>
            <p:cNvSpPr/>
            <p:nvPr/>
          </p:nvSpPr>
          <p:spPr>
            <a:xfrm>
              <a:off x="5978160" y="1119409"/>
              <a:ext cx="4194629" cy="1241879"/>
            </a:xfrm>
            <a:prstGeom prst="wedgeEllipseCallout">
              <a:avLst>
                <a:gd name="adj1" fmla="val -58734"/>
                <a:gd name="adj2" fmla="val 765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500" b="1" dirty="0"/>
                <a:t>löscht ausgewählte Einträge</a:t>
              </a:r>
            </a:p>
          </p:txBody>
        </p:sp>
        <p:sp>
          <p:nvSpPr>
            <p:cNvPr id="8" name="Sprechblase: oval 7">
              <a:extLst>
                <a:ext uri="{FF2B5EF4-FFF2-40B4-BE49-F238E27FC236}">
                  <a16:creationId xmlns:a16="http://schemas.microsoft.com/office/drawing/2014/main" id="{BEAA7E96-FEE9-DD9B-6FDB-A5FEF869AF94}"/>
                </a:ext>
              </a:extLst>
            </p:cNvPr>
            <p:cNvSpPr/>
            <p:nvPr/>
          </p:nvSpPr>
          <p:spPr>
            <a:xfrm>
              <a:off x="7066579" y="5080697"/>
              <a:ext cx="4194629" cy="1241879"/>
            </a:xfrm>
            <a:prstGeom prst="wedgeEllipseCallout">
              <a:avLst>
                <a:gd name="adj1" fmla="val 36767"/>
                <a:gd name="adj2" fmla="val -106966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500" b="1" dirty="0"/>
                <a:t>zeigt Fehlermeldung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144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1BD5AF1-BE0E-4CD7-88A2-08C9357E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815" y="-219076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Modellklassen  </a:t>
            </a:r>
            <a:endParaRPr lang="de-DE" sz="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CD684D6-BECC-4A82-B77E-770E144900AA}"/>
              </a:ext>
            </a:extLst>
          </p:cNvPr>
          <p:cNvSpPr txBox="1">
            <a:spLocks/>
          </p:cNvSpPr>
          <p:nvPr/>
        </p:nvSpPr>
        <p:spPr>
          <a:xfrm>
            <a:off x="2603363" y="589025"/>
            <a:ext cx="674947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2700" i="1" dirty="0"/>
          </a:p>
          <a:p>
            <a:pPr marL="457200" indent="-457200">
              <a:buFontTx/>
              <a:buChar char="-"/>
            </a:pPr>
            <a:r>
              <a:rPr lang="de-DE" sz="2700" i="1" dirty="0"/>
              <a:t>Haben Felder, Konstruktor und Getter</a:t>
            </a:r>
          </a:p>
          <a:p>
            <a:pPr marL="457200" indent="-457200">
              <a:buFontTx/>
              <a:buChar char="-"/>
            </a:pPr>
            <a:r>
              <a:rPr lang="de-DE" sz="2700" i="1" dirty="0"/>
              <a:t>Getter werden für JavaFX-Tabellen benötigt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FBD7A8B-D353-45FD-BFC5-ED64F298D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314193"/>
              </p:ext>
            </p:extLst>
          </p:nvPr>
        </p:nvGraphicFramePr>
        <p:xfrm>
          <a:off x="2968133" y="2407270"/>
          <a:ext cx="5766718" cy="3647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37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BE1419E-BB3E-41A1-9948-3CD77D3B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22" y="-273519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veränderbare Modellklasse: </a:t>
            </a:r>
            <a:r>
              <a:rPr lang="de-DE" sz="5000" b="1" u="sng" dirty="0">
                <a:solidFill>
                  <a:schemeClr val="bg2">
                    <a:lumMod val="25000"/>
                  </a:schemeClr>
                </a:solidFill>
              </a:rPr>
              <a:t>Personal</a:t>
            </a:r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    </a:t>
            </a:r>
            <a:endParaRPr lang="de-DE" sz="5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B9E2ED-3E15-49A4-A4A6-2EF07F9934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93067" y="1609481"/>
            <a:ext cx="9259228" cy="4495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479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BE1419E-BB3E-41A1-9948-3CD77D3B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22" y="-273519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unveränderbare Modellklasse: </a:t>
            </a:r>
            <a:r>
              <a:rPr lang="de-DE" sz="5000" b="1" u="sng" dirty="0">
                <a:solidFill>
                  <a:schemeClr val="bg2">
                    <a:lumMod val="25000"/>
                  </a:schemeClr>
                </a:solidFill>
              </a:rPr>
              <a:t>Landebahn</a:t>
            </a:r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    </a:t>
            </a:r>
            <a:endParaRPr lang="de-DE" sz="50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17532A1-D099-4229-A92C-EC830C8EB7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1158" y="1550865"/>
            <a:ext cx="7018264" cy="4821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21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3E85A5-D45A-4788-B778-60E3CEB51DE6}"/>
              </a:ext>
            </a:extLst>
          </p:cNvPr>
          <p:cNvSpPr txBox="1"/>
          <p:nvPr/>
        </p:nvSpPr>
        <p:spPr>
          <a:xfrm>
            <a:off x="2369975" y="2828835"/>
            <a:ext cx="7983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>
                <a:solidFill>
                  <a:schemeClr val="bg2">
                    <a:lumMod val="25000"/>
                  </a:schemeClr>
                </a:solidFill>
              </a:rPr>
              <a:t>Beispielausführung </a:t>
            </a:r>
            <a:endParaRPr lang="de-DE" sz="7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896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de der Präsentation Habt ihr noch fragen - Rainbow SpongeBob Meme ...">
            <a:extLst>
              <a:ext uri="{FF2B5EF4-FFF2-40B4-BE49-F238E27FC236}">
                <a16:creationId xmlns:a16="http://schemas.microsoft.com/office/drawing/2014/main" id="{97AE459B-FA9B-43FF-99A8-FC66EA6A8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631" y="1016"/>
            <a:ext cx="8294738" cy="685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93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21A06C5-7517-4C25-9E41-722CCAE552AA}"/>
              </a:ext>
            </a:extLst>
          </p:cNvPr>
          <p:cNvSpPr txBox="1"/>
          <p:nvPr/>
        </p:nvSpPr>
        <p:spPr>
          <a:xfrm>
            <a:off x="359378" y="0"/>
            <a:ext cx="7983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/>
              <a:t>Quellen</a:t>
            </a:r>
            <a:endParaRPr lang="de-DE" sz="7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B2D8EF-7804-26F1-1369-BE1268FED735}"/>
              </a:ext>
            </a:extLst>
          </p:cNvPr>
          <p:cNvSpPr txBox="1"/>
          <p:nvPr/>
        </p:nvSpPr>
        <p:spPr>
          <a:xfrm>
            <a:off x="895350" y="923330"/>
            <a:ext cx="892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https://falconbyte.net/javafx-tutorial-und-einstieg</a:t>
            </a:r>
          </a:p>
          <a:p>
            <a:r>
              <a:rPr lang="de-DE" dirty="0"/>
              <a:t>https://docs.oracle.com/javase/8/javafx/user-interface-tutorial/table-view.htm</a:t>
            </a:r>
          </a:p>
          <a:p>
            <a:r>
              <a:rPr lang="de-DE" dirty="0"/>
              <a:t>https://www.w3schools.com/sql/</a:t>
            </a:r>
          </a:p>
        </p:txBody>
      </p:sp>
    </p:spTree>
    <p:extLst>
      <p:ext uri="{BB962C8B-B14F-4D97-AF65-F5344CB8AC3E}">
        <p14:creationId xmlns:p14="http://schemas.microsoft.com/office/powerpoint/2010/main" val="478385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46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Breitbild</PresentationFormat>
  <Paragraphs>288</Paragraphs>
  <Slides>43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57" baseType="lpstr">
      <vt:lpstr>Amasis MT Pro</vt:lpstr>
      <vt:lpstr>Arial</vt:lpstr>
      <vt:lpstr>Arial Black</vt:lpstr>
      <vt:lpstr>Arial Rounded MT Bold</vt:lpstr>
      <vt:lpstr>Artifakt Element Book</vt:lpstr>
      <vt:lpstr>Bahnschrift Light</vt:lpstr>
      <vt:lpstr>BankGothic Md BT</vt:lpstr>
      <vt:lpstr>Calibri</vt:lpstr>
      <vt:lpstr>Calibri Light</vt:lpstr>
      <vt:lpstr>Ebrima</vt:lpstr>
      <vt:lpstr>Eras Light ITC</vt:lpstr>
      <vt:lpstr>Gabriola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Einstiegspunkt der Anwendung </vt:lpstr>
      <vt:lpstr>FlughafenController</vt:lpstr>
      <vt:lpstr>FlughafenController</vt:lpstr>
      <vt:lpstr>FlughafenController</vt:lpstr>
      <vt:lpstr>FlughafenController</vt:lpstr>
      <vt:lpstr>FlughafenController</vt:lpstr>
      <vt:lpstr>Datenbankanbindung &amp;                                    Datenbankaktualisierung </vt:lpstr>
      <vt:lpstr>CRUD-Operationen</vt:lpstr>
      <vt:lpstr>Datensatz hinzufügen</vt:lpstr>
      <vt:lpstr>Datensatz bearbeiten </vt:lpstr>
      <vt:lpstr>Datensatz löschen </vt:lpstr>
      <vt:lpstr>Hilfsmethoden </vt:lpstr>
      <vt:lpstr>Modellklassen  </vt:lpstr>
      <vt:lpstr>veränderbare Modellklasse: Personal    </vt:lpstr>
      <vt:lpstr>unveränderbare Modellklasse: Landebahn    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Richter, Laura</dc:creator>
  <cp:lastModifiedBy>Laura Richter</cp:lastModifiedBy>
  <cp:revision>31</cp:revision>
  <dcterms:created xsi:type="dcterms:W3CDTF">2025-12-04T09:23:23Z</dcterms:created>
  <dcterms:modified xsi:type="dcterms:W3CDTF">2026-01-07T15:13:53Z</dcterms:modified>
</cp:coreProperties>
</file>