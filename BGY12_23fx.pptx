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569" r:id="rId3"/>
    <p:sldId id="257" r:id="rId4"/>
    <p:sldId id="450" r:id="rId5"/>
    <p:sldId id="258" r:id="rId6"/>
    <p:sldId id="445" r:id="rId7"/>
    <p:sldId id="446" r:id="rId8"/>
    <p:sldId id="451" r:id="rId9"/>
    <p:sldId id="447" r:id="rId10"/>
    <p:sldId id="568" r:id="rId11"/>
    <p:sldId id="448" r:id="rId12"/>
    <p:sldId id="449" r:id="rId13"/>
    <p:sldId id="452" r:id="rId14"/>
    <p:sldId id="453" r:id="rId15"/>
    <p:sldId id="454" r:id="rId16"/>
    <p:sldId id="455" r:id="rId17"/>
    <p:sldId id="456" r:id="rId18"/>
    <p:sldId id="469" r:id="rId19"/>
    <p:sldId id="470" r:id="rId20"/>
    <p:sldId id="457" r:id="rId21"/>
    <p:sldId id="458" r:id="rId22"/>
    <p:sldId id="460" r:id="rId23"/>
    <p:sldId id="459" r:id="rId24"/>
    <p:sldId id="461" r:id="rId25"/>
    <p:sldId id="464" r:id="rId26"/>
    <p:sldId id="462" r:id="rId27"/>
    <p:sldId id="465" r:id="rId28"/>
    <p:sldId id="463" r:id="rId29"/>
    <p:sldId id="466" r:id="rId30"/>
    <p:sldId id="467" r:id="rId31"/>
    <p:sldId id="468" r:id="rId32"/>
    <p:sldId id="471" r:id="rId33"/>
    <p:sldId id="472" r:id="rId34"/>
    <p:sldId id="476" r:id="rId35"/>
    <p:sldId id="475" r:id="rId36"/>
    <p:sldId id="473" r:id="rId37"/>
    <p:sldId id="474" r:id="rId38"/>
    <p:sldId id="477" r:id="rId39"/>
    <p:sldId id="478" r:id="rId40"/>
    <p:sldId id="479" r:id="rId41"/>
    <p:sldId id="482" r:id="rId42"/>
    <p:sldId id="483" r:id="rId43"/>
    <p:sldId id="484" r:id="rId44"/>
    <p:sldId id="485" r:id="rId45"/>
    <p:sldId id="480" r:id="rId46"/>
    <p:sldId id="481" r:id="rId47"/>
    <p:sldId id="486" r:id="rId48"/>
    <p:sldId id="487" r:id="rId49"/>
    <p:sldId id="488" r:id="rId50"/>
    <p:sldId id="489" r:id="rId51"/>
    <p:sldId id="490" r:id="rId52"/>
    <p:sldId id="491" r:id="rId53"/>
    <p:sldId id="492" r:id="rId54"/>
    <p:sldId id="493" r:id="rId55"/>
    <p:sldId id="494" r:id="rId56"/>
    <p:sldId id="495" r:id="rId57"/>
    <p:sldId id="496" r:id="rId58"/>
    <p:sldId id="497" r:id="rId59"/>
    <p:sldId id="499" r:id="rId60"/>
    <p:sldId id="498" r:id="rId61"/>
    <p:sldId id="500" r:id="rId62"/>
    <p:sldId id="501" r:id="rId63"/>
    <p:sldId id="502" r:id="rId64"/>
    <p:sldId id="503" r:id="rId65"/>
    <p:sldId id="504" r:id="rId66"/>
    <p:sldId id="505" r:id="rId67"/>
    <p:sldId id="570" r:id="rId68"/>
    <p:sldId id="571" r:id="rId69"/>
    <p:sldId id="506" r:id="rId70"/>
    <p:sldId id="507" r:id="rId71"/>
    <p:sldId id="508" r:id="rId72"/>
    <p:sldId id="509" r:id="rId73"/>
    <p:sldId id="510" r:id="rId74"/>
    <p:sldId id="511" r:id="rId75"/>
    <p:sldId id="514" r:id="rId76"/>
    <p:sldId id="515" r:id="rId77"/>
    <p:sldId id="516" r:id="rId78"/>
    <p:sldId id="517" r:id="rId79"/>
    <p:sldId id="518" r:id="rId80"/>
    <p:sldId id="519" r:id="rId81"/>
    <p:sldId id="520" r:id="rId82"/>
    <p:sldId id="521" r:id="rId83"/>
    <p:sldId id="522" r:id="rId84"/>
    <p:sldId id="523" r:id="rId85"/>
    <p:sldId id="524" r:id="rId86"/>
    <p:sldId id="525" r:id="rId87"/>
    <p:sldId id="526" r:id="rId88"/>
    <p:sldId id="527" r:id="rId89"/>
    <p:sldId id="528" r:id="rId90"/>
    <p:sldId id="529" r:id="rId91"/>
    <p:sldId id="530" r:id="rId92"/>
    <p:sldId id="531" r:id="rId93"/>
    <p:sldId id="532" r:id="rId94"/>
    <p:sldId id="533" r:id="rId95"/>
    <p:sldId id="535" r:id="rId96"/>
    <p:sldId id="536" r:id="rId97"/>
    <p:sldId id="538" r:id="rId98"/>
    <p:sldId id="539" r:id="rId99"/>
    <p:sldId id="540" r:id="rId100"/>
    <p:sldId id="541" r:id="rId101"/>
    <p:sldId id="542" r:id="rId102"/>
    <p:sldId id="543" r:id="rId103"/>
    <p:sldId id="544" r:id="rId104"/>
    <p:sldId id="545" r:id="rId105"/>
    <p:sldId id="546" r:id="rId106"/>
    <p:sldId id="547" r:id="rId107"/>
    <p:sldId id="548" r:id="rId108"/>
    <p:sldId id="549" r:id="rId109"/>
    <p:sldId id="550" r:id="rId110"/>
    <p:sldId id="551" r:id="rId111"/>
    <p:sldId id="572" r:id="rId112"/>
    <p:sldId id="552" r:id="rId113"/>
    <p:sldId id="553" r:id="rId114"/>
    <p:sldId id="554" r:id="rId115"/>
    <p:sldId id="556" r:id="rId116"/>
    <p:sldId id="555" r:id="rId117"/>
    <p:sldId id="557" r:id="rId118"/>
    <p:sldId id="558" r:id="rId119"/>
    <p:sldId id="559" r:id="rId120"/>
    <p:sldId id="560" r:id="rId121"/>
    <p:sldId id="561" r:id="rId122"/>
    <p:sldId id="563" r:id="rId123"/>
    <p:sldId id="562" r:id="rId124"/>
    <p:sldId id="564" r:id="rId125"/>
    <p:sldId id="565" r:id="rId126"/>
    <p:sldId id="566" r:id="rId127"/>
    <p:sldId id="573" r:id="rId128"/>
    <p:sldId id="574" r:id="rId129"/>
    <p:sldId id="575" r:id="rId130"/>
    <p:sldId id="577" r:id="rId131"/>
    <p:sldId id="576" r:id="rId132"/>
    <p:sldId id="578" r:id="rId133"/>
    <p:sldId id="579" r:id="rId13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8800"/>
    <a:srgbClr val="E30051"/>
    <a:srgbClr val="009633"/>
    <a:srgbClr val="76B7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10" autoAdjust="0"/>
    <p:restoredTop sz="94580" autoAdjust="0"/>
  </p:normalViewPr>
  <p:slideViewPr>
    <p:cSldViewPr snapToGrid="0">
      <p:cViewPr varScale="1">
        <p:scale>
          <a:sx n="102" d="100"/>
          <a:sy n="102" d="100"/>
        </p:scale>
        <p:origin x="132" y="246"/>
      </p:cViewPr>
      <p:guideLst/>
    </p:cSldViewPr>
  </p:slideViewPr>
  <p:outlineViewPr>
    <p:cViewPr>
      <p:scale>
        <a:sx n="33" d="100"/>
        <a:sy n="33" d="100"/>
      </p:scale>
      <p:origin x="0" y="-25524"/>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slide" Target="slides/slide133.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_rels/data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 Id="rId6" Type="http://schemas.openxmlformats.org/officeDocument/2006/relationships/hyperlink" Target="https://pixabay.com/de/freigestellt-geld-euro-bargeld-3118531/" TargetMode="External"/><Relationship Id="rId5" Type="http://schemas.openxmlformats.org/officeDocument/2006/relationships/image" Target="../media/image10.png"/><Relationship Id="rId4" Type="http://schemas.openxmlformats.org/officeDocument/2006/relationships/image" Target="../media/image9.jpeg"/></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 Id="rId6" Type="http://schemas.openxmlformats.org/officeDocument/2006/relationships/hyperlink" Target="https://pixabay.com/de/freigestellt-geld-euro-bargeld-3118531/" TargetMode="External"/><Relationship Id="rId5" Type="http://schemas.openxmlformats.org/officeDocument/2006/relationships/image" Target="../media/image10.png"/><Relationship Id="rId4" Type="http://schemas.openxmlformats.org/officeDocument/2006/relationships/image" Target="../media/image9.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B0A528-5225-4BE2-B856-F0E4F916655D}"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de-DE"/>
        </a:p>
      </dgm:t>
    </dgm:pt>
    <dgm:pt modelId="{9E93DB5B-6A46-4A1E-9FDA-C69448FCA4CA}">
      <dgm:prSet custT="1"/>
      <dgm:spPr/>
      <dgm:t>
        <a:bodyPr/>
        <a:lstStyle/>
        <a:p>
          <a:pPr rtl="0">
            <a:lnSpc>
              <a:spcPct val="150000"/>
            </a:lnSpc>
          </a:pPr>
          <a:r>
            <a:rPr lang="de-DE" sz="1400" b="1" dirty="0"/>
            <a:t>Kunde</a:t>
          </a:r>
        </a:p>
      </dgm:t>
    </dgm:pt>
    <dgm:pt modelId="{4FBA6D29-7422-4785-BD25-A0B02191A7E1}" type="parTrans" cxnId="{C8749B5A-23CF-4606-8CCD-B3EF6C927B75}">
      <dgm:prSet/>
      <dgm:spPr/>
      <dgm:t>
        <a:bodyPr/>
        <a:lstStyle/>
        <a:p>
          <a:endParaRPr lang="de-DE"/>
        </a:p>
      </dgm:t>
    </dgm:pt>
    <dgm:pt modelId="{2340BC21-E4DC-4F7F-83B1-4B88C25B3AF0}" type="sibTrans" cxnId="{C8749B5A-23CF-4606-8CCD-B3EF6C927B75}">
      <dgm:prSet/>
      <dgm:spPr/>
      <dgm:t>
        <a:bodyPr/>
        <a:lstStyle/>
        <a:p>
          <a:endParaRPr lang="de-DE"/>
        </a:p>
      </dgm:t>
    </dgm:pt>
    <dgm:pt modelId="{D2845836-683C-48CE-AF75-1596ECC44AE3}">
      <dgm:prSet custT="1"/>
      <dgm:spPr/>
      <dgm:t>
        <a:bodyPr/>
        <a:lstStyle/>
        <a:p>
          <a:pPr rtl="0">
            <a:lnSpc>
              <a:spcPct val="150000"/>
            </a:lnSpc>
          </a:pPr>
          <a:r>
            <a:rPr lang="de-DE" sz="1400" b="1" dirty="0"/>
            <a:t>Lieferant</a:t>
          </a:r>
        </a:p>
      </dgm:t>
    </dgm:pt>
    <dgm:pt modelId="{41B976C6-1C22-4034-809D-318BB1BD1BE2}" type="parTrans" cxnId="{DC0071CD-AE07-410B-B397-7436364CF03F}">
      <dgm:prSet/>
      <dgm:spPr/>
      <dgm:t>
        <a:bodyPr/>
        <a:lstStyle/>
        <a:p>
          <a:endParaRPr lang="de-DE"/>
        </a:p>
      </dgm:t>
    </dgm:pt>
    <dgm:pt modelId="{418E0CEE-8679-4A27-8416-B4C7E3B1CF13}" type="sibTrans" cxnId="{DC0071CD-AE07-410B-B397-7436364CF03F}">
      <dgm:prSet/>
      <dgm:spPr/>
      <dgm:t>
        <a:bodyPr/>
        <a:lstStyle/>
        <a:p>
          <a:endParaRPr lang="de-DE"/>
        </a:p>
      </dgm:t>
    </dgm:pt>
    <dgm:pt modelId="{8D27051B-A221-47CF-B7D0-131B7529BD86}">
      <dgm:prSet custT="1"/>
      <dgm:spPr/>
      <dgm:t>
        <a:bodyPr/>
        <a:lstStyle/>
        <a:p>
          <a:pPr>
            <a:lnSpc>
              <a:spcPct val="150000"/>
            </a:lnSpc>
          </a:pPr>
          <a:r>
            <a:rPr lang="de-DE" sz="1400"/>
            <a:t>Nummer</a:t>
          </a:r>
          <a:endParaRPr lang="de-DE" sz="1400" dirty="0"/>
        </a:p>
      </dgm:t>
    </dgm:pt>
    <dgm:pt modelId="{EC78A87F-48B7-44B5-A140-BF246821EA1A}" type="parTrans" cxnId="{1D38365B-424C-432D-AEB5-0C615819A9FF}">
      <dgm:prSet/>
      <dgm:spPr/>
      <dgm:t>
        <a:bodyPr/>
        <a:lstStyle/>
        <a:p>
          <a:endParaRPr lang="de-DE"/>
        </a:p>
      </dgm:t>
    </dgm:pt>
    <dgm:pt modelId="{74D34825-349A-4F8D-B1BE-D2291B4DD83D}" type="sibTrans" cxnId="{1D38365B-424C-432D-AEB5-0C615819A9FF}">
      <dgm:prSet/>
      <dgm:spPr/>
      <dgm:t>
        <a:bodyPr/>
        <a:lstStyle/>
        <a:p>
          <a:endParaRPr lang="de-DE"/>
        </a:p>
      </dgm:t>
    </dgm:pt>
    <dgm:pt modelId="{C750E834-80A9-478A-A167-B84149F57472}">
      <dgm:prSet custT="1"/>
      <dgm:spPr/>
      <dgm:t>
        <a:bodyPr/>
        <a:lstStyle/>
        <a:p>
          <a:pPr>
            <a:lnSpc>
              <a:spcPct val="150000"/>
            </a:lnSpc>
          </a:pPr>
          <a:r>
            <a:rPr lang="de-DE" sz="1400" dirty="0"/>
            <a:t>Vorname, Name</a:t>
          </a:r>
        </a:p>
      </dgm:t>
    </dgm:pt>
    <dgm:pt modelId="{9E7BEFA0-6F5C-4761-9E7B-536FC6943965}" type="parTrans" cxnId="{63584FEF-4BB1-49A9-9D1B-8A33FC626F52}">
      <dgm:prSet/>
      <dgm:spPr/>
      <dgm:t>
        <a:bodyPr/>
        <a:lstStyle/>
        <a:p>
          <a:endParaRPr lang="de-DE"/>
        </a:p>
      </dgm:t>
    </dgm:pt>
    <dgm:pt modelId="{A46F5AE8-AC00-4A10-941E-4237B12818C5}" type="sibTrans" cxnId="{63584FEF-4BB1-49A9-9D1B-8A33FC626F52}">
      <dgm:prSet/>
      <dgm:spPr/>
      <dgm:t>
        <a:bodyPr/>
        <a:lstStyle/>
        <a:p>
          <a:endParaRPr lang="de-DE"/>
        </a:p>
      </dgm:t>
    </dgm:pt>
    <dgm:pt modelId="{86CA1D3E-04F3-420B-9A11-24D1FE28C6A6}">
      <dgm:prSet custT="1"/>
      <dgm:spPr/>
      <dgm:t>
        <a:bodyPr/>
        <a:lstStyle/>
        <a:p>
          <a:pPr>
            <a:lnSpc>
              <a:spcPct val="150000"/>
            </a:lnSpc>
          </a:pPr>
          <a:r>
            <a:rPr lang="de-DE" sz="1400"/>
            <a:t>Anschrift…</a:t>
          </a:r>
          <a:endParaRPr lang="de-DE" sz="1400" dirty="0"/>
        </a:p>
      </dgm:t>
    </dgm:pt>
    <dgm:pt modelId="{3777A0CD-568E-4D29-BEFB-112E135BE22A}" type="parTrans" cxnId="{F4FF86C8-8F8B-43D8-9343-97FC2206B03B}">
      <dgm:prSet/>
      <dgm:spPr/>
      <dgm:t>
        <a:bodyPr/>
        <a:lstStyle/>
        <a:p>
          <a:endParaRPr lang="de-DE"/>
        </a:p>
      </dgm:t>
    </dgm:pt>
    <dgm:pt modelId="{98F6AFC3-A363-449B-8922-E91DAB373E1A}" type="sibTrans" cxnId="{F4FF86C8-8F8B-43D8-9343-97FC2206B03B}">
      <dgm:prSet/>
      <dgm:spPr/>
      <dgm:t>
        <a:bodyPr/>
        <a:lstStyle/>
        <a:p>
          <a:endParaRPr lang="de-DE"/>
        </a:p>
      </dgm:t>
    </dgm:pt>
    <dgm:pt modelId="{30ACDA07-24FD-4271-AA96-C316D7124205}">
      <dgm:prSet custT="1"/>
      <dgm:spPr/>
      <dgm:t>
        <a:bodyPr/>
        <a:lstStyle/>
        <a:p>
          <a:pPr>
            <a:lnSpc>
              <a:spcPct val="150000"/>
            </a:lnSpc>
          </a:pPr>
          <a:r>
            <a:rPr lang="de-DE" sz="1400"/>
            <a:t>Nummer</a:t>
          </a:r>
          <a:endParaRPr lang="de-DE" sz="1400" dirty="0"/>
        </a:p>
      </dgm:t>
    </dgm:pt>
    <dgm:pt modelId="{CF38E8B0-7A1F-4A72-8EB3-903E28E4D703}" type="parTrans" cxnId="{F93E50C2-1B88-4899-B2CF-61D066FB54BB}">
      <dgm:prSet/>
      <dgm:spPr/>
      <dgm:t>
        <a:bodyPr/>
        <a:lstStyle/>
        <a:p>
          <a:endParaRPr lang="de-DE"/>
        </a:p>
      </dgm:t>
    </dgm:pt>
    <dgm:pt modelId="{DF9CCA7A-F036-44D0-BD34-20DB909FD139}" type="sibTrans" cxnId="{F93E50C2-1B88-4899-B2CF-61D066FB54BB}">
      <dgm:prSet/>
      <dgm:spPr/>
      <dgm:t>
        <a:bodyPr/>
        <a:lstStyle/>
        <a:p>
          <a:endParaRPr lang="de-DE"/>
        </a:p>
      </dgm:t>
    </dgm:pt>
    <dgm:pt modelId="{59EC126C-E390-442C-93F1-C3CB526EAB86}">
      <dgm:prSet custT="1"/>
      <dgm:spPr/>
      <dgm:t>
        <a:bodyPr/>
        <a:lstStyle/>
        <a:p>
          <a:pPr>
            <a:lnSpc>
              <a:spcPct val="150000"/>
            </a:lnSpc>
          </a:pPr>
          <a:r>
            <a:rPr lang="de-DE" sz="1400" dirty="0"/>
            <a:t>Name</a:t>
          </a:r>
        </a:p>
      </dgm:t>
    </dgm:pt>
    <dgm:pt modelId="{6B0BA59F-8DE8-440C-9CBA-4732754B081B}" type="parTrans" cxnId="{3D172890-C5A1-4E1A-817D-45259E3782D7}">
      <dgm:prSet/>
      <dgm:spPr/>
      <dgm:t>
        <a:bodyPr/>
        <a:lstStyle/>
        <a:p>
          <a:endParaRPr lang="de-DE"/>
        </a:p>
      </dgm:t>
    </dgm:pt>
    <dgm:pt modelId="{B7E65DA2-4854-46D6-BAF0-605ACE81F094}" type="sibTrans" cxnId="{3D172890-C5A1-4E1A-817D-45259E3782D7}">
      <dgm:prSet/>
      <dgm:spPr/>
      <dgm:t>
        <a:bodyPr/>
        <a:lstStyle/>
        <a:p>
          <a:endParaRPr lang="de-DE"/>
        </a:p>
      </dgm:t>
    </dgm:pt>
    <dgm:pt modelId="{68C8839A-4BDF-4456-AA7B-3510BF58A3C1}">
      <dgm:prSet custT="1"/>
      <dgm:spPr/>
      <dgm:t>
        <a:bodyPr/>
        <a:lstStyle/>
        <a:p>
          <a:pPr>
            <a:lnSpc>
              <a:spcPct val="150000"/>
            </a:lnSpc>
          </a:pPr>
          <a:r>
            <a:rPr lang="de-DE" sz="1400"/>
            <a:t>Kontakt…</a:t>
          </a:r>
          <a:endParaRPr lang="de-DE" sz="1400" dirty="0"/>
        </a:p>
      </dgm:t>
    </dgm:pt>
    <dgm:pt modelId="{91973ACF-B15C-4B6E-8F2D-52189E23CE78}" type="parTrans" cxnId="{6A99887C-2996-479F-89BE-4618F03AEA07}">
      <dgm:prSet/>
      <dgm:spPr/>
      <dgm:t>
        <a:bodyPr/>
        <a:lstStyle/>
        <a:p>
          <a:endParaRPr lang="de-DE"/>
        </a:p>
      </dgm:t>
    </dgm:pt>
    <dgm:pt modelId="{A25BEC92-18B6-4E1E-8B14-91EC97C76B9D}" type="sibTrans" cxnId="{6A99887C-2996-479F-89BE-4618F03AEA07}">
      <dgm:prSet/>
      <dgm:spPr/>
      <dgm:t>
        <a:bodyPr/>
        <a:lstStyle/>
        <a:p>
          <a:endParaRPr lang="de-DE"/>
        </a:p>
      </dgm:t>
    </dgm:pt>
    <dgm:pt modelId="{CC65F40C-2357-467B-BA0B-A7A375FDF2EA}">
      <dgm:prSet custT="1"/>
      <dgm:spPr/>
      <dgm:t>
        <a:bodyPr/>
        <a:lstStyle/>
        <a:p>
          <a:pPr>
            <a:lnSpc>
              <a:spcPct val="150000"/>
            </a:lnSpc>
          </a:pPr>
          <a:r>
            <a:rPr lang="de-DE" sz="1400" b="1"/>
            <a:t>Artikel</a:t>
          </a:r>
          <a:endParaRPr lang="de-DE" sz="1400" b="1" dirty="0"/>
        </a:p>
      </dgm:t>
    </dgm:pt>
    <dgm:pt modelId="{3F5D96BE-5DD7-472A-9173-56F926FCED3A}" type="parTrans" cxnId="{D97B0159-0D35-4B7A-A8CA-9F65D3CDCACE}">
      <dgm:prSet/>
      <dgm:spPr/>
      <dgm:t>
        <a:bodyPr/>
        <a:lstStyle/>
        <a:p>
          <a:endParaRPr lang="de-DE"/>
        </a:p>
      </dgm:t>
    </dgm:pt>
    <dgm:pt modelId="{57B8A497-A5DA-4467-A670-64E375F38248}" type="sibTrans" cxnId="{D97B0159-0D35-4B7A-A8CA-9F65D3CDCACE}">
      <dgm:prSet/>
      <dgm:spPr/>
      <dgm:t>
        <a:bodyPr/>
        <a:lstStyle/>
        <a:p>
          <a:endParaRPr lang="de-DE"/>
        </a:p>
      </dgm:t>
    </dgm:pt>
    <dgm:pt modelId="{34D7AF1C-0768-49B3-83F9-ACB147FE6F6F}">
      <dgm:prSet custT="1"/>
      <dgm:spPr/>
      <dgm:t>
        <a:bodyPr/>
        <a:lstStyle/>
        <a:p>
          <a:pPr rtl="0">
            <a:lnSpc>
              <a:spcPct val="150000"/>
            </a:lnSpc>
          </a:pPr>
          <a:r>
            <a:rPr lang="de-DE" sz="1400" b="1"/>
            <a:t>Bestellung</a:t>
          </a:r>
          <a:endParaRPr lang="de-DE" sz="1400" b="1" dirty="0"/>
        </a:p>
      </dgm:t>
    </dgm:pt>
    <dgm:pt modelId="{E8AA53DC-90A6-4004-98F2-089568BF7F76}" type="parTrans" cxnId="{6D74129B-4CF7-4EF6-90DA-EE98C7E8BFC7}">
      <dgm:prSet/>
      <dgm:spPr/>
      <dgm:t>
        <a:bodyPr/>
        <a:lstStyle/>
        <a:p>
          <a:endParaRPr lang="de-DE"/>
        </a:p>
      </dgm:t>
    </dgm:pt>
    <dgm:pt modelId="{B64216DA-0887-4026-A2D5-670B398824C0}" type="sibTrans" cxnId="{6D74129B-4CF7-4EF6-90DA-EE98C7E8BFC7}">
      <dgm:prSet/>
      <dgm:spPr/>
      <dgm:t>
        <a:bodyPr/>
        <a:lstStyle/>
        <a:p>
          <a:endParaRPr lang="de-DE"/>
        </a:p>
      </dgm:t>
    </dgm:pt>
    <dgm:pt modelId="{5820A1B1-69C8-4902-B7DB-75606C3C3FFA}">
      <dgm:prSet custT="1"/>
      <dgm:spPr/>
      <dgm:t>
        <a:bodyPr/>
        <a:lstStyle/>
        <a:p>
          <a:pPr rtl="0">
            <a:lnSpc>
              <a:spcPct val="150000"/>
            </a:lnSpc>
          </a:pPr>
          <a:r>
            <a:rPr lang="de-DE" sz="1400"/>
            <a:t>Nummer</a:t>
          </a:r>
          <a:endParaRPr lang="de-DE" sz="1400" dirty="0"/>
        </a:p>
      </dgm:t>
    </dgm:pt>
    <dgm:pt modelId="{19981F68-C357-4448-9D65-D2DE8875F146}" type="parTrans" cxnId="{1CC92D34-76CA-47DE-A733-34DA866D5188}">
      <dgm:prSet/>
      <dgm:spPr/>
      <dgm:t>
        <a:bodyPr/>
        <a:lstStyle/>
        <a:p>
          <a:endParaRPr lang="de-DE"/>
        </a:p>
      </dgm:t>
    </dgm:pt>
    <dgm:pt modelId="{1293C918-7407-4100-8EDB-A0385E6EA606}" type="sibTrans" cxnId="{1CC92D34-76CA-47DE-A733-34DA866D5188}">
      <dgm:prSet/>
      <dgm:spPr/>
      <dgm:t>
        <a:bodyPr/>
        <a:lstStyle/>
        <a:p>
          <a:endParaRPr lang="de-DE"/>
        </a:p>
      </dgm:t>
    </dgm:pt>
    <dgm:pt modelId="{43349694-07F9-4533-89BC-0AB65D45F4F0}">
      <dgm:prSet custT="1"/>
      <dgm:spPr/>
      <dgm:t>
        <a:bodyPr/>
        <a:lstStyle/>
        <a:p>
          <a:pPr rtl="0">
            <a:lnSpc>
              <a:spcPct val="150000"/>
            </a:lnSpc>
          </a:pPr>
          <a:r>
            <a:rPr lang="de-DE" sz="1400"/>
            <a:t>Artikel, Menge…</a:t>
          </a:r>
          <a:endParaRPr lang="de-DE" sz="1400" dirty="0"/>
        </a:p>
      </dgm:t>
    </dgm:pt>
    <dgm:pt modelId="{F81E9AA0-035F-4E57-9CAD-1DFDB5909A9A}" type="parTrans" cxnId="{3B6FD789-DEBF-407C-99B6-6ADBE88B1861}">
      <dgm:prSet/>
      <dgm:spPr/>
      <dgm:t>
        <a:bodyPr/>
        <a:lstStyle/>
        <a:p>
          <a:endParaRPr lang="de-DE"/>
        </a:p>
      </dgm:t>
    </dgm:pt>
    <dgm:pt modelId="{6D50DDC8-5BE4-4FA2-92FB-E218238C3E7A}" type="sibTrans" cxnId="{3B6FD789-DEBF-407C-99B6-6ADBE88B1861}">
      <dgm:prSet/>
      <dgm:spPr/>
      <dgm:t>
        <a:bodyPr/>
        <a:lstStyle/>
        <a:p>
          <a:endParaRPr lang="de-DE"/>
        </a:p>
      </dgm:t>
    </dgm:pt>
    <dgm:pt modelId="{3FB2AE3E-9F78-4B1B-B47C-2D653F1BA9BA}">
      <dgm:prSet custT="1"/>
      <dgm:spPr/>
      <dgm:t>
        <a:bodyPr/>
        <a:lstStyle/>
        <a:p>
          <a:pPr>
            <a:lnSpc>
              <a:spcPct val="150000"/>
            </a:lnSpc>
          </a:pPr>
          <a:r>
            <a:rPr lang="de-DE" sz="1400"/>
            <a:t>Nummer</a:t>
          </a:r>
          <a:endParaRPr lang="de-DE" sz="1400" dirty="0"/>
        </a:p>
      </dgm:t>
    </dgm:pt>
    <dgm:pt modelId="{906E126A-1098-4494-9ACE-1D7333185BAE}" type="parTrans" cxnId="{30EFC8DB-1DD3-4E6B-8429-FE71899EB5F9}">
      <dgm:prSet/>
      <dgm:spPr/>
      <dgm:t>
        <a:bodyPr/>
        <a:lstStyle/>
        <a:p>
          <a:endParaRPr lang="de-DE"/>
        </a:p>
      </dgm:t>
    </dgm:pt>
    <dgm:pt modelId="{71F6562C-85CC-4E5D-B679-9B3B4B9FBA1E}" type="sibTrans" cxnId="{30EFC8DB-1DD3-4E6B-8429-FE71899EB5F9}">
      <dgm:prSet/>
      <dgm:spPr/>
      <dgm:t>
        <a:bodyPr/>
        <a:lstStyle/>
        <a:p>
          <a:endParaRPr lang="de-DE"/>
        </a:p>
      </dgm:t>
    </dgm:pt>
    <dgm:pt modelId="{A9F5ADCC-3729-45E7-877E-F4C1158065EC}">
      <dgm:prSet custT="1"/>
      <dgm:spPr/>
      <dgm:t>
        <a:bodyPr/>
        <a:lstStyle/>
        <a:p>
          <a:pPr>
            <a:lnSpc>
              <a:spcPct val="150000"/>
            </a:lnSpc>
          </a:pPr>
          <a:r>
            <a:rPr lang="de-DE" sz="1400"/>
            <a:t>Bezeichnung</a:t>
          </a:r>
          <a:endParaRPr lang="de-DE" sz="1400" dirty="0"/>
        </a:p>
      </dgm:t>
    </dgm:pt>
    <dgm:pt modelId="{40F4A7B6-2FD9-444E-A3C3-D3AF0839BC77}" type="parTrans" cxnId="{149B8D4E-753A-448E-A721-E003D1DDD627}">
      <dgm:prSet/>
      <dgm:spPr/>
      <dgm:t>
        <a:bodyPr/>
        <a:lstStyle/>
        <a:p>
          <a:endParaRPr lang="de-DE"/>
        </a:p>
      </dgm:t>
    </dgm:pt>
    <dgm:pt modelId="{347D83F4-F0AF-41C1-8D1C-C55F8C3AC9B2}" type="sibTrans" cxnId="{149B8D4E-753A-448E-A721-E003D1DDD627}">
      <dgm:prSet/>
      <dgm:spPr/>
      <dgm:t>
        <a:bodyPr/>
        <a:lstStyle/>
        <a:p>
          <a:endParaRPr lang="de-DE"/>
        </a:p>
      </dgm:t>
    </dgm:pt>
    <dgm:pt modelId="{63D753BC-303A-4611-85D1-6593ABEB8F9F}">
      <dgm:prSet custT="1"/>
      <dgm:spPr/>
      <dgm:t>
        <a:bodyPr/>
        <a:lstStyle/>
        <a:p>
          <a:pPr>
            <a:lnSpc>
              <a:spcPct val="150000"/>
            </a:lnSpc>
          </a:pPr>
          <a:r>
            <a:rPr lang="de-DE" sz="1400" dirty="0"/>
            <a:t>Farbe</a:t>
          </a:r>
          <a:r>
            <a:rPr lang="de-DE" sz="1400"/>
            <a:t>, Preis…</a:t>
          </a:r>
          <a:endParaRPr lang="de-DE" sz="1400" dirty="0"/>
        </a:p>
      </dgm:t>
    </dgm:pt>
    <dgm:pt modelId="{3065C500-A293-4F71-B67A-CBDE8F313305}" type="parTrans" cxnId="{6FD28CE1-601F-4F60-9BD1-52257AF662B4}">
      <dgm:prSet/>
      <dgm:spPr/>
      <dgm:t>
        <a:bodyPr/>
        <a:lstStyle/>
        <a:p>
          <a:endParaRPr lang="de-DE"/>
        </a:p>
      </dgm:t>
    </dgm:pt>
    <dgm:pt modelId="{B5C462C7-D690-4FB5-B7A2-5C25201178BE}" type="sibTrans" cxnId="{6FD28CE1-601F-4F60-9BD1-52257AF662B4}">
      <dgm:prSet/>
      <dgm:spPr/>
      <dgm:t>
        <a:bodyPr/>
        <a:lstStyle/>
        <a:p>
          <a:endParaRPr lang="de-DE"/>
        </a:p>
      </dgm:t>
    </dgm:pt>
    <dgm:pt modelId="{BB363401-91E4-4F80-9EA3-A891DEAB125E}">
      <dgm:prSet custT="1"/>
      <dgm:spPr/>
      <dgm:t>
        <a:bodyPr/>
        <a:lstStyle/>
        <a:p>
          <a:pPr rtl="0">
            <a:lnSpc>
              <a:spcPct val="150000"/>
            </a:lnSpc>
          </a:pPr>
          <a:r>
            <a:rPr lang="de-DE" sz="1400"/>
            <a:t>Datum</a:t>
          </a:r>
          <a:endParaRPr lang="de-DE" sz="1400" dirty="0"/>
        </a:p>
      </dgm:t>
    </dgm:pt>
    <dgm:pt modelId="{308D2438-144A-485F-AE80-D6E678DB6816}" type="parTrans" cxnId="{9C3E8A10-BF98-4422-B95A-A049EAD05922}">
      <dgm:prSet/>
      <dgm:spPr/>
      <dgm:t>
        <a:bodyPr/>
        <a:lstStyle/>
        <a:p>
          <a:endParaRPr lang="de-DE"/>
        </a:p>
      </dgm:t>
    </dgm:pt>
    <dgm:pt modelId="{A728B047-943A-457F-95D5-3537BD83C7BF}" type="sibTrans" cxnId="{9C3E8A10-BF98-4422-B95A-A049EAD05922}">
      <dgm:prSet/>
      <dgm:spPr/>
      <dgm:t>
        <a:bodyPr/>
        <a:lstStyle/>
        <a:p>
          <a:endParaRPr lang="de-DE"/>
        </a:p>
      </dgm:t>
    </dgm:pt>
    <dgm:pt modelId="{05BDF2A7-1968-4589-8217-410B661C19A2}">
      <dgm:prSet custT="1"/>
      <dgm:spPr/>
      <dgm:t>
        <a:bodyPr/>
        <a:lstStyle/>
        <a:p>
          <a:pPr>
            <a:lnSpc>
              <a:spcPct val="150000"/>
            </a:lnSpc>
          </a:pPr>
          <a:r>
            <a:rPr lang="de-DE" sz="1400" b="1"/>
            <a:t>Rechnung</a:t>
          </a:r>
          <a:endParaRPr lang="de-DE" sz="1400" b="1" dirty="0"/>
        </a:p>
      </dgm:t>
    </dgm:pt>
    <dgm:pt modelId="{6888559B-5CCC-4F62-9FD8-6238AAA577F5}" type="parTrans" cxnId="{51875A1C-0EF5-4DFE-9826-9F9F59B77EB8}">
      <dgm:prSet/>
      <dgm:spPr/>
      <dgm:t>
        <a:bodyPr/>
        <a:lstStyle/>
        <a:p>
          <a:endParaRPr lang="de-DE"/>
        </a:p>
      </dgm:t>
    </dgm:pt>
    <dgm:pt modelId="{50B25A35-442D-4B35-848A-32AE68B85C6C}" type="sibTrans" cxnId="{51875A1C-0EF5-4DFE-9826-9F9F59B77EB8}">
      <dgm:prSet/>
      <dgm:spPr/>
      <dgm:t>
        <a:bodyPr/>
        <a:lstStyle/>
        <a:p>
          <a:endParaRPr lang="de-DE"/>
        </a:p>
      </dgm:t>
    </dgm:pt>
    <dgm:pt modelId="{CC4E7DBB-D15B-4CD2-8CAF-3A0FDFA977EE}">
      <dgm:prSet custT="1"/>
      <dgm:spPr/>
      <dgm:t>
        <a:bodyPr/>
        <a:lstStyle/>
        <a:p>
          <a:pPr>
            <a:lnSpc>
              <a:spcPct val="150000"/>
            </a:lnSpc>
          </a:pPr>
          <a:r>
            <a:rPr lang="de-DE" sz="1400"/>
            <a:t>Kunde</a:t>
          </a:r>
          <a:endParaRPr lang="de-DE" sz="1400" dirty="0"/>
        </a:p>
      </dgm:t>
    </dgm:pt>
    <dgm:pt modelId="{2D55575B-9CF5-4302-BDF8-9A18585F7DCF}" type="parTrans" cxnId="{ABDAC3EA-A163-4772-9EAE-7C13517898AB}">
      <dgm:prSet/>
      <dgm:spPr/>
      <dgm:t>
        <a:bodyPr/>
        <a:lstStyle/>
        <a:p>
          <a:endParaRPr lang="de-DE"/>
        </a:p>
      </dgm:t>
    </dgm:pt>
    <dgm:pt modelId="{BC7E347A-937F-4687-AE9B-4FCF68383D02}" type="sibTrans" cxnId="{ABDAC3EA-A163-4772-9EAE-7C13517898AB}">
      <dgm:prSet/>
      <dgm:spPr/>
      <dgm:t>
        <a:bodyPr/>
        <a:lstStyle/>
        <a:p>
          <a:endParaRPr lang="de-DE"/>
        </a:p>
      </dgm:t>
    </dgm:pt>
    <dgm:pt modelId="{0CC174EA-526A-4787-ABA6-3CF5F2A80498}">
      <dgm:prSet custT="1"/>
      <dgm:spPr/>
      <dgm:t>
        <a:bodyPr/>
        <a:lstStyle/>
        <a:p>
          <a:pPr>
            <a:lnSpc>
              <a:spcPct val="150000"/>
            </a:lnSpc>
          </a:pPr>
          <a:r>
            <a:rPr lang="de-DE" sz="1400"/>
            <a:t>Preis</a:t>
          </a:r>
          <a:endParaRPr lang="de-DE" sz="1400" dirty="0"/>
        </a:p>
      </dgm:t>
    </dgm:pt>
    <dgm:pt modelId="{459D4645-7BBD-4E6B-A96C-BAA625B1B9B5}" type="parTrans" cxnId="{E24575F0-5C42-424F-BD51-CA2C3A208B0E}">
      <dgm:prSet/>
      <dgm:spPr/>
      <dgm:t>
        <a:bodyPr/>
        <a:lstStyle/>
        <a:p>
          <a:endParaRPr lang="de-DE"/>
        </a:p>
      </dgm:t>
    </dgm:pt>
    <dgm:pt modelId="{9AB87214-C270-4BA0-A3E8-6F1EAC0885FB}" type="sibTrans" cxnId="{E24575F0-5C42-424F-BD51-CA2C3A208B0E}">
      <dgm:prSet/>
      <dgm:spPr/>
      <dgm:t>
        <a:bodyPr/>
        <a:lstStyle/>
        <a:p>
          <a:endParaRPr lang="de-DE"/>
        </a:p>
      </dgm:t>
    </dgm:pt>
    <dgm:pt modelId="{17397531-F4F4-4C83-B3B7-E00889198C1B}">
      <dgm:prSet custT="1"/>
      <dgm:spPr/>
      <dgm:t>
        <a:bodyPr/>
        <a:lstStyle/>
        <a:p>
          <a:pPr>
            <a:lnSpc>
              <a:spcPct val="150000"/>
            </a:lnSpc>
          </a:pPr>
          <a:r>
            <a:rPr lang="de-DE" sz="1400"/>
            <a:t>Bestellung</a:t>
          </a:r>
          <a:endParaRPr lang="de-DE" sz="1400" dirty="0"/>
        </a:p>
      </dgm:t>
    </dgm:pt>
    <dgm:pt modelId="{73ED4C54-392B-4DC3-87FE-B1B92166BDF9}" type="parTrans" cxnId="{6FA431B8-A04D-4AD5-9FAF-D03C51E24B3E}">
      <dgm:prSet/>
      <dgm:spPr/>
      <dgm:t>
        <a:bodyPr/>
        <a:lstStyle/>
        <a:p>
          <a:endParaRPr lang="de-DE"/>
        </a:p>
      </dgm:t>
    </dgm:pt>
    <dgm:pt modelId="{8699AE92-26DA-4774-84FE-621FB921B9DA}" type="sibTrans" cxnId="{6FA431B8-A04D-4AD5-9FAF-D03C51E24B3E}">
      <dgm:prSet/>
      <dgm:spPr/>
      <dgm:t>
        <a:bodyPr/>
        <a:lstStyle/>
        <a:p>
          <a:endParaRPr lang="de-DE"/>
        </a:p>
      </dgm:t>
    </dgm:pt>
    <dgm:pt modelId="{C8D9BA15-9795-4C5F-9360-69ABCAB3A7DA}" type="pres">
      <dgm:prSet presAssocID="{38B0A528-5225-4BE2-B856-F0E4F916655D}" presName="diagram" presStyleCnt="0">
        <dgm:presLayoutVars>
          <dgm:dir/>
          <dgm:animLvl val="lvl"/>
          <dgm:resizeHandles val="exact"/>
        </dgm:presLayoutVars>
      </dgm:prSet>
      <dgm:spPr/>
    </dgm:pt>
    <dgm:pt modelId="{1D675B53-AD70-4607-AB03-09EEC5A3158A}" type="pres">
      <dgm:prSet presAssocID="{9E93DB5B-6A46-4A1E-9FDA-C69448FCA4CA}" presName="compNode" presStyleCnt="0"/>
      <dgm:spPr/>
    </dgm:pt>
    <dgm:pt modelId="{6FA7BBDD-DE7A-4EE0-A43C-09B7428596B3}" type="pres">
      <dgm:prSet presAssocID="{9E93DB5B-6A46-4A1E-9FDA-C69448FCA4CA}" presName="childRect" presStyleLbl="bgAcc1" presStyleIdx="0" presStyleCnt="5" custScaleX="110000" custScaleY="146410">
        <dgm:presLayoutVars>
          <dgm:bulletEnabled val="1"/>
        </dgm:presLayoutVars>
      </dgm:prSet>
      <dgm:spPr/>
    </dgm:pt>
    <dgm:pt modelId="{265F639B-11C7-4385-9C21-F10CCD0A3932}" type="pres">
      <dgm:prSet presAssocID="{9E93DB5B-6A46-4A1E-9FDA-C69448FCA4CA}" presName="parentText" presStyleLbl="node1" presStyleIdx="0" presStyleCnt="0">
        <dgm:presLayoutVars>
          <dgm:chMax val="0"/>
          <dgm:bulletEnabled val="1"/>
        </dgm:presLayoutVars>
      </dgm:prSet>
      <dgm:spPr/>
    </dgm:pt>
    <dgm:pt modelId="{C7A2802C-2820-41B4-BCDD-AFAD363BA956}" type="pres">
      <dgm:prSet presAssocID="{9E93DB5B-6A46-4A1E-9FDA-C69448FCA4CA}" presName="parentRect" presStyleLbl="alignNode1" presStyleIdx="0" presStyleCnt="5"/>
      <dgm:spPr/>
    </dgm:pt>
    <dgm:pt modelId="{8AB5F57B-E20F-4341-A784-E05353C40AD3}" type="pres">
      <dgm:prSet presAssocID="{9E93DB5B-6A46-4A1E-9FDA-C69448FCA4CA}" presName="adorn" presStyleLbl="fgAccFollowNode1" presStyleIdx="0" presStyleCnt="5"/>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9000" b="-9000"/>
          </a:stretch>
        </a:blipFill>
      </dgm:spPr>
    </dgm:pt>
    <dgm:pt modelId="{7B0D591E-19DB-41BD-9CB9-AFBF92947406}" type="pres">
      <dgm:prSet presAssocID="{2340BC21-E4DC-4F7F-83B1-4B88C25B3AF0}" presName="sibTrans" presStyleLbl="sibTrans2D1" presStyleIdx="0" presStyleCnt="0"/>
      <dgm:spPr/>
    </dgm:pt>
    <dgm:pt modelId="{83027EE6-116A-4628-983C-A57B6B7A6F12}" type="pres">
      <dgm:prSet presAssocID="{34D7AF1C-0768-49B3-83F9-ACB147FE6F6F}" presName="compNode" presStyleCnt="0"/>
      <dgm:spPr/>
    </dgm:pt>
    <dgm:pt modelId="{DE6DCBEB-D278-4311-B0D0-265870BCAEA0}" type="pres">
      <dgm:prSet presAssocID="{34D7AF1C-0768-49B3-83F9-ACB147FE6F6F}" presName="childRect" presStyleLbl="bgAcc1" presStyleIdx="1" presStyleCnt="5" custScaleX="110000" custScaleY="146410">
        <dgm:presLayoutVars>
          <dgm:bulletEnabled val="1"/>
        </dgm:presLayoutVars>
      </dgm:prSet>
      <dgm:spPr/>
    </dgm:pt>
    <dgm:pt modelId="{288E89D0-44EF-4607-957D-F3A2FB61E460}" type="pres">
      <dgm:prSet presAssocID="{34D7AF1C-0768-49B3-83F9-ACB147FE6F6F}" presName="parentText" presStyleLbl="node1" presStyleIdx="0" presStyleCnt="0">
        <dgm:presLayoutVars>
          <dgm:chMax val="0"/>
          <dgm:bulletEnabled val="1"/>
        </dgm:presLayoutVars>
      </dgm:prSet>
      <dgm:spPr/>
    </dgm:pt>
    <dgm:pt modelId="{4FB5F224-0449-4177-A3E1-867FED064198}" type="pres">
      <dgm:prSet presAssocID="{34D7AF1C-0768-49B3-83F9-ACB147FE6F6F}" presName="parentRect" presStyleLbl="alignNode1" presStyleIdx="1" presStyleCnt="5"/>
      <dgm:spPr/>
    </dgm:pt>
    <dgm:pt modelId="{E45E1493-8287-40D4-9D68-77FAED4B86DF}" type="pres">
      <dgm:prSet presAssocID="{34D7AF1C-0768-49B3-83F9-ACB147FE6F6F}" presName="adorn" presStyleLbl="fgAccFollowNode1" presStyleIdx="1" presStyleCnt="5"/>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t="-2000" b="-2000"/>
          </a:stretch>
        </a:blipFill>
      </dgm:spPr>
    </dgm:pt>
    <dgm:pt modelId="{503B0A07-BD78-4974-A432-5346CA0559D3}" type="pres">
      <dgm:prSet presAssocID="{B64216DA-0887-4026-A2D5-670B398824C0}" presName="sibTrans" presStyleLbl="sibTrans2D1" presStyleIdx="0" presStyleCnt="0"/>
      <dgm:spPr/>
    </dgm:pt>
    <dgm:pt modelId="{CA5EEBE8-E468-4240-A1C8-3602C940AAD6}" type="pres">
      <dgm:prSet presAssocID="{D2845836-683C-48CE-AF75-1596ECC44AE3}" presName="compNode" presStyleCnt="0"/>
      <dgm:spPr/>
    </dgm:pt>
    <dgm:pt modelId="{093F2981-0D46-4224-8656-166EEA542927}" type="pres">
      <dgm:prSet presAssocID="{D2845836-683C-48CE-AF75-1596ECC44AE3}" presName="childRect" presStyleLbl="bgAcc1" presStyleIdx="2" presStyleCnt="5" custScaleX="110000" custScaleY="146410">
        <dgm:presLayoutVars>
          <dgm:bulletEnabled val="1"/>
        </dgm:presLayoutVars>
      </dgm:prSet>
      <dgm:spPr/>
    </dgm:pt>
    <dgm:pt modelId="{6BECF5B7-473C-4FC2-9F43-963E5C91BF21}" type="pres">
      <dgm:prSet presAssocID="{D2845836-683C-48CE-AF75-1596ECC44AE3}" presName="parentText" presStyleLbl="node1" presStyleIdx="0" presStyleCnt="0">
        <dgm:presLayoutVars>
          <dgm:chMax val="0"/>
          <dgm:bulletEnabled val="1"/>
        </dgm:presLayoutVars>
      </dgm:prSet>
      <dgm:spPr/>
    </dgm:pt>
    <dgm:pt modelId="{CA5AAC33-DE48-41EA-8BAA-370B2B22285A}" type="pres">
      <dgm:prSet presAssocID="{D2845836-683C-48CE-AF75-1596ECC44AE3}" presName="parentRect" presStyleLbl="alignNode1" presStyleIdx="2" presStyleCnt="5"/>
      <dgm:spPr/>
    </dgm:pt>
    <dgm:pt modelId="{7A7C8222-B9CB-4CFF-8FBC-332DC964DE7C}" type="pres">
      <dgm:prSet presAssocID="{D2845836-683C-48CE-AF75-1596ECC44AE3}" presName="adorn" presStyleLbl="fgAccFollowNode1" presStyleIdx="2" presStyleCnt="5"/>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dgm:spPr>
    </dgm:pt>
    <dgm:pt modelId="{F9C1F36D-F527-408A-8F8A-0FE8F0DFD846}" type="pres">
      <dgm:prSet presAssocID="{418E0CEE-8679-4A27-8416-B4C7E3B1CF13}" presName="sibTrans" presStyleLbl="sibTrans2D1" presStyleIdx="0" presStyleCnt="0"/>
      <dgm:spPr/>
    </dgm:pt>
    <dgm:pt modelId="{7E8FAEC6-9B75-4664-8B94-2342B1A53C51}" type="pres">
      <dgm:prSet presAssocID="{CC65F40C-2357-467B-BA0B-A7A375FDF2EA}" presName="compNode" presStyleCnt="0"/>
      <dgm:spPr/>
    </dgm:pt>
    <dgm:pt modelId="{EB86A8FB-C98A-4A55-81BF-EC9A3802488E}" type="pres">
      <dgm:prSet presAssocID="{CC65F40C-2357-467B-BA0B-A7A375FDF2EA}" presName="childRect" presStyleLbl="bgAcc1" presStyleIdx="3" presStyleCnt="5" custScaleX="110000" custScaleY="146410">
        <dgm:presLayoutVars>
          <dgm:bulletEnabled val="1"/>
        </dgm:presLayoutVars>
      </dgm:prSet>
      <dgm:spPr/>
    </dgm:pt>
    <dgm:pt modelId="{9675E33F-0B1B-4B7D-997F-167B882A5DD9}" type="pres">
      <dgm:prSet presAssocID="{CC65F40C-2357-467B-BA0B-A7A375FDF2EA}" presName="parentText" presStyleLbl="node1" presStyleIdx="0" presStyleCnt="0">
        <dgm:presLayoutVars>
          <dgm:chMax val="0"/>
          <dgm:bulletEnabled val="1"/>
        </dgm:presLayoutVars>
      </dgm:prSet>
      <dgm:spPr/>
    </dgm:pt>
    <dgm:pt modelId="{EA013CCA-5DBB-4BA7-8E29-0012DA99F08E}" type="pres">
      <dgm:prSet presAssocID="{CC65F40C-2357-467B-BA0B-A7A375FDF2EA}" presName="parentRect" presStyleLbl="alignNode1" presStyleIdx="3" presStyleCnt="5"/>
      <dgm:spPr/>
    </dgm:pt>
    <dgm:pt modelId="{34D28B7D-1A50-454C-A86A-756048ABE406}" type="pres">
      <dgm:prSet presAssocID="{CC65F40C-2357-467B-BA0B-A7A375FDF2EA}" presName="adorn" presStyleLbl="fgAccFollowNode1" presStyleIdx="3" presStyleCnt="5"/>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l="-16000" r="-16000"/>
          </a:stretch>
        </a:blipFill>
      </dgm:spPr>
    </dgm:pt>
    <dgm:pt modelId="{4E74F7CA-FA1F-4C6A-A7F5-CF534A7C6C73}" type="pres">
      <dgm:prSet presAssocID="{57B8A497-A5DA-4467-A670-64E375F38248}" presName="sibTrans" presStyleLbl="sibTrans2D1" presStyleIdx="0" presStyleCnt="0"/>
      <dgm:spPr/>
    </dgm:pt>
    <dgm:pt modelId="{240BD36B-81DB-4062-9A9A-1E34B0CF9067}" type="pres">
      <dgm:prSet presAssocID="{05BDF2A7-1968-4589-8217-410B661C19A2}" presName="compNode" presStyleCnt="0"/>
      <dgm:spPr/>
    </dgm:pt>
    <dgm:pt modelId="{B4945269-104A-44E8-8047-1389CD87B0F5}" type="pres">
      <dgm:prSet presAssocID="{05BDF2A7-1968-4589-8217-410B661C19A2}" presName="childRect" presStyleLbl="bgAcc1" presStyleIdx="4" presStyleCnt="5" custScaleY="146410">
        <dgm:presLayoutVars>
          <dgm:bulletEnabled val="1"/>
        </dgm:presLayoutVars>
      </dgm:prSet>
      <dgm:spPr/>
    </dgm:pt>
    <dgm:pt modelId="{BDDA3F8A-E7DA-4FD8-A20B-7D20EC40E825}" type="pres">
      <dgm:prSet presAssocID="{05BDF2A7-1968-4589-8217-410B661C19A2}" presName="parentText" presStyleLbl="node1" presStyleIdx="0" presStyleCnt="0">
        <dgm:presLayoutVars>
          <dgm:chMax val="0"/>
          <dgm:bulletEnabled val="1"/>
        </dgm:presLayoutVars>
      </dgm:prSet>
      <dgm:spPr/>
    </dgm:pt>
    <dgm:pt modelId="{715BC2CC-5BBA-45AA-BF3B-C215599B7731}" type="pres">
      <dgm:prSet presAssocID="{05BDF2A7-1968-4589-8217-410B661C19A2}" presName="parentRect" presStyleLbl="alignNode1" presStyleIdx="4" presStyleCnt="5"/>
      <dgm:spPr/>
    </dgm:pt>
    <dgm:pt modelId="{1137495A-B520-4E34-80E3-4FB282A38403}" type="pres">
      <dgm:prSet presAssocID="{05BDF2A7-1968-4589-8217-410B661C19A2}" presName="adorn" presStyleLbl="fgAccFollowNode1" presStyleIdx="4" presStyleCnt="5"/>
      <dgm:spPr>
        <a:blipFill rotWithShape="1">
          <a:blip xmlns:r="http://schemas.openxmlformats.org/officeDocument/2006/relationships"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l="-15000" r="-15000"/>
          </a:stretch>
        </a:blipFill>
      </dgm:spPr>
    </dgm:pt>
  </dgm:ptLst>
  <dgm:cxnLst>
    <dgm:cxn modelId="{C6F2E80D-0724-40C3-8FAD-5584480175F5}" type="presOf" srcId="{63D753BC-303A-4611-85D1-6593ABEB8F9F}" destId="{EB86A8FB-C98A-4A55-81BF-EC9A3802488E}" srcOrd="0" destOrd="2" presId="urn:microsoft.com/office/officeart/2005/8/layout/bList2"/>
    <dgm:cxn modelId="{9C3E8A10-BF98-4422-B95A-A049EAD05922}" srcId="{34D7AF1C-0768-49B3-83F9-ACB147FE6F6F}" destId="{BB363401-91E4-4F80-9EA3-A891DEAB125E}" srcOrd="1" destOrd="0" parTransId="{308D2438-144A-485F-AE80-D6E678DB6816}" sibTransId="{A728B047-943A-457F-95D5-3537BD83C7BF}"/>
    <dgm:cxn modelId="{1D2E9014-D5F4-499A-97C4-DAB0C2EF1A59}" type="presOf" srcId="{418E0CEE-8679-4A27-8416-B4C7E3B1CF13}" destId="{F9C1F36D-F527-408A-8F8A-0FE8F0DFD846}" srcOrd="0" destOrd="0" presId="urn:microsoft.com/office/officeart/2005/8/layout/bList2"/>
    <dgm:cxn modelId="{84CA351B-A62E-4921-A682-E147B311627B}" type="presOf" srcId="{2340BC21-E4DC-4F7F-83B1-4B88C25B3AF0}" destId="{7B0D591E-19DB-41BD-9CB9-AFBF92947406}" srcOrd="0" destOrd="0" presId="urn:microsoft.com/office/officeart/2005/8/layout/bList2"/>
    <dgm:cxn modelId="{51875A1C-0EF5-4DFE-9826-9F9F59B77EB8}" srcId="{38B0A528-5225-4BE2-B856-F0E4F916655D}" destId="{05BDF2A7-1968-4589-8217-410B661C19A2}" srcOrd="4" destOrd="0" parTransId="{6888559B-5CCC-4F62-9FD8-6238AAA577F5}" sibTransId="{50B25A35-442D-4B35-848A-32AE68B85C6C}"/>
    <dgm:cxn modelId="{6B0E101E-7C3E-45EE-B220-091284264965}" type="presOf" srcId="{34D7AF1C-0768-49B3-83F9-ACB147FE6F6F}" destId="{4FB5F224-0449-4177-A3E1-867FED064198}" srcOrd="1" destOrd="0" presId="urn:microsoft.com/office/officeart/2005/8/layout/bList2"/>
    <dgm:cxn modelId="{1CC92D34-76CA-47DE-A733-34DA866D5188}" srcId="{34D7AF1C-0768-49B3-83F9-ACB147FE6F6F}" destId="{5820A1B1-69C8-4902-B7DB-75606C3C3FFA}" srcOrd="0" destOrd="0" parTransId="{19981F68-C357-4448-9D65-D2DE8875F146}" sibTransId="{1293C918-7407-4100-8EDB-A0385E6EA606}"/>
    <dgm:cxn modelId="{6A3BE334-3D56-4523-B006-E6219B700D36}" type="presOf" srcId="{BB363401-91E4-4F80-9EA3-A891DEAB125E}" destId="{DE6DCBEB-D278-4311-B0D0-265870BCAEA0}" srcOrd="0" destOrd="1" presId="urn:microsoft.com/office/officeart/2005/8/layout/bList2"/>
    <dgm:cxn modelId="{C10EC536-E932-4697-B26B-9449BE85C6BA}" type="presOf" srcId="{05BDF2A7-1968-4589-8217-410B661C19A2}" destId="{BDDA3F8A-E7DA-4FD8-A20B-7D20EC40E825}" srcOrd="0" destOrd="0" presId="urn:microsoft.com/office/officeart/2005/8/layout/bList2"/>
    <dgm:cxn modelId="{1D38365B-424C-432D-AEB5-0C615819A9FF}" srcId="{9E93DB5B-6A46-4A1E-9FDA-C69448FCA4CA}" destId="{8D27051B-A221-47CF-B7D0-131B7529BD86}" srcOrd="0" destOrd="0" parTransId="{EC78A87F-48B7-44B5-A140-BF246821EA1A}" sibTransId="{74D34825-349A-4F8D-B1BE-D2291B4DD83D}"/>
    <dgm:cxn modelId="{255BF95C-CD04-4A3E-A26B-D4DE9C56ABCE}" type="presOf" srcId="{C750E834-80A9-478A-A167-B84149F57472}" destId="{6FA7BBDD-DE7A-4EE0-A43C-09B7428596B3}" srcOrd="0" destOrd="1" presId="urn:microsoft.com/office/officeart/2005/8/layout/bList2"/>
    <dgm:cxn modelId="{8CB65B5D-27B9-46E8-88F6-8EAF3C76B9E7}" type="presOf" srcId="{34D7AF1C-0768-49B3-83F9-ACB147FE6F6F}" destId="{288E89D0-44EF-4607-957D-F3A2FB61E460}" srcOrd="0" destOrd="0" presId="urn:microsoft.com/office/officeart/2005/8/layout/bList2"/>
    <dgm:cxn modelId="{3BB81143-8621-47C3-8694-B573A4DF98AD}" type="presOf" srcId="{A9F5ADCC-3729-45E7-877E-F4C1158065EC}" destId="{EB86A8FB-C98A-4A55-81BF-EC9A3802488E}" srcOrd="0" destOrd="1" presId="urn:microsoft.com/office/officeart/2005/8/layout/bList2"/>
    <dgm:cxn modelId="{663A3644-572C-46F5-8816-CB4306FABDEC}" type="presOf" srcId="{8D27051B-A221-47CF-B7D0-131B7529BD86}" destId="{6FA7BBDD-DE7A-4EE0-A43C-09B7428596B3}" srcOrd="0" destOrd="0" presId="urn:microsoft.com/office/officeart/2005/8/layout/bList2"/>
    <dgm:cxn modelId="{80ECD665-BC4D-43D3-8AC1-7752F8667150}" type="presOf" srcId="{38B0A528-5225-4BE2-B856-F0E4F916655D}" destId="{C8D9BA15-9795-4C5F-9360-69ABCAB3A7DA}" srcOrd="0" destOrd="0" presId="urn:microsoft.com/office/officeart/2005/8/layout/bList2"/>
    <dgm:cxn modelId="{EA6F6066-DFAD-4000-9324-08149599D125}" type="presOf" srcId="{0CC174EA-526A-4787-ABA6-3CF5F2A80498}" destId="{B4945269-104A-44E8-8047-1389CD87B0F5}" srcOrd="0" destOrd="2" presId="urn:microsoft.com/office/officeart/2005/8/layout/bList2"/>
    <dgm:cxn modelId="{4BECD94D-7DA8-4090-9D34-E3E9495BD25F}" type="presOf" srcId="{9E93DB5B-6A46-4A1E-9FDA-C69448FCA4CA}" destId="{C7A2802C-2820-41B4-BCDD-AFAD363BA956}" srcOrd="1" destOrd="0" presId="urn:microsoft.com/office/officeart/2005/8/layout/bList2"/>
    <dgm:cxn modelId="{149B8D4E-753A-448E-A721-E003D1DDD627}" srcId="{CC65F40C-2357-467B-BA0B-A7A375FDF2EA}" destId="{A9F5ADCC-3729-45E7-877E-F4C1158065EC}" srcOrd="1" destOrd="0" parTransId="{40F4A7B6-2FD9-444E-A3C3-D3AF0839BC77}" sibTransId="{347D83F4-F0AF-41C1-8D1C-C55F8C3AC9B2}"/>
    <dgm:cxn modelId="{D3083270-879D-4CB1-9BCE-29FD41A09F57}" type="presOf" srcId="{D2845836-683C-48CE-AF75-1596ECC44AE3}" destId="{6BECF5B7-473C-4FC2-9F43-963E5C91BF21}" srcOrd="0" destOrd="0" presId="urn:microsoft.com/office/officeart/2005/8/layout/bList2"/>
    <dgm:cxn modelId="{AE383450-72FD-470D-9C1B-F9FF3726FA43}" type="presOf" srcId="{D2845836-683C-48CE-AF75-1596ECC44AE3}" destId="{CA5AAC33-DE48-41EA-8BAA-370B2B22285A}" srcOrd="1" destOrd="0" presId="urn:microsoft.com/office/officeart/2005/8/layout/bList2"/>
    <dgm:cxn modelId="{DCBCA778-76ED-45AC-A366-8D43468436A4}" type="presOf" srcId="{CC4E7DBB-D15B-4CD2-8CAF-3A0FDFA977EE}" destId="{B4945269-104A-44E8-8047-1389CD87B0F5}" srcOrd="0" destOrd="0" presId="urn:microsoft.com/office/officeart/2005/8/layout/bList2"/>
    <dgm:cxn modelId="{D97B0159-0D35-4B7A-A8CA-9F65D3CDCACE}" srcId="{38B0A528-5225-4BE2-B856-F0E4F916655D}" destId="{CC65F40C-2357-467B-BA0B-A7A375FDF2EA}" srcOrd="3" destOrd="0" parTransId="{3F5D96BE-5DD7-472A-9173-56F926FCED3A}" sibTransId="{57B8A497-A5DA-4467-A670-64E375F38248}"/>
    <dgm:cxn modelId="{C8749B5A-23CF-4606-8CCD-B3EF6C927B75}" srcId="{38B0A528-5225-4BE2-B856-F0E4F916655D}" destId="{9E93DB5B-6A46-4A1E-9FDA-C69448FCA4CA}" srcOrd="0" destOrd="0" parTransId="{4FBA6D29-7422-4785-BD25-A0B02191A7E1}" sibTransId="{2340BC21-E4DC-4F7F-83B1-4B88C25B3AF0}"/>
    <dgm:cxn modelId="{6A99887C-2996-479F-89BE-4618F03AEA07}" srcId="{D2845836-683C-48CE-AF75-1596ECC44AE3}" destId="{68C8839A-4BDF-4456-AA7B-3510BF58A3C1}" srcOrd="2" destOrd="0" parTransId="{91973ACF-B15C-4B6E-8F2D-52189E23CE78}" sibTransId="{A25BEC92-18B6-4E1E-8B14-91EC97C76B9D}"/>
    <dgm:cxn modelId="{9E040B86-55EC-4108-B1E1-8EDCF4F319C1}" type="presOf" srcId="{9E93DB5B-6A46-4A1E-9FDA-C69448FCA4CA}" destId="{265F639B-11C7-4385-9C21-F10CCD0A3932}" srcOrd="0" destOrd="0" presId="urn:microsoft.com/office/officeart/2005/8/layout/bList2"/>
    <dgm:cxn modelId="{176A6389-1357-4B4B-A020-63219D0F0A39}" type="presOf" srcId="{3FB2AE3E-9F78-4B1B-B47C-2D653F1BA9BA}" destId="{EB86A8FB-C98A-4A55-81BF-EC9A3802488E}" srcOrd="0" destOrd="0" presId="urn:microsoft.com/office/officeart/2005/8/layout/bList2"/>
    <dgm:cxn modelId="{3B6FD789-DEBF-407C-99B6-6ADBE88B1861}" srcId="{34D7AF1C-0768-49B3-83F9-ACB147FE6F6F}" destId="{43349694-07F9-4533-89BC-0AB65D45F4F0}" srcOrd="2" destOrd="0" parTransId="{F81E9AA0-035F-4E57-9CAD-1DFDB5909A9A}" sibTransId="{6D50DDC8-5BE4-4FA2-92FB-E218238C3E7A}"/>
    <dgm:cxn modelId="{3D172890-C5A1-4E1A-817D-45259E3782D7}" srcId="{D2845836-683C-48CE-AF75-1596ECC44AE3}" destId="{59EC126C-E390-442C-93F1-C3CB526EAB86}" srcOrd="1" destOrd="0" parTransId="{6B0BA59F-8DE8-440C-9CBA-4732754B081B}" sibTransId="{B7E65DA2-4854-46D6-BAF0-605ACE81F094}"/>
    <dgm:cxn modelId="{1EDBCA9A-4313-4354-95F5-882AAEA694DF}" type="presOf" srcId="{86CA1D3E-04F3-420B-9A11-24D1FE28C6A6}" destId="{6FA7BBDD-DE7A-4EE0-A43C-09B7428596B3}" srcOrd="0" destOrd="2" presId="urn:microsoft.com/office/officeart/2005/8/layout/bList2"/>
    <dgm:cxn modelId="{6D74129B-4CF7-4EF6-90DA-EE98C7E8BFC7}" srcId="{38B0A528-5225-4BE2-B856-F0E4F916655D}" destId="{34D7AF1C-0768-49B3-83F9-ACB147FE6F6F}" srcOrd="1" destOrd="0" parTransId="{E8AA53DC-90A6-4004-98F2-089568BF7F76}" sibTransId="{B64216DA-0887-4026-A2D5-670B398824C0}"/>
    <dgm:cxn modelId="{D72A76A9-E0A9-449C-A68C-824F1F4D2201}" type="presOf" srcId="{5820A1B1-69C8-4902-B7DB-75606C3C3FFA}" destId="{DE6DCBEB-D278-4311-B0D0-265870BCAEA0}" srcOrd="0" destOrd="0" presId="urn:microsoft.com/office/officeart/2005/8/layout/bList2"/>
    <dgm:cxn modelId="{6FA431B8-A04D-4AD5-9FAF-D03C51E24B3E}" srcId="{05BDF2A7-1968-4589-8217-410B661C19A2}" destId="{17397531-F4F4-4C83-B3B7-E00889198C1B}" srcOrd="1" destOrd="0" parTransId="{73ED4C54-392B-4DC3-87FE-B1B92166BDF9}" sibTransId="{8699AE92-26DA-4774-84FE-621FB921B9DA}"/>
    <dgm:cxn modelId="{D1A7A8B8-78F4-4BE8-BFEF-A2B488E26780}" type="presOf" srcId="{30ACDA07-24FD-4271-AA96-C316D7124205}" destId="{093F2981-0D46-4224-8656-166EEA542927}" srcOrd="0" destOrd="0" presId="urn:microsoft.com/office/officeart/2005/8/layout/bList2"/>
    <dgm:cxn modelId="{3F6932BE-1489-4C3A-BEA3-ADB319807564}" type="presOf" srcId="{CC65F40C-2357-467B-BA0B-A7A375FDF2EA}" destId="{EA013CCA-5DBB-4BA7-8E29-0012DA99F08E}" srcOrd="1" destOrd="0" presId="urn:microsoft.com/office/officeart/2005/8/layout/bList2"/>
    <dgm:cxn modelId="{FD2AF6BF-5B25-4BAD-AD99-730A1E84BCBB}" type="presOf" srcId="{68C8839A-4BDF-4456-AA7B-3510BF58A3C1}" destId="{093F2981-0D46-4224-8656-166EEA542927}" srcOrd="0" destOrd="2" presId="urn:microsoft.com/office/officeart/2005/8/layout/bList2"/>
    <dgm:cxn modelId="{F93E50C2-1B88-4899-B2CF-61D066FB54BB}" srcId="{D2845836-683C-48CE-AF75-1596ECC44AE3}" destId="{30ACDA07-24FD-4271-AA96-C316D7124205}" srcOrd="0" destOrd="0" parTransId="{CF38E8B0-7A1F-4A72-8EB3-903E28E4D703}" sibTransId="{DF9CCA7A-F036-44D0-BD34-20DB909FD139}"/>
    <dgm:cxn modelId="{BD3225C7-EA72-4C3B-A27F-F4C762122F91}" type="presOf" srcId="{CC65F40C-2357-467B-BA0B-A7A375FDF2EA}" destId="{9675E33F-0B1B-4B7D-997F-167B882A5DD9}" srcOrd="0" destOrd="0" presId="urn:microsoft.com/office/officeart/2005/8/layout/bList2"/>
    <dgm:cxn modelId="{F4FF86C8-8F8B-43D8-9343-97FC2206B03B}" srcId="{9E93DB5B-6A46-4A1E-9FDA-C69448FCA4CA}" destId="{86CA1D3E-04F3-420B-9A11-24D1FE28C6A6}" srcOrd="2" destOrd="0" parTransId="{3777A0CD-568E-4D29-BEFB-112E135BE22A}" sibTransId="{98F6AFC3-A363-449B-8922-E91DAB373E1A}"/>
    <dgm:cxn modelId="{DC0071CD-AE07-410B-B397-7436364CF03F}" srcId="{38B0A528-5225-4BE2-B856-F0E4F916655D}" destId="{D2845836-683C-48CE-AF75-1596ECC44AE3}" srcOrd="2" destOrd="0" parTransId="{41B976C6-1C22-4034-809D-318BB1BD1BE2}" sibTransId="{418E0CEE-8679-4A27-8416-B4C7E3B1CF13}"/>
    <dgm:cxn modelId="{984B1AD5-84B8-440C-AF47-2ADCECFEDE21}" type="presOf" srcId="{59EC126C-E390-442C-93F1-C3CB526EAB86}" destId="{093F2981-0D46-4224-8656-166EEA542927}" srcOrd="0" destOrd="1" presId="urn:microsoft.com/office/officeart/2005/8/layout/bList2"/>
    <dgm:cxn modelId="{30EFC8DB-1DD3-4E6B-8429-FE71899EB5F9}" srcId="{CC65F40C-2357-467B-BA0B-A7A375FDF2EA}" destId="{3FB2AE3E-9F78-4B1B-B47C-2D653F1BA9BA}" srcOrd="0" destOrd="0" parTransId="{906E126A-1098-4494-9ACE-1D7333185BAE}" sibTransId="{71F6562C-85CC-4E5D-B679-9B3B4B9FBA1E}"/>
    <dgm:cxn modelId="{114901E1-CD1D-4784-9764-784AC4CF3EB6}" type="presOf" srcId="{57B8A497-A5DA-4467-A670-64E375F38248}" destId="{4E74F7CA-FA1F-4C6A-A7F5-CF534A7C6C73}" srcOrd="0" destOrd="0" presId="urn:microsoft.com/office/officeart/2005/8/layout/bList2"/>
    <dgm:cxn modelId="{6FD28CE1-601F-4F60-9BD1-52257AF662B4}" srcId="{CC65F40C-2357-467B-BA0B-A7A375FDF2EA}" destId="{63D753BC-303A-4611-85D1-6593ABEB8F9F}" srcOrd="2" destOrd="0" parTransId="{3065C500-A293-4F71-B67A-CBDE8F313305}" sibTransId="{B5C462C7-D690-4FB5-B7A2-5C25201178BE}"/>
    <dgm:cxn modelId="{C6F630E3-A76F-4027-84A9-6B1461BD80C8}" type="presOf" srcId="{05BDF2A7-1968-4589-8217-410B661C19A2}" destId="{715BC2CC-5BBA-45AA-BF3B-C215599B7731}" srcOrd="1" destOrd="0" presId="urn:microsoft.com/office/officeart/2005/8/layout/bList2"/>
    <dgm:cxn modelId="{883B97E8-90ED-4132-B4A3-388E4AB44CB0}" type="presOf" srcId="{17397531-F4F4-4C83-B3B7-E00889198C1B}" destId="{B4945269-104A-44E8-8047-1389CD87B0F5}" srcOrd="0" destOrd="1" presId="urn:microsoft.com/office/officeart/2005/8/layout/bList2"/>
    <dgm:cxn modelId="{32F9C9E8-B557-4620-B24C-3F18FB286C3A}" type="presOf" srcId="{B64216DA-0887-4026-A2D5-670B398824C0}" destId="{503B0A07-BD78-4974-A432-5346CA0559D3}" srcOrd="0" destOrd="0" presId="urn:microsoft.com/office/officeart/2005/8/layout/bList2"/>
    <dgm:cxn modelId="{FE66C0E9-28A6-48A2-AEB2-0B961B638447}" type="presOf" srcId="{43349694-07F9-4533-89BC-0AB65D45F4F0}" destId="{DE6DCBEB-D278-4311-B0D0-265870BCAEA0}" srcOrd="0" destOrd="2" presId="urn:microsoft.com/office/officeart/2005/8/layout/bList2"/>
    <dgm:cxn modelId="{ABDAC3EA-A163-4772-9EAE-7C13517898AB}" srcId="{05BDF2A7-1968-4589-8217-410B661C19A2}" destId="{CC4E7DBB-D15B-4CD2-8CAF-3A0FDFA977EE}" srcOrd="0" destOrd="0" parTransId="{2D55575B-9CF5-4302-BDF8-9A18585F7DCF}" sibTransId="{BC7E347A-937F-4687-AE9B-4FCF68383D02}"/>
    <dgm:cxn modelId="{63584FEF-4BB1-49A9-9D1B-8A33FC626F52}" srcId="{9E93DB5B-6A46-4A1E-9FDA-C69448FCA4CA}" destId="{C750E834-80A9-478A-A167-B84149F57472}" srcOrd="1" destOrd="0" parTransId="{9E7BEFA0-6F5C-4761-9E7B-536FC6943965}" sibTransId="{A46F5AE8-AC00-4A10-941E-4237B12818C5}"/>
    <dgm:cxn modelId="{E24575F0-5C42-424F-BD51-CA2C3A208B0E}" srcId="{05BDF2A7-1968-4589-8217-410B661C19A2}" destId="{0CC174EA-526A-4787-ABA6-3CF5F2A80498}" srcOrd="2" destOrd="0" parTransId="{459D4645-7BBD-4E6B-A96C-BAA625B1B9B5}" sibTransId="{9AB87214-C270-4BA0-A3E8-6F1EAC0885FB}"/>
    <dgm:cxn modelId="{284192A2-286B-469C-94C2-DB9B8D2158B5}" type="presParOf" srcId="{C8D9BA15-9795-4C5F-9360-69ABCAB3A7DA}" destId="{1D675B53-AD70-4607-AB03-09EEC5A3158A}" srcOrd="0" destOrd="0" presId="urn:microsoft.com/office/officeart/2005/8/layout/bList2"/>
    <dgm:cxn modelId="{B100EA3D-BB76-4681-A9BC-D79697825583}" type="presParOf" srcId="{1D675B53-AD70-4607-AB03-09EEC5A3158A}" destId="{6FA7BBDD-DE7A-4EE0-A43C-09B7428596B3}" srcOrd="0" destOrd="0" presId="urn:microsoft.com/office/officeart/2005/8/layout/bList2"/>
    <dgm:cxn modelId="{0FA23AAD-67BC-4BB4-9073-3D5A0B57B558}" type="presParOf" srcId="{1D675B53-AD70-4607-AB03-09EEC5A3158A}" destId="{265F639B-11C7-4385-9C21-F10CCD0A3932}" srcOrd="1" destOrd="0" presId="urn:microsoft.com/office/officeart/2005/8/layout/bList2"/>
    <dgm:cxn modelId="{29F8AD3D-81F5-4964-AACD-3ABF41B18CF4}" type="presParOf" srcId="{1D675B53-AD70-4607-AB03-09EEC5A3158A}" destId="{C7A2802C-2820-41B4-BCDD-AFAD363BA956}" srcOrd="2" destOrd="0" presId="urn:microsoft.com/office/officeart/2005/8/layout/bList2"/>
    <dgm:cxn modelId="{8D6BCB69-2F6A-4499-80C3-05D7AF43460A}" type="presParOf" srcId="{1D675B53-AD70-4607-AB03-09EEC5A3158A}" destId="{8AB5F57B-E20F-4341-A784-E05353C40AD3}" srcOrd="3" destOrd="0" presId="urn:microsoft.com/office/officeart/2005/8/layout/bList2"/>
    <dgm:cxn modelId="{0AA4049E-14D1-4C3B-889B-88767B8EDDA2}" type="presParOf" srcId="{C8D9BA15-9795-4C5F-9360-69ABCAB3A7DA}" destId="{7B0D591E-19DB-41BD-9CB9-AFBF92947406}" srcOrd="1" destOrd="0" presId="urn:microsoft.com/office/officeart/2005/8/layout/bList2"/>
    <dgm:cxn modelId="{97CFF649-3476-41B9-943B-17DFBC86CD84}" type="presParOf" srcId="{C8D9BA15-9795-4C5F-9360-69ABCAB3A7DA}" destId="{83027EE6-116A-4628-983C-A57B6B7A6F12}" srcOrd="2" destOrd="0" presId="urn:microsoft.com/office/officeart/2005/8/layout/bList2"/>
    <dgm:cxn modelId="{FDE98645-5C15-44CF-AC64-C654E50C5C9B}" type="presParOf" srcId="{83027EE6-116A-4628-983C-A57B6B7A6F12}" destId="{DE6DCBEB-D278-4311-B0D0-265870BCAEA0}" srcOrd="0" destOrd="0" presId="urn:microsoft.com/office/officeart/2005/8/layout/bList2"/>
    <dgm:cxn modelId="{DC0B203B-86E8-4504-8A64-66F8FE56467D}" type="presParOf" srcId="{83027EE6-116A-4628-983C-A57B6B7A6F12}" destId="{288E89D0-44EF-4607-957D-F3A2FB61E460}" srcOrd="1" destOrd="0" presId="urn:microsoft.com/office/officeart/2005/8/layout/bList2"/>
    <dgm:cxn modelId="{A3CB0005-7A7C-4DDC-A8B5-F60796A0CC65}" type="presParOf" srcId="{83027EE6-116A-4628-983C-A57B6B7A6F12}" destId="{4FB5F224-0449-4177-A3E1-867FED064198}" srcOrd="2" destOrd="0" presId="urn:microsoft.com/office/officeart/2005/8/layout/bList2"/>
    <dgm:cxn modelId="{0E36903C-D2EC-4600-809F-D5DE3329216E}" type="presParOf" srcId="{83027EE6-116A-4628-983C-A57B6B7A6F12}" destId="{E45E1493-8287-40D4-9D68-77FAED4B86DF}" srcOrd="3" destOrd="0" presId="urn:microsoft.com/office/officeart/2005/8/layout/bList2"/>
    <dgm:cxn modelId="{4CDF2ECF-D341-4267-B167-25B026B87844}" type="presParOf" srcId="{C8D9BA15-9795-4C5F-9360-69ABCAB3A7DA}" destId="{503B0A07-BD78-4974-A432-5346CA0559D3}" srcOrd="3" destOrd="0" presId="urn:microsoft.com/office/officeart/2005/8/layout/bList2"/>
    <dgm:cxn modelId="{4E9C32E2-CF94-4430-92D2-28AC5CF30760}" type="presParOf" srcId="{C8D9BA15-9795-4C5F-9360-69ABCAB3A7DA}" destId="{CA5EEBE8-E468-4240-A1C8-3602C940AAD6}" srcOrd="4" destOrd="0" presId="urn:microsoft.com/office/officeart/2005/8/layout/bList2"/>
    <dgm:cxn modelId="{0C6649A8-F58F-4B27-A8CE-2349B40BD6F8}" type="presParOf" srcId="{CA5EEBE8-E468-4240-A1C8-3602C940AAD6}" destId="{093F2981-0D46-4224-8656-166EEA542927}" srcOrd="0" destOrd="0" presId="urn:microsoft.com/office/officeart/2005/8/layout/bList2"/>
    <dgm:cxn modelId="{CB8640A5-AC71-41A7-90D8-C2B4764B2575}" type="presParOf" srcId="{CA5EEBE8-E468-4240-A1C8-3602C940AAD6}" destId="{6BECF5B7-473C-4FC2-9F43-963E5C91BF21}" srcOrd="1" destOrd="0" presId="urn:microsoft.com/office/officeart/2005/8/layout/bList2"/>
    <dgm:cxn modelId="{A390D651-D42A-43CE-A457-069BA348CFA2}" type="presParOf" srcId="{CA5EEBE8-E468-4240-A1C8-3602C940AAD6}" destId="{CA5AAC33-DE48-41EA-8BAA-370B2B22285A}" srcOrd="2" destOrd="0" presId="urn:microsoft.com/office/officeart/2005/8/layout/bList2"/>
    <dgm:cxn modelId="{D0EC7933-FB00-44E0-8653-91BB8C242007}" type="presParOf" srcId="{CA5EEBE8-E468-4240-A1C8-3602C940AAD6}" destId="{7A7C8222-B9CB-4CFF-8FBC-332DC964DE7C}" srcOrd="3" destOrd="0" presId="urn:microsoft.com/office/officeart/2005/8/layout/bList2"/>
    <dgm:cxn modelId="{E0DBC6A9-6D2A-4FD3-8442-C7738BF43619}" type="presParOf" srcId="{C8D9BA15-9795-4C5F-9360-69ABCAB3A7DA}" destId="{F9C1F36D-F527-408A-8F8A-0FE8F0DFD846}" srcOrd="5" destOrd="0" presId="urn:microsoft.com/office/officeart/2005/8/layout/bList2"/>
    <dgm:cxn modelId="{6A1ABD9F-4DD2-44E8-AF67-F7F6880C37DA}" type="presParOf" srcId="{C8D9BA15-9795-4C5F-9360-69ABCAB3A7DA}" destId="{7E8FAEC6-9B75-4664-8B94-2342B1A53C51}" srcOrd="6" destOrd="0" presId="urn:microsoft.com/office/officeart/2005/8/layout/bList2"/>
    <dgm:cxn modelId="{AAC9596F-FBCD-4CFF-B357-97A05EF1F4CF}" type="presParOf" srcId="{7E8FAEC6-9B75-4664-8B94-2342B1A53C51}" destId="{EB86A8FB-C98A-4A55-81BF-EC9A3802488E}" srcOrd="0" destOrd="0" presId="urn:microsoft.com/office/officeart/2005/8/layout/bList2"/>
    <dgm:cxn modelId="{654EA48B-1402-46D9-9AB0-EB1C017A8CDD}" type="presParOf" srcId="{7E8FAEC6-9B75-4664-8B94-2342B1A53C51}" destId="{9675E33F-0B1B-4B7D-997F-167B882A5DD9}" srcOrd="1" destOrd="0" presId="urn:microsoft.com/office/officeart/2005/8/layout/bList2"/>
    <dgm:cxn modelId="{A8E80396-3A34-4E69-AC88-AC5596CEC7B3}" type="presParOf" srcId="{7E8FAEC6-9B75-4664-8B94-2342B1A53C51}" destId="{EA013CCA-5DBB-4BA7-8E29-0012DA99F08E}" srcOrd="2" destOrd="0" presId="urn:microsoft.com/office/officeart/2005/8/layout/bList2"/>
    <dgm:cxn modelId="{04BE0D52-2250-40FB-9C3B-B0AFDDB742C5}" type="presParOf" srcId="{7E8FAEC6-9B75-4664-8B94-2342B1A53C51}" destId="{34D28B7D-1A50-454C-A86A-756048ABE406}" srcOrd="3" destOrd="0" presId="urn:microsoft.com/office/officeart/2005/8/layout/bList2"/>
    <dgm:cxn modelId="{01A3294C-E678-4771-A775-0E3FBB2276C9}" type="presParOf" srcId="{C8D9BA15-9795-4C5F-9360-69ABCAB3A7DA}" destId="{4E74F7CA-FA1F-4C6A-A7F5-CF534A7C6C73}" srcOrd="7" destOrd="0" presId="urn:microsoft.com/office/officeart/2005/8/layout/bList2"/>
    <dgm:cxn modelId="{0E28A720-1717-4E9B-B573-0EE45A6C30AE}" type="presParOf" srcId="{C8D9BA15-9795-4C5F-9360-69ABCAB3A7DA}" destId="{240BD36B-81DB-4062-9A9A-1E34B0CF9067}" srcOrd="8" destOrd="0" presId="urn:microsoft.com/office/officeart/2005/8/layout/bList2"/>
    <dgm:cxn modelId="{ECBF4F6C-6ECC-4176-A487-601900AF7BCC}" type="presParOf" srcId="{240BD36B-81DB-4062-9A9A-1E34B0CF9067}" destId="{B4945269-104A-44E8-8047-1389CD87B0F5}" srcOrd="0" destOrd="0" presId="urn:microsoft.com/office/officeart/2005/8/layout/bList2"/>
    <dgm:cxn modelId="{73632008-223D-4B12-B2B7-541E3168846A}" type="presParOf" srcId="{240BD36B-81DB-4062-9A9A-1E34B0CF9067}" destId="{BDDA3F8A-E7DA-4FD8-A20B-7D20EC40E825}" srcOrd="1" destOrd="0" presId="urn:microsoft.com/office/officeart/2005/8/layout/bList2"/>
    <dgm:cxn modelId="{B97A9D94-A05C-42B7-9FF8-7F62344D1691}" type="presParOf" srcId="{240BD36B-81DB-4062-9A9A-1E34B0CF9067}" destId="{715BC2CC-5BBA-45AA-BF3B-C215599B7731}" srcOrd="2" destOrd="0" presId="urn:microsoft.com/office/officeart/2005/8/layout/bList2"/>
    <dgm:cxn modelId="{CD1FC4EC-9454-4BD4-A5BE-2F36E69CE91C}" type="presParOf" srcId="{240BD36B-81DB-4062-9A9A-1E34B0CF9067}" destId="{1137495A-B520-4E34-80E3-4FB282A38403}"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0512D6-AB8B-4E0C-BDF0-C70A32BC1012}" type="doc">
      <dgm:prSet loTypeId="urn:microsoft.com/office/officeart/2005/8/layout/vList3" loCatId="list" qsTypeId="urn:microsoft.com/office/officeart/2005/8/quickstyle/simple3" qsCatId="simple" csTypeId="urn:microsoft.com/office/officeart/2005/8/colors/colorful1" csCatId="colorful" phldr="1"/>
      <dgm:spPr/>
      <dgm:t>
        <a:bodyPr/>
        <a:lstStyle/>
        <a:p>
          <a:endParaRPr lang="de-DE"/>
        </a:p>
      </dgm:t>
    </dgm:pt>
    <dgm:pt modelId="{37676751-183E-4577-B55B-5A815C2A1A9F}">
      <dgm:prSet/>
      <dgm:spPr/>
      <dgm:t>
        <a:bodyPr/>
        <a:lstStyle/>
        <a:p>
          <a:r>
            <a:rPr lang="de-DE" dirty="0"/>
            <a:t>Bearbeitung, Erfassung und Anzeige der Daten mit Hilfe von Formularen</a:t>
          </a:r>
        </a:p>
      </dgm:t>
    </dgm:pt>
    <dgm:pt modelId="{C364EDB8-1021-4E5E-BB95-E7B60F436EB2}" type="parTrans" cxnId="{8A53FBCE-37B8-4450-A3E7-972C048F90FA}">
      <dgm:prSet/>
      <dgm:spPr/>
      <dgm:t>
        <a:bodyPr/>
        <a:lstStyle/>
        <a:p>
          <a:endParaRPr lang="de-DE"/>
        </a:p>
      </dgm:t>
    </dgm:pt>
    <dgm:pt modelId="{A4FFA5C6-DF0C-4C5F-98DB-59F4072E4323}" type="sibTrans" cxnId="{8A53FBCE-37B8-4450-A3E7-972C048F90FA}">
      <dgm:prSet/>
      <dgm:spPr/>
      <dgm:t>
        <a:bodyPr/>
        <a:lstStyle/>
        <a:p>
          <a:endParaRPr lang="de-DE"/>
        </a:p>
      </dgm:t>
    </dgm:pt>
    <dgm:pt modelId="{BE1D6638-97CB-4CFB-B0DE-1B2B9972904E}">
      <dgm:prSet/>
      <dgm:spPr/>
      <dgm:t>
        <a:bodyPr/>
        <a:lstStyle/>
        <a:p>
          <a:r>
            <a:rPr lang="de-DE"/>
            <a:t>Zusammenfassen und Auswerten von Daten in Form von Berichten</a:t>
          </a:r>
        </a:p>
      </dgm:t>
    </dgm:pt>
    <dgm:pt modelId="{81D258C2-D534-4403-A7CE-75F1B7B5EF0A}" type="parTrans" cxnId="{9C7B28DC-51EA-4960-8A8D-B216CF12A874}">
      <dgm:prSet/>
      <dgm:spPr/>
      <dgm:t>
        <a:bodyPr/>
        <a:lstStyle/>
        <a:p>
          <a:endParaRPr lang="de-DE"/>
        </a:p>
      </dgm:t>
    </dgm:pt>
    <dgm:pt modelId="{9E16A4AE-16B9-4400-A5B9-0C7436725C6B}" type="sibTrans" cxnId="{9C7B28DC-51EA-4960-8A8D-B216CF12A874}">
      <dgm:prSet/>
      <dgm:spPr/>
      <dgm:t>
        <a:bodyPr/>
        <a:lstStyle/>
        <a:p>
          <a:endParaRPr lang="de-DE"/>
        </a:p>
      </dgm:t>
    </dgm:pt>
    <dgm:pt modelId="{8036BA95-D3B5-44B0-A6F9-C318DD74A1B5}">
      <dgm:prSet/>
      <dgm:spPr/>
      <dgm:t>
        <a:bodyPr/>
        <a:lstStyle/>
        <a:p>
          <a:r>
            <a:rPr lang="de-DE" dirty="0"/>
            <a:t>Tabellen einer Datenbank können durch Abfragen manipuliert werden</a:t>
          </a:r>
        </a:p>
      </dgm:t>
    </dgm:pt>
    <dgm:pt modelId="{C5F12CF9-3821-40B1-82BE-E013241D95AD}" type="parTrans" cxnId="{94AAF81E-8B08-41E0-A6C4-37EA8694AA36}">
      <dgm:prSet/>
      <dgm:spPr/>
      <dgm:t>
        <a:bodyPr/>
        <a:lstStyle/>
        <a:p>
          <a:endParaRPr lang="de-DE"/>
        </a:p>
      </dgm:t>
    </dgm:pt>
    <dgm:pt modelId="{B4014527-2FCF-4B20-AC47-7A67ABEED2E3}" type="sibTrans" cxnId="{94AAF81E-8B08-41E0-A6C4-37EA8694AA36}">
      <dgm:prSet/>
      <dgm:spPr/>
      <dgm:t>
        <a:bodyPr/>
        <a:lstStyle/>
        <a:p>
          <a:endParaRPr lang="de-DE"/>
        </a:p>
      </dgm:t>
    </dgm:pt>
    <dgm:pt modelId="{D41DEAEB-2E33-4296-AED0-CED6E5D62DEE}" type="pres">
      <dgm:prSet presAssocID="{230512D6-AB8B-4E0C-BDF0-C70A32BC1012}" presName="linearFlow" presStyleCnt="0">
        <dgm:presLayoutVars>
          <dgm:dir/>
          <dgm:resizeHandles val="exact"/>
        </dgm:presLayoutVars>
      </dgm:prSet>
      <dgm:spPr/>
    </dgm:pt>
    <dgm:pt modelId="{1E19B27D-BA3D-4F14-819A-B780599451E3}" type="pres">
      <dgm:prSet presAssocID="{37676751-183E-4577-B55B-5A815C2A1A9F}" presName="composite" presStyleCnt="0"/>
      <dgm:spPr/>
    </dgm:pt>
    <dgm:pt modelId="{354472A1-A70D-4389-AC16-52FA7E62DDE9}" type="pres">
      <dgm:prSet presAssocID="{37676751-183E-4577-B55B-5A815C2A1A9F}" presName="imgShp" presStyleLbl="fgImgPlace1" presStyleIdx="0" presStyleCnt="3"/>
      <dgm:spPr>
        <a:blipFill rotWithShape="1">
          <a:blip xmlns:r="http://schemas.openxmlformats.org/officeDocument/2006/relationships" r:embed="rId1"/>
          <a:srcRect/>
          <a:stretch>
            <a:fillRect l="-3000" r="-3000"/>
          </a:stretch>
        </a:blipFill>
      </dgm:spPr>
    </dgm:pt>
    <dgm:pt modelId="{2D4B4683-447F-4C88-A1E9-43772B485815}" type="pres">
      <dgm:prSet presAssocID="{37676751-183E-4577-B55B-5A815C2A1A9F}" presName="txShp" presStyleLbl="node1" presStyleIdx="0" presStyleCnt="3">
        <dgm:presLayoutVars>
          <dgm:bulletEnabled val="1"/>
        </dgm:presLayoutVars>
      </dgm:prSet>
      <dgm:spPr/>
    </dgm:pt>
    <dgm:pt modelId="{D6814EA6-66C3-4261-9D8F-2648ECFEBBB3}" type="pres">
      <dgm:prSet presAssocID="{A4FFA5C6-DF0C-4C5F-98DB-59F4072E4323}" presName="spacing" presStyleCnt="0"/>
      <dgm:spPr/>
    </dgm:pt>
    <dgm:pt modelId="{1E5C668E-49BE-4449-9444-EAC8D7305480}" type="pres">
      <dgm:prSet presAssocID="{BE1D6638-97CB-4CFB-B0DE-1B2B9972904E}" presName="composite" presStyleCnt="0"/>
      <dgm:spPr/>
    </dgm:pt>
    <dgm:pt modelId="{8ACAA288-6279-4354-8AB6-8023460A10EC}" type="pres">
      <dgm:prSet presAssocID="{BE1D6638-97CB-4CFB-B0DE-1B2B9972904E}" presName="imgShp" presStyleLbl="fgImgPlace1" presStyleIdx="1" presStyleCnt="3"/>
      <dgm:spPr>
        <a:blipFill rotWithShape="1">
          <a:blip xmlns:r="http://schemas.openxmlformats.org/officeDocument/2006/relationships" r:embed="rId2"/>
          <a:srcRect/>
          <a:stretch>
            <a:fillRect/>
          </a:stretch>
        </a:blipFill>
      </dgm:spPr>
    </dgm:pt>
    <dgm:pt modelId="{EE0AEB5B-CF3F-42A9-A3C1-A3D630ED9F98}" type="pres">
      <dgm:prSet presAssocID="{BE1D6638-97CB-4CFB-B0DE-1B2B9972904E}" presName="txShp" presStyleLbl="node1" presStyleIdx="1" presStyleCnt="3">
        <dgm:presLayoutVars>
          <dgm:bulletEnabled val="1"/>
        </dgm:presLayoutVars>
      </dgm:prSet>
      <dgm:spPr/>
    </dgm:pt>
    <dgm:pt modelId="{18D5BF00-8BDF-4415-8DD9-9A53C0BBEFBC}" type="pres">
      <dgm:prSet presAssocID="{9E16A4AE-16B9-4400-A5B9-0C7436725C6B}" presName="spacing" presStyleCnt="0"/>
      <dgm:spPr/>
    </dgm:pt>
    <dgm:pt modelId="{CE21CC0A-ACC6-4EC5-9270-A5C9EFFEB6BD}" type="pres">
      <dgm:prSet presAssocID="{8036BA95-D3B5-44B0-A6F9-C318DD74A1B5}" presName="composite" presStyleCnt="0"/>
      <dgm:spPr/>
    </dgm:pt>
    <dgm:pt modelId="{1C7929BB-E52C-498F-8172-4974D60059F2}" type="pres">
      <dgm:prSet presAssocID="{8036BA95-D3B5-44B0-A6F9-C318DD74A1B5}" presName="imgShp" presStyleLbl="fgImgPlace1" presStyleIdx="2" presStyleCnt="3"/>
      <dgm:spPr>
        <a:blipFill rotWithShape="1">
          <a:blip xmlns:r="http://schemas.openxmlformats.org/officeDocument/2006/relationships" r:embed="rId3"/>
          <a:srcRect/>
          <a:stretch>
            <a:fillRect/>
          </a:stretch>
        </a:blipFill>
      </dgm:spPr>
    </dgm:pt>
    <dgm:pt modelId="{AF0D751D-3D6A-4034-AD67-81F6562042EA}" type="pres">
      <dgm:prSet presAssocID="{8036BA95-D3B5-44B0-A6F9-C318DD74A1B5}" presName="txShp" presStyleLbl="node1" presStyleIdx="2" presStyleCnt="3">
        <dgm:presLayoutVars>
          <dgm:bulletEnabled val="1"/>
        </dgm:presLayoutVars>
      </dgm:prSet>
      <dgm:spPr/>
    </dgm:pt>
  </dgm:ptLst>
  <dgm:cxnLst>
    <dgm:cxn modelId="{94AAF81E-8B08-41E0-A6C4-37EA8694AA36}" srcId="{230512D6-AB8B-4E0C-BDF0-C70A32BC1012}" destId="{8036BA95-D3B5-44B0-A6F9-C318DD74A1B5}" srcOrd="2" destOrd="0" parTransId="{C5F12CF9-3821-40B1-82BE-E013241D95AD}" sibTransId="{B4014527-2FCF-4B20-AC47-7A67ABEED2E3}"/>
    <dgm:cxn modelId="{4B47E64F-F55D-4A6B-896E-1B139A7EBB87}" type="presOf" srcId="{37676751-183E-4577-B55B-5A815C2A1A9F}" destId="{2D4B4683-447F-4C88-A1E9-43772B485815}" srcOrd="0" destOrd="0" presId="urn:microsoft.com/office/officeart/2005/8/layout/vList3"/>
    <dgm:cxn modelId="{EF020975-5859-41D4-8B13-2D6A603445A2}" type="presOf" srcId="{BE1D6638-97CB-4CFB-B0DE-1B2B9972904E}" destId="{EE0AEB5B-CF3F-42A9-A3C1-A3D630ED9F98}" srcOrd="0" destOrd="0" presId="urn:microsoft.com/office/officeart/2005/8/layout/vList3"/>
    <dgm:cxn modelId="{BA1E8193-95C9-4EA9-A09A-EBA657645914}" type="presOf" srcId="{230512D6-AB8B-4E0C-BDF0-C70A32BC1012}" destId="{D41DEAEB-2E33-4296-AED0-CED6E5D62DEE}" srcOrd="0" destOrd="0" presId="urn:microsoft.com/office/officeart/2005/8/layout/vList3"/>
    <dgm:cxn modelId="{9B3B51BF-1239-490D-8408-42843F56720F}" type="presOf" srcId="{8036BA95-D3B5-44B0-A6F9-C318DD74A1B5}" destId="{AF0D751D-3D6A-4034-AD67-81F6562042EA}" srcOrd="0" destOrd="0" presId="urn:microsoft.com/office/officeart/2005/8/layout/vList3"/>
    <dgm:cxn modelId="{8A53FBCE-37B8-4450-A3E7-972C048F90FA}" srcId="{230512D6-AB8B-4E0C-BDF0-C70A32BC1012}" destId="{37676751-183E-4577-B55B-5A815C2A1A9F}" srcOrd="0" destOrd="0" parTransId="{C364EDB8-1021-4E5E-BB95-E7B60F436EB2}" sibTransId="{A4FFA5C6-DF0C-4C5F-98DB-59F4072E4323}"/>
    <dgm:cxn modelId="{9C7B28DC-51EA-4960-8A8D-B216CF12A874}" srcId="{230512D6-AB8B-4E0C-BDF0-C70A32BC1012}" destId="{BE1D6638-97CB-4CFB-B0DE-1B2B9972904E}" srcOrd="1" destOrd="0" parTransId="{81D258C2-D534-4403-A7CE-75F1B7B5EF0A}" sibTransId="{9E16A4AE-16B9-4400-A5B9-0C7436725C6B}"/>
    <dgm:cxn modelId="{53B811B2-D4B6-474B-B333-687479FE2AEF}" type="presParOf" srcId="{D41DEAEB-2E33-4296-AED0-CED6E5D62DEE}" destId="{1E19B27D-BA3D-4F14-819A-B780599451E3}" srcOrd="0" destOrd="0" presId="urn:microsoft.com/office/officeart/2005/8/layout/vList3"/>
    <dgm:cxn modelId="{A3E3299E-60BF-43D9-A778-0662FAC4B6DC}" type="presParOf" srcId="{1E19B27D-BA3D-4F14-819A-B780599451E3}" destId="{354472A1-A70D-4389-AC16-52FA7E62DDE9}" srcOrd="0" destOrd="0" presId="urn:microsoft.com/office/officeart/2005/8/layout/vList3"/>
    <dgm:cxn modelId="{ED959D31-2635-46C5-A97B-49ED77DB8745}" type="presParOf" srcId="{1E19B27D-BA3D-4F14-819A-B780599451E3}" destId="{2D4B4683-447F-4C88-A1E9-43772B485815}" srcOrd="1" destOrd="0" presId="urn:microsoft.com/office/officeart/2005/8/layout/vList3"/>
    <dgm:cxn modelId="{A9447FBC-95F3-412F-8EC6-2306FAA020D3}" type="presParOf" srcId="{D41DEAEB-2E33-4296-AED0-CED6E5D62DEE}" destId="{D6814EA6-66C3-4261-9D8F-2648ECFEBBB3}" srcOrd="1" destOrd="0" presId="urn:microsoft.com/office/officeart/2005/8/layout/vList3"/>
    <dgm:cxn modelId="{5CA81CCF-FCE3-416A-93FA-19D026DFBFE8}" type="presParOf" srcId="{D41DEAEB-2E33-4296-AED0-CED6E5D62DEE}" destId="{1E5C668E-49BE-4449-9444-EAC8D7305480}" srcOrd="2" destOrd="0" presId="urn:microsoft.com/office/officeart/2005/8/layout/vList3"/>
    <dgm:cxn modelId="{8488FEE2-06E6-4EAD-B1A7-91A6B685DE88}" type="presParOf" srcId="{1E5C668E-49BE-4449-9444-EAC8D7305480}" destId="{8ACAA288-6279-4354-8AB6-8023460A10EC}" srcOrd="0" destOrd="0" presId="urn:microsoft.com/office/officeart/2005/8/layout/vList3"/>
    <dgm:cxn modelId="{614CFCCB-2B78-4885-894C-EC602C6AD5C6}" type="presParOf" srcId="{1E5C668E-49BE-4449-9444-EAC8D7305480}" destId="{EE0AEB5B-CF3F-42A9-A3C1-A3D630ED9F98}" srcOrd="1" destOrd="0" presId="urn:microsoft.com/office/officeart/2005/8/layout/vList3"/>
    <dgm:cxn modelId="{A788463D-E9E7-419C-9691-41D6EC803AE7}" type="presParOf" srcId="{D41DEAEB-2E33-4296-AED0-CED6E5D62DEE}" destId="{18D5BF00-8BDF-4415-8DD9-9A53C0BBEFBC}" srcOrd="3" destOrd="0" presId="urn:microsoft.com/office/officeart/2005/8/layout/vList3"/>
    <dgm:cxn modelId="{8DE344D5-4479-45F9-AB05-191EBE33D5BC}" type="presParOf" srcId="{D41DEAEB-2E33-4296-AED0-CED6E5D62DEE}" destId="{CE21CC0A-ACC6-4EC5-9270-A5C9EFFEB6BD}" srcOrd="4" destOrd="0" presId="urn:microsoft.com/office/officeart/2005/8/layout/vList3"/>
    <dgm:cxn modelId="{A4660B5E-42A2-42EF-9429-D7980F8DE3E9}" type="presParOf" srcId="{CE21CC0A-ACC6-4EC5-9270-A5C9EFFEB6BD}" destId="{1C7929BB-E52C-498F-8172-4974D60059F2}" srcOrd="0" destOrd="0" presId="urn:microsoft.com/office/officeart/2005/8/layout/vList3"/>
    <dgm:cxn modelId="{FB29FF78-33B6-4526-B8F8-467F92CCE25E}" type="presParOf" srcId="{CE21CC0A-ACC6-4EC5-9270-A5C9EFFEB6BD}" destId="{AF0D751D-3D6A-4034-AD67-81F6562042E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212D13-68C1-433F-AE0B-4FE0674AB263}" type="doc">
      <dgm:prSet loTypeId="urn:microsoft.com/office/officeart/2005/8/layout/default" loCatId="list" qsTypeId="urn:microsoft.com/office/officeart/2005/8/quickstyle/simple3" qsCatId="simple" csTypeId="urn:microsoft.com/office/officeart/2005/8/colors/colorful2" csCatId="colorful"/>
      <dgm:spPr/>
      <dgm:t>
        <a:bodyPr/>
        <a:lstStyle/>
        <a:p>
          <a:endParaRPr lang="de-DE"/>
        </a:p>
      </dgm:t>
    </dgm:pt>
    <dgm:pt modelId="{E6115EB5-F7ED-45EA-90DD-F237ACAC5D1D}">
      <dgm:prSet/>
      <dgm:spPr/>
      <dgm:t>
        <a:bodyPr/>
        <a:lstStyle/>
        <a:p>
          <a:r>
            <a:rPr lang="de-DE" dirty="0"/>
            <a:t>Datenspeicherung und -manipulation</a:t>
          </a:r>
        </a:p>
      </dgm:t>
    </dgm:pt>
    <dgm:pt modelId="{BE718763-8376-49DD-BB07-E1FC4E1E490F}" type="parTrans" cxnId="{6F1AAD79-622C-4707-BBFC-7EC4A70F6EA6}">
      <dgm:prSet/>
      <dgm:spPr/>
      <dgm:t>
        <a:bodyPr/>
        <a:lstStyle/>
        <a:p>
          <a:endParaRPr lang="de-DE"/>
        </a:p>
      </dgm:t>
    </dgm:pt>
    <dgm:pt modelId="{954BCCA2-C22F-4E59-A15E-55D01B080C2A}" type="sibTrans" cxnId="{6F1AAD79-622C-4707-BBFC-7EC4A70F6EA6}">
      <dgm:prSet/>
      <dgm:spPr/>
      <dgm:t>
        <a:bodyPr/>
        <a:lstStyle/>
        <a:p>
          <a:endParaRPr lang="de-DE"/>
        </a:p>
      </dgm:t>
    </dgm:pt>
    <dgm:pt modelId="{78E4F0A2-750A-4F45-AC4F-00387FA85EC7}">
      <dgm:prSet/>
      <dgm:spPr/>
      <dgm:t>
        <a:bodyPr/>
        <a:lstStyle/>
        <a:p>
          <a:r>
            <a:rPr lang="de-DE"/>
            <a:t>Gewährleistung des Zugriffs auf die Daten (Berechtigung)</a:t>
          </a:r>
        </a:p>
      </dgm:t>
    </dgm:pt>
    <dgm:pt modelId="{A6B60D54-AC03-4CE8-88A0-E5A141B9E7C7}" type="parTrans" cxnId="{72E05F96-D55A-43B6-B2C9-627AC19FCE73}">
      <dgm:prSet/>
      <dgm:spPr/>
      <dgm:t>
        <a:bodyPr/>
        <a:lstStyle/>
        <a:p>
          <a:endParaRPr lang="de-DE"/>
        </a:p>
      </dgm:t>
    </dgm:pt>
    <dgm:pt modelId="{7434D1D7-A32A-4215-99F7-D9F3EB3BDD84}" type="sibTrans" cxnId="{72E05F96-D55A-43B6-B2C9-627AC19FCE73}">
      <dgm:prSet/>
      <dgm:spPr/>
      <dgm:t>
        <a:bodyPr/>
        <a:lstStyle/>
        <a:p>
          <a:endParaRPr lang="de-DE"/>
        </a:p>
      </dgm:t>
    </dgm:pt>
    <dgm:pt modelId="{409C8AC8-A158-4218-9CB8-F200B5CD4DD4}">
      <dgm:prSet/>
      <dgm:spPr/>
      <dgm:t>
        <a:bodyPr/>
        <a:lstStyle/>
        <a:p>
          <a:r>
            <a:rPr lang="de-DE"/>
            <a:t>optimale Ausnutzung des Speichers</a:t>
          </a:r>
        </a:p>
      </dgm:t>
    </dgm:pt>
    <dgm:pt modelId="{A8670F4F-E945-41C8-B58A-1BB02FEB5875}" type="parTrans" cxnId="{4C77000D-CCB9-4DF7-BC56-352C028B30B2}">
      <dgm:prSet/>
      <dgm:spPr/>
      <dgm:t>
        <a:bodyPr/>
        <a:lstStyle/>
        <a:p>
          <a:endParaRPr lang="de-DE"/>
        </a:p>
      </dgm:t>
    </dgm:pt>
    <dgm:pt modelId="{6E50BB79-C51F-4DD9-A0FE-FFE8CD2E189F}" type="sibTrans" cxnId="{4C77000D-CCB9-4DF7-BC56-352C028B30B2}">
      <dgm:prSet/>
      <dgm:spPr/>
      <dgm:t>
        <a:bodyPr/>
        <a:lstStyle/>
        <a:p>
          <a:endParaRPr lang="de-DE"/>
        </a:p>
      </dgm:t>
    </dgm:pt>
    <dgm:pt modelId="{BDA7045B-DA5D-4773-8B63-403DDB1CF70B}">
      <dgm:prSet/>
      <dgm:spPr/>
      <dgm:t>
        <a:bodyPr/>
        <a:lstStyle/>
        <a:p>
          <a:r>
            <a:rPr lang="de-DE" dirty="0"/>
            <a:t>Gewährleistung der Datensicherheit und des Datenschutzes</a:t>
          </a:r>
        </a:p>
      </dgm:t>
    </dgm:pt>
    <dgm:pt modelId="{08A95A5A-26BB-4A4E-B4EA-E7E895D73558}" type="parTrans" cxnId="{7079659F-D4A3-4854-902B-4262C4BA9C44}">
      <dgm:prSet/>
      <dgm:spPr/>
      <dgm:t>
        <a:bodyPr/>
        <a:lstStyle/>
        <a:p>
          <a:endParaRPr lang="de-DE"/>
        </a:p>
      </dgm:t>
    </dgm:pt>
    <dgm:pt modelId="{3811D04F-D6E6-4DC6-86AD-02E25E48F44B}" type="sibTrans" cxnId="{7079659F-D4A3-4854-902B-4262C4BA9C44}">
      <dgm:prSet/>
      <dgm:spPr/>
      <dgm:t>
        <a:bodyPr/>
        <a:lstStyle/>
        <a:p>
          <a:endParaRPr lang="de-DE"/>
        </a:p>
      </dgm:t>
    </dgm:pt>
    <dgm:pt modelId="{045ACAD6-A997-4040-8114-08CBA41B28FC}">
      <dgm:prSet/>
      <dgm:spPr/>
      <dgm:t>
        <a:bodyPr/>
        <a:lstStyle/>
        <a:p>
          <a:r>
            <a:rPr lang="de-DE" dirty="0"/>
            <a:t>effiziente und fehlerfreie Speicherung</a:t>
          </a:r>
        </a:p>
      </dgm:t>
    </dgm:pt>
    <dgm:pt modelId="{B9346E6B-4C5B-45D5-9788-04EDB5A07FDA}" type="parTrans" cxnId="{622CD164-4FD2-428D-844B-9CE91329CABA}">
      <dgm:prSet/>
      <dgm:spPr/>
      <dgm:t>
        <a:bodyPr/>
        <a:lstStyle/>
        <a:p>
          <a:endParaRPr lang="de-DE"/>
        </a:p>
      </dgm:t>
    </dgm:pt>
    <dgm:pt modelId="{E3FCBCF4-CF0E-497D-AD50-03D1A67BA7F0}" type="sibTrans" cxnId="{622CD164-4FD2-428D-844B-9CE91329CABA}">
      <dgm:prSet/>
      <dgm:spPr/>
      <dgm:t>
        <a:bodyPr/>
        <a:lstStyle/>
        <a:p>
          <a:endParaRPr lang="de-DE"/>
        </a:p>
      </dgm:t>
    </dgm:pt>
    <dgm:pt modelId="{8DDE6340-4E1A-448D-803A-E2917E098ED1}" type="pres">
      <dgm:prSet presAssocID="{2F212D13-68C1-433F-AE0B-4FE0674AB263}" presName="diagram" presStyleCnt="0">
        <dgm:presLayoutVars>
          <dgm:dir/>
          <dgm:resizeHandles val="exact"/>
        </dgm:presLayoutVars>
      </dgm:prSet>
      <dgm:spPr/>
    </dgm:pt>
    <dgm:pt modelId="{8DC4F679-CF90-42AD-A878-1C594890E07B}" type="pres">
      <dgm:prSet presAssocID="{E6115EB5-F7ED-45EA-90DD-F237ACAC5D1D}" presName="node" presStyleLbl="node1" presStyleIdx="0" presStyleCnt="5">
        <dgm:presLayoutVars>
          <dgm:bulletEnabled val="1"/>
        </dgm:presLayoutVars>
      </dgm:prSet>
      <dgm:spPr/>
    </dgm:pt>
    <dgm:pt modelId="{8257F4A3-7FAA-48A8-9EF9-959B9C594626}" type="pres">
      <dgm:prSet presAssocID="{954BCCA2-C22F-4E59-A15E-55D01B080C2A}" presName="sibTrans" presStyleCnt="0"/>
      <dgm:spPr/>
    </dgm:pt>
    <dgm:pt modelId="{588079B1-CBCC-49A6-8E43-412BE5BA7281}" type="pres">
      <dgm:prSet presAssocID="{78E4F0A2-750A-4F45-AC4F-00387FA85EC7}" presName="node" presStyleLbl="node1" presStyleIdx="1" presStyleCnt="5">
        <dgm:presLayoutVars>
          <dgm:bulletEnabled val="1"/>
        </dgm:presLayoutVars>
      </dgm:prSet>
      <dgm:spPr/>
    </dgm:pt>
    <dgm:pt modelId="{C20E3DBA-CC15-4A95-94D0-208738DDD80D}" type="pres">
      <dgm:prSet presAssocID="{7434D1D7-A32A-4215-99F7-D9F3EB3BDD84}" presName="sibTrans" presStyleCnt="0"/>
      <dgm:spPr/>
    </dgm:pt>
    <dgm:pt modelId="{C6A42B01-49F4-4308-8382-16B3E5E6585D}" type="pres">
      <dgm:prSet presAssocID="{409C8AC8-A158-4218-9CB8-F200B5CD4DD4}" presName="node" presStyleLbl="node1" presStyleIdx="2" presStyleCnt="5">
        <dgm:presLayoutVars>
          <dgm:bulletEnabled val="1"/>
        </dgm:presLayoutVars>
      </dgm:prSet>
      <dgm:spPr/>
    </dgm:pt>
    <dgm:pt modelId="{F6054B5D-C34B-4AE5-9CBD-E81871ABB27F}" type="pres">
      <dgm:prSet presAssocID="{6E50BB79-C51F-4DD9-A0FE-FFE8CD2E189F}" presName="sibTrans" presStyleCnt="0"/>
      <dgm:spPr/>
    </dgm:pt>
    <dgm:pt modelId="{56E603E3-A263-4406-AA92-30AB7621C573}" type="pres">
      <dgm:prSet presAssocID="{BDA7045B-DA5D-4773-8B63-403DDB1CF70B}" presName="node" presStyleLbl="node1" presStyleIdx="3" presStyleCnt="5">
        <dgm:presLayoutVars>
          <dgm:bulletEnabled val="1"/>
        </dgm:presLayoutVars>
      </dgm:prSet>
      <dgm:spPr/>
    </dgm:pt>
    <dgm:pt modelId="{BAEDA863-AAB2-40C8-9DCA-36FFDFDD9B88}" type="pres">
      <dgm:prSet presAssocID="{3811D04F-D6E6-4DC6-86AD-02E25E48F44B}" presName="sibTrans" presStyleCnt="0"/>
      <dgm:spPr/>
    </dgm:pt>
    <dgm:pt modelId="{77CD2B97-E0FB-4864-A17F-3BC508630226}" type="pres">
      <dgm:prSet presAssocID="{045ACAD6-A997-4040-8114-08CBA41B28FC}" presName="node" presStyleLbl="node1" presStyleIdx="4" presStyleCnt="5">
        <dgm:presLayoutVars>
          <dgm:bulletEnabled val="1"/>
        </dgm:presLayoutVars>
      </dgm:prSet>
      <dgm:spPr/>
    </dgm:pt>
  </dgm:ptLst>
  <dgm:cxnLst>
    <dgm:cxn modelId="{4C77000D-CCB9-4DF7-BC56-352C028B30B2}" srcId="{2F212D13-68C1-433F-AE0B-4FE0674AB263}" destId="{409C8AC8-A158-4218-9CB8-F200B5CD4DD4}" srcOrd="2" destOrd="0" parTransId="{A8670F4F-E945-41C8-B58A-1BB02FEB5875}" sibTransId="{6E50BB79-C51F-4DD9-A0FE-FFE8CD2E189F}"/>
    <dgm:cxn modelId="{9C15971E-85C8-413F-AE12-17C27B8F78CF}" type="presOf" srcId="{78E4F0A2-750A-4F45-AC4F-00387FA85EC7}" destId="{588079B1-CBCC-49A6-8E43-412BE5BA7281}" srcOrd="0" destOrd="0" presId="urn:microsoft.com/office/officeart/2005/8/layout/default"/>
    <dgm:cxn modelId="{622CD164-4FD2-428D-844B-9CE91329CABA}" srcId="{2F212D13-68C1-433F-AE0B-4FE0674AB263}" destId="{045ACAD6-A997-4040-8114-08CBA41B28FC}" srcOrd="4" destOrd="0" parTransId="{B9346E6B-4C5B-45D5-9788-04EDB5A07FDA}" sibTransId="{E3FCBCF4-CF0E-497D-AD50-03D1A67BA7F0}"/>
    <dgm:cxn modelId="{6F1AAD79-622C-4707-BBFC-7EC4A70F6EA6}" srcId="{2F212D13-68C1-433F-AE0B-4FE0674AB263}" destId="{E6115EB5-F7ED-45EA-90DD-F237ACAC5D1D}" srcOrd="0" destOrd="0" parTransId="{BE718763-8376-49DD-BB07-E1FC4E1E490F}" sibTransId="{954BCCA2-C22F-4E59-A15E-55D01B080C2A}"/>
    <dgm:cxn modelId="{29F50D80-E28C-4538-9E0C-1AA125DABB09}" type="presOf" srcId="{E6115EB5-F7ED-45EA-90DD-F237ACAC5D1D}" destId="{8DC4F679-CF90-42AD-A878-1C594890E07B}" srcOrd="0" destOrd="0" presId="urn:microsoft.com/office/officeart/2005/8/layout/default"/>
    <dgm:cxn modelId="{83254782-E220-4C96-9E78-E2D632FA8EBF}" type="presOf" srcId="{2F212D13-68C1-433F-AE0B-4FE0674AB263}" destId="{8DDE6340-4E1A-448D-803A-E2917E098ED1}" srcOrd="0" destOrd="0" presId="urn:microsoft.com/office/officeart/2005/8/layout/default"/>
    <dgm:cxn modelId="{72E05F96-D55A-43B6-B2C9-627AC19FCE73}" srcId="{2F212D13-68C1-433F-AE0B-4FE0674AB263}" destId="{78E4F0A2-750A-4F45-AC4F-00387FA85EC7}" srcOrd="1" destOrd="0" parTransId="{A6B60D54-AC03-4CE8-88A0-E5A141B9E7C7}" sibTransId="{7434D1D7-A32A-4215-99F7-D9F3EB3BDD84}"/>
    <dgm:cxn modelId="{7CE9209C-4B94-4951-884C-E30B7981E168}" type="presOf" srcId="{045ACAD6-A997-4040-8114-08CBA41B28FC}" destId="{77CD2B97-E0FB-4864-A17F-3BC508630226}" srcOrd="0" destOrd="0" presId="urn:microsoft.com/office/officeart/2005/8/layout/default"/>
    <dgm:cxn modelId="{7079659F-D4A3-4854-902B-4262C4BA9C44}" srcId="{2F212D13-68C1-433F-AE0B-4FE0674AB263}" destId="{BDA7045B-DA5D-4773-8B63-403DDB1CF70B}" srcOrd="3" destOrd="0" parTransId="{08A95A5A-26BB-4A4E-B4EA-E7E895D73558}" sibTransId="{3811D04F-D6E6-4DC6-86AD-02E25E48F44B}"/>
    <dgm:cxn modelId="{2081A7D3-E51D-42D5-9689-23F572EDD212}" type="presOf" srcId="{409C8AC8-A158-4218-9CB8-F200B5CD4DD4}" destId="{C6A42B01-49F4-4308-8382-16B3E5E6585D}" srcOrd="0" destOrd="0" presId="urn:microsoft.com/office/officeart/2005/8/layout/default"/>
    <dgm:cxn modelId="{8DE438DC-8880-4995-8730-447AA9C0ABDB}" type="presOf" srcId="{BDA7045B-DA5D-4773-8B63-403DDB1CF70B}" destId="{56E603E3-A263-4406-AA92-30AB7621C573}" srcOrd="0" destOrd="0" presId="urn:microsoft.com/office/officeart/2005/8/layout/default"/>
    <dgm:cxn modelId="{397E008B-98E1-4780-81D0-9026A74804DE}" type="presParOf" srcId="{8DDE6340-4E1A-448D-803A-E2917E098ED1}" destId="{8DC4F679-CF90-42AD-A878-1C594890E07B}" srcOrd="0" destOrd="0" presId="urn:microsoft.com/office/officeart/2005/8/layout/default"/>
    <dgm:cxn modelId="{4997ECA7-3B05-42C4-895D-6DB4F78C3604}" type="presParOf" srcId="{8DDE6340-4E1A-448D-803A-E2917E098ED1}" destId="{8257F4A3-7FAA-48A8-9EF9-959B9C594626}" srcOrd="1" destOrd="0" presId="urn:microsoft.com/office/officeart/2005/8/layout/default"/>
    <dgm:cxn modelId="{A3DAA8B4-3205-41FF-B0CF-135C2285A558}" type="presParOf" srcId="{8DDE6340-4E1A-448D-803A-E2917E098ED1}" destId="{588079B1-CBCC-49A6-8E43-412BE5BA7281}" srcOrd="2" destOrd="0" presId="urn:microsoft.com/office/officeart/2005/8/layout/default"/>
    <dgm:cxn modelId="{027EB795-733C-4765-B363-710A9765B953}" type="presParOf" srcId="{8DDE6340-4E1A-448D-803A-E2917E098ED1}" destId="{C20E3DBA-CC15-4A95-94D0-208738DDD80D}" srcOrd="3" destOrd="0" presId="urn:microsoft.com/office/officeart/2005/8/layout/default"/>
    <dgm:cxn modelId="{F1F78CAC-F0B6-4538-B3AE-98A456CAEDF0}" type="presParOf" srcId="{8DDE6340-4E1A-448D-803A-E2917E098ED1}" destId="{C6A42B01-49F4-4308-8382-16B3E5E6585D}" srcOrd="4" destOrd="0" presId="urn:microsoft.com/office/officeart/2005/8/layout/default"/>
    <dgm:cxn modelId="{DA727C25-465E-4DE5-AB3D-9083769D736D}" type="presParOf" srcId="{8DDE6340-4E1A-448D-803A-E2917E098ED1}" destId="{F6054B5D-C34B-4AE5-9CBD-E81871ABB27F}" srcOrd="5" destOrd="0" presId="urn:microsoft.com/office/officeart/2005/8/layout/default"/>
    <dgm:cxn modelId="{A3F8DAC1-378D-47E3-8824-DCA13AEB265F}" type="presParOf" srcId="{8DDE6340-4E1A-448D-803A-E2917E098ED1}" destId="{56E603E3-A263-4406-AA92-30AB7621C573}" srcOrd="6" destOrd="0" presId="urn:microsoft.com/office/officeart/2005/8/layout/default"/>
    <dgm:cxn modelId="{99212B2C-AFF4-4408-B6CD-BFDA696E4EF9}" type="presParOf" srcId="{8DDE6340-4E1A-448D-803A-E2917E098ED1}" destId="{BAEDA863-AAB2-40C8-9DCA-36FFDFDD9B88}" srcOrd="7" destOrd="0" presId="urn:microsoft.com/office/officeart/2005/8/layout/default"/>
    <dgm:cxn modelId="{FCE91973-6CDA-4FDE-938B-7ED38F64EBD3}" type="presParOf" srcId="{8DDE6340-4E1A-448D-803A-E2917E098ED1}" destId="{77CD2B97-E0FB-4864-A17F-3BC508630226}" srcOrd="8" destOrd="0" presId="urn:microsoft.com/office/officeart/2005/8/layout/defaul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BB6496F-EE5A-4FE9-ABAE-7FA9AF8F4D6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de-DE"/>
        </a:p>
      </dgm:t>
    </dgm:pt>
    <dgm:pt modelId="{59D8D98A-A266-4D21-ABF1-050211D9A4CA}">
      <dgm:prSet custT="1"/>
      <dgm:spPr/>
      <dgm:t>
        <a:bodyPr/>
        <a:lstStyle/>
        <a:p>
          <a:r>
            <a:rPr lang="de-DE" sz="2400"/>
            <a:t>Externe Datensicht:</a:t>
          </a:r>
        </a:p>
      </dgm:t>
    </dgm:pt>
    <dgm:pt modelId="{56BFDA80-0FA5-46CD-B2E7-618058AE5FAB}" type="parTrans" cxnId="{E324A1C9-D05D-4BE8-822F-5BD9A745F3C1}">
      <dgm:prSet/>
      <dgm:spPr/>
      <dgm:t>
        <a:bodyPr/>
        <a:lstStyle/>
        <a:p>
          <a:endParaRPr lang="de-DE"/>
        </a:p>
      </dgm:t>
    </dgm:pt>
    <dgm:pt modelId="{8802D98F-CCA6-45C9-BA38-0F61CE2FECEA}" type="sibTrans" cxnId="{E324A1C9-D05D-4BE8-822F-5BD9A745F3C1}">
      <dgm:prSet/>
      <dgm:spPr/>
      <dgm:t>
        <a:bodyPr/>
        <a:lstStyle/>
        <a:p>
          <a:endParaRPr lang="de-DE"/>
        </a:p>
      </dgm:t>
    </dgm:pt>
    <dgm:pt modelId="{CA22E9E2-D137-4805-913F-29FABB39E366}">
      <dgm:prSet custT="1"/>
      <dgm:spPr/>
      <dgm:t>
        <a:bodyPr/>
        <a:lstStyle/>
        <a:p>
          <a:r>
            <a:rPr lang="de-DE" sz="1800"/>
            <a:t>Benutzersicht Anwender und Administratoren</a:t>
          </a:r>
        </a:p>
      </dgm:t>
    </dgm:pt>
    <dgm:pt modelId="{32416707-7AFE-4CA0-B57F-EA52740C688F}" type="parTrans" cxnId="{168A087F-B891-427D-805E-BB64BBA43124}">
      <dgm:prSet/>
      <dgm:spPr/>
      <dgm:t>
        <a:bodyPr/>
        <a:lstStyle/>
        <a:p>
          <a:endParaRPr lang="de-DE"/>
        </a:p>
      </dgm:t>
    </dgm:pt>
    <dgm:pt modelId="{EEC0C53A-2E7D-4CED-8F79-5BB0A73A4B32}" type="sibTrans" cxnId="{168A087F-B891-427D-805E-BB64BBA43124}">
      <dgm:prSet/>
      <dgm:spPr/>
      <dgm:t>
        <a:bodyPr/>
        <a:lstStyle/>
        <a:p>
          <a:endParaRPr lang="de-DE"/>
        </a:p>
      </dgm:t>
    </dgm:pt>
    <dgm:pt modelId="{D7124EAA-EFA6-46BC-999F-076882D71983}">
      <dgm:prSet custT="1"/>
      <dgm:spPr/>
      <dgm:t>
        <a:bodyPr/>
        <a:lstStyle/>
        <a:p>
          <a:r>
            <a:rPr lang="de-DE" sz="1800" dirty="0"/>
            <a:t>Anwendungsprogramme, die über Dienstprogramme direkt auf die Datenbank zugreifen (SQL)</a:t>
          </a:r>
        </a:p>
      </dgm:t>
    </dgm:pt>
    <dgm:pt modelId="{8FCE256F-B100-49F1-B16D-5CCF8C4DBFE2}" type="parTrans" cxnId="{3E5EB0BB-270A-4AB6-95C1-5FA52712F486}">
      <dgm:prSet/>
      <dgm:spPr/>
      <dgm:t>
        <a:bodyPr/>
        <a:lstStyle/>
        <a:p>
          <a:endParaRPr lang="de-DE"/>
        </a:p>
      </dgm:t>
    </dgm:pt>
    <dgm:pt modelId="{45683C45-3898-419A-B12B-160D821F670E}" type="sibTrans" cxnId="{3E5EB0BB-270A-4AB6-95C1-5FA52712F486}">
      <dgm:prSet/>
      <dgm:spPr/>
      <dgm:t>
        <a:bodyPr/>
        <a:lstStyle/>
        <a:p>
          <a:endParaRPr lang="de-DE"/>
        </a:p>
      </dgm:t>
    </dgm:pt>
    <dgm:pt modelId="{1365FB4C-16E6-4F32-BDB1-CCA8AF2B05B7}">
      <dgm:prSet custT="1"/>
      <dgm:spPr/>
      <dgm:t>
        <a:bodyPr/>
        <a:lstStyle/>
        <a:p>
          <a:r>
            <a:rPr lang="de-DE" sz="2400"/>
            <a:t>Konzeptionelle Datensicht:</a:t>
          </a:r>
        </a:p>
      </dgm:t>
    </dgm:pt>
    <dgm:pt modelId="{DA27F69E-99CC-4488-A051-A425A0CCE97B}" type="parTrans" cxnId="{08ED85AD-3186-4ED3-9014-D3DC1A8D5B69}">
      <dgm:prSet/>
      <dgm:spPr/>
      <dgm:t>
        <a:bodyPr/>
        <a:lstStyle/>
        <a:p>
          <a:endParaRPr lang="de-DE"/>
        </a:p>
      </dgm:t>
    </dgm:pt>
    <dgm:pt modelId="{02915F25-B2BD-456C-883E-0D245948562F}" type="sibTrans" cxnId="{08ED85AD-3186-4ED3-9014-D3DC1A8D5B69}">
      <dgm:prSet/>
      <dgm:spPr/>
      <dgm:t>
        <a:bodyPr/>
        <a:lstStyle/>
        <a:p>
          <a:endParaRPr lang="de-DE"/>
        </a:p>
      </dgm:t>
    </dgm:pt>
    <dgm:pt modelId="{23C32AEE-0967-48EB-85C3-CFCD2794F85C}">
      <dgm:prSet custT="1"/>
      <dgm:spPr/>
      <dgm:t>
        <a:bodyPr/>
        <a:lstStyle/>
        <a:p>
          <a:r>
            <a:rPr lang="de-DE" sz="1800"/>
            <a:t>Gesamtstruktur der Daten, ihre Eigenschaften sowie ihre Beziehungen untereinander </a:t>
          </a:r>
        </a:p>
      </dgm:t>
    </dgm:pt>
    <dgm:pt modelId="{36C41991-556A-4623-9C5A-EF77BC613BA9}" type="parTrans" cxnId="{BA3BC501-8C24-4D35-A5B5-CF60B64A3342}">
      <dgm:prSet/>
      <dgm:spPr/>
      <dgm:t>
        <a:bodyPr/>
        <a:lstStyle/>
        <a:p>
          <a:endParaRPr lang="de-DE"/>
        </a:p>
      </dgm:t>
    </dgm:pt>
    <dgm:pt modelId="{CC87BC8B-B2A2-4BFC-AABD-79C5DAEB580E}" type="sibTrans" cxnId="{BA3BC501-8C24-4D35-A5B5-CF60B64A3342}">
      <dgm:prSet/>
      <dgm:spPr/>
      <dgm:t>
        <a:bodyPr/>
        <a:lstStyle/>
        <a:p>
          <a:endParaRPr lang="de-DE"/>
        </a:p>
      </dgm:t>
    </dgm:pt>
    <dgm:pt modelId="{64CC24CD-1119-40A8-8331-D8867A3A4B29}">
      <dgm:prSet custT="1"/>
      <dgm:spPr/>
      <dgm:t>
        <a:bodyPr/>
        <a:lstStyle/>
        <a:p>
          <a:r>
            <a:rPr lang="de-DE" sz="2400"/>
            <a:t>Interne Datensicht:</a:t>
          </a:r>
        </a:p>
      </dgm:t>
    </dgm:pt>
    <dgm:pt modelId="{3806EF5B-5D30-4191-9F73-6A829C072DAF}" type="parTrans" cxnId="{ED2B7F91-5782-4C22-9068-DD60F5068076}">
      <dgm:prSet/>
      <dgm:spPr/>
      <dgm:t>
        <a:bodyPr/>
        <a:lstStyle/>
        <a:p>
          <a:endParaRPr lang="de-DE"/>
        </a:p>
      </dgm:t>
    </dgm:pt>
    <dgm:pt modelId="{9DEFC8EF-50D5-4E5D-A7DF-5F414CB2896B}" type="sibTrans" cxnId="{ED2B7F91-5782-4C22-9068-DD60F5068076}">
      <dgm:prSet/>
      <dgm:spPr/>
      <dgm:t>
        <a:bodyPr/>
        <a:lstStyle/>
        <a:p>
          <a:endParaRPr lang="de-DE"/>
        </a:p>
      </dgm:t>
    </dgm:pt>
    <dgm:pt modelId="{5A18458C-8DBE-4D03-859B-F04E524B78DF}">
      <dgm:prSet custT="1"/>
      <dgm:spPr/>
      <dgm:t>
        <a:bodyPr/>
        <a:lstStyle/>
        <a:p>
          <a:r>
            <a:rPr lang="de-DE" sz="1800"/>
            <a:t>physische Speicherung der Daten (in Tabellen)</a:t>
          </a:r>
        </a:p>
      </dgm:t>
    </dgm:pt>
    <dgm:pt modelId="{A27C0980-F009-4EBC-8FD5-C878489E4782}" type="parTrans" cxnId="{13F174CD-D0C2-4A47-BCB7-CE11FE55DC2B}">
      <dgm:prSet/>
      <dgm:spPr/>
      <dgm:t>
        <a:bodyPr/>
        <a:lstStyle/>
        <a:p>
          <a:endParaRPr lang="de-DE"/>
        </a:p>
      </dgm:t>
    </dgm:pt>
    <dgm:pt modelId="{846047B8-A7EC-4E58-AE76-4E881A02D14B}" type="sibTrans" cxnId="{13F174CD-D0C2-4A47-BCB7-CE11FE55DC2B}">
      <dgm:prSet/>
      <dgm:spPr/>
      <dgm:t>
        <a:bodyPr/>
        <a:lstStyle/>
        <a:p>
          <a:endParaRPr lang="de-DE"/>
        </a:p>
      </dgm:t>
    </dgm:pt>
    <dgm:pt modelId="{5E57F11E-F12C-42AC-B7B5-047EAF8D3DFD}">
      <dgm:prSet custT="1"/>
      <dgm:spPr/>
      <dgm:t>
        <a:bodyPr/>
        <a:lstStyle/>
        <a:p>
          <a:r>
            <a:rPr lang="de-DE" sz="1800"/>
            <a:t>Speicherung erfolgt unabhängig von einer Anwendung</a:t>
          </a:r>
        </a:p>
      </dgm:t>
    </dgm:pt>
    <dgm:pt modelId="{0A71D3FF-7755-459A-87F3-35FCD8F6C8EB}" type="parTrans" cxnId="{963C1E0C-3A83-4FF6-8CC2-0EE65424FD9C}">
      <dgm:prSet/>
      <dgm:spPr/>
      <dgm:t>
        <a:bodyPr/>
        <a:lstStyle/>
        <a:p>
          <a:endParaRPr lang="de-DE"/>
        </a:p>
      </dgm:t>
    </dgm:pt>
    <dgm:pt modelId="{82B830C4-289A-476F-9BE2-62D2F6BC411D}" type="sibTrans" cxnId="{963C1E0C-3A83-4FF6-8CC2-0EE65424FD9C}">
      <dgm:prSet/>
      <dgm:spPr/>
      <dgm:t>
        <a:bodyPr/>
        <a:lstStyle/>
        <a:p>
          <a:endParaRPr lang="de-DE"/>
        </a:p>
      </dgm:t>
    </dgm:pt>
    <dgm:pt modelId="{7AECD614-5058-4569-921E-56E5343946DF}" type="pres">
      <dgm:prSet presAssocID="{ABB6496F-EE5A-4FE9-ABAE-7FA9AF8F4D60}" presName="linear" presStyleCnt="0">
        <dgm:presLayoutVars>
          <dgm:animLvl val="lvl"/>
          <dgm:resizeHandles val="exact"/>
        </dgm:presLayoutVars>
      </dgm:prSet>
      <dgm:spPr/>
    </dgm:pt>
    <dgm:pt modelId="{875AF4C2-8B2C-4A64-90F1-458660509BCA}" type="pres">
      <dgm:prSet presAssocID="{59D8D98A-A266-4D21-ABF1-050211D9A4CA}" presName="parentText" presStyleLbl="node1" presStyleIdx="0" presStyleCnt="3" custLinFactNeighborX="-1773" custLinFactNeighborY="-22593">
        <dgm:presLayoutVars>
          <dgm:chMax val="0"/>
          <dgm:bulletEnabled val="1"/>
        </dgm:presLayoutVars>
      </dgm:prSet>
      <dgm:spPr/>
    </dgm:pt>
    <dgm:pt modelId="{0959260B-1012-4ABB-AA66-2EEBFDD9DC69}" type="pres">
      <dgm:prSet presAssocID="{59D8D98A-A266-4D21-ABF1-050211D9A4CA}" presName="childText" presStyleLbl="revTx" presStyleIdx="0" presStyleCnt="3">
        <dgm:presLayoutVars>
          <dgm:bulletEnabled val="1"/>
        </dgm:presLayoutVars>
      </dgm:prSet>
      <dgm:spPr/>
    </dgm:pt>
    <dgm:pt modelId="{D80B1289-7FFF-4718-8392-8DC7D16146D5}" type="pres">
      <dgm:prSet presAssocID="{1365FB4C-16E6-4F32-BDB1-CCA8AF2B05B7}" presName="parentText" presStyleLbl="node1" presStyleIdx="1" presStyleCnt="3">
        <dgm:presLayoutVars>
          <dgm:chMax val="0"/>
          <dgm:bulletEnabled val="1"/>
        </dgm:presLayoutVars>
      </dgm:prSet>
      <dgm:spPr/>
    </dgm:pt>
    <dgm:pt modelId="{29AA1B40-5632-487A-860C-193FEE76FA74}" type="pres">
      <dgm:prSet presAssocID="{1365FB4C-16E6-4F32-BDB1-CCA8AF2B05B7}" presName="childText" presStyleLbl="revTx" presStyleIdx="1" presStyleCnt="3">
        <dgm:presLayoutVars>
          <dgm:bulletEnabled val="1"/>
        </dgm:presLayoutVars>
      </dgm:prSet>
      <dgm:spPr/>
    </dgm:pt>
    <dgm:pt modelId="{0ABAFC61-A36B-4E62-8865-C82067631C38}" type="pres">
      <dgm:prSet presAssocID="{64CC24CD-1119-40A8-8331-D8867A3A4B29}" presName="parentText" presStyleLbl="node1" presStyleIdx="2" presStyleCnt="3">
        <dgm:presLayoutVars>
          <dgm:chMax val="0"/>
          <dgm:bulletEnabled val="1"/>
        </dgm:presLayoutVars>
      </dgm:prSet>
      <dgm:spPr/>
    </dgm:pt>
    <dgm:pt modelId="{48AF15E3-A052-4B04-9BD6-8472B535921D}" type="pres">
      <dgm:prSet presAssocID="{64CC24CD-1119-40A8-8331-D8867A3A4B29}" presName="childText" presStyleLbl="revTx" presStyleIdx="2" presStyleCnt="3">
        <dgm:presLayoutVars>
          <dgm:bulletEnabled val="1"/>
        </dgm:presLayoutVars>
      </dgm:prSet>
      <dgm:spPr/>
    </dgm:pt>
  </dgm:ptLst>
  <dgm:cxnLst>
    <dgm:cxn modelId="{BA3BC501-8C24-4D35-A5B5-CF60B64A3342}" srcId="{1365FB4C-16E6-4F32-BDB1-CCA8AF2B05B7}" destId="{23C32AEE-0967-48EB-85C3-CFCD2794F85C}" srcOrd="0" destOrd="0" parTransId="{36C41991-556A-4623-9C5A-EF77BC613BA9}" sibTransId="{CC87BC8B-B2A2-4BFC-AABD-79C5DAEB580E}"/>
    <dgm:cxn modelId="{963C1E0C-3A83-4FF6-8CC2-0EE65424FD9C}" srcId="{64CC24CD-1119-40A8-8331-D8867A3A4B29}" destId="{5E57F11E-F12C-42AC-B7B5-047EAF8D3DFD}" srcOrd="1" destOrd="0" parTransId="{0A71D3FF-7755-459A-87F3-35FCD8F6C8EB}" sibTransId="{82B830C4-289A-476F-9BE2-62D2F6BC411D}"/>
    <dgm:cxn modelId="{A692F937-F759-43F2-B618-987CD287477C}" type="presOf" srcId="{ABB6496F-EE5A-4FE9-ABAE-7FA9AF8F4D60}" destId="{7AECD614-5058-4569-921E-56E5343946DF}" srcOrd="0" destOrd="0" presId="urn:microsoft.com/office/officeart/2005/8/layout/vList2"/>
    <dgm:cxn modelId="{E33B6F61-C98C-43B1-9A80-63F5CBB92A0F}" type="presOf" srcId="{5A18458C-8DBE-4D03-859B-F04E524B78DF}" destId="{48AF15E3-A052-4B04-9BD6-8472B535921D}" srcOrd="0" destOrd="0" presId="urn:microsoft.com/office/officeart/2005/8/layout/vList2"/>
    <dgm:cxn modelId="{0C85AD65-EE08-4048-AD28-4DE3EDAC7531}" type="presOf" srcId="{23C32AEE-0967-48EB-85C3-CFCD2794F85C}" destId="{29AA1B40-5632-487A-860C-193FEE76FA74}" srcOrd="0" destOrd="0" presId="urn:microsoft.com/office/officeart/2005/8/layout/vList2"/>
    <dgm:cxn modelId="{96617647-7039-42DD-8C93-683802988EC1}" type="presOf" srcId="{5E57F11E-F12C-42AC-B7B5-047EAF8D3DFD}" destId="{48AF15E3-A052-4B04-9BD6-8472B535921D}" srcOrd="0" destOrd="1" presId="urn:microsoft.com/office/officeart/2005/8/layout/vList2"/>
    <dgm:cxn modelId="{D6DFC258-0163-4CDC-8E7E-F506C6A9A96D}" type="presOf" srcId="{64CC24CD-1119-40A8-8331-D8867A3A4B29}" destId="{0ABAFC61-A36B-4E62-8865-C82067631C38}" srcOrd="0" destOrd="0" presId="urn:microsoft.com/office/officeart/2005/8/layout/vList2"/>
    <dgm:cxn modelId="{168A087F-B891-427D-805E-BB64BBA43124}" srcId="{59D8D98A-A266-4D21-ABF1-050211D9A4CA}" destId="{CA22E9E2-D137-4805-913F-29FABB39E366}" srcOrd="0" destOrd="0" parTransId="{32416707-7AFE-4CA0-B57F-EA52740C688F}" sibTransId="{EEC0C53A-2E7D-4CED-8F79-5BB0A73A4B32}"/>
    <dgm:cxn modelId="{ED2B7F91-5782-4C22-9068-DD60F5068076}" srcId="{ABB6496F-EE5A-4FE9-ABAE-7FA9AF8F4D60}" destId="{64CC24CD-1119-40A8-8331-D8867A3A4B29}" srcOrd="2" destOrd="0" parTransId="{3806EF5B-5D30-4191-9F73-6A829C072DAF}" sibTransId="{9DEFC8EF-50D5-4E5D-A7DF-5F414CB2896B}"/>
    <dgm:cxn modelId="{08ED85AD-3186-4ED3-9014-D3DC1A8D5B69}" srcId="{ABB6496F-EE5A-4FE9-ABAE-7FA9AF8F4D60}" destId="{1365FB4C-16E6-4F32-BDB1-CCA8AF2B05B7}" srcOrd="1" destOrd="0" parTransId="{DA27F69E-99CC-4488-A051-A425A0CCE97B}" sibTransId="{02915F25-B2BD-456C-883E-0D245948562F}"/>
    <dgm:cxn modelId="{3E5EB0BB-270A-4AB6-95C1-5FA52712F486}" srcId="{59D8D98A-A266-4D21-ABF1-050211D9A4CA}" destId="{D7124EAA-EFA6-46BC-999F-076882D71983}" srcOrd="1" destOrd="0" parTransId="{8FCE256F-B100-49F1-B16D-5CCF8C4DBFE2}" sibTransId="{45683C45-3898-419A-B12B-160D821F670E}"/>
    <dgm:cxn modelId="{87CC47BD-042F-4628-ACA5-79EE38047B6F}" type="presOf" srcId="{59D8D98A-A266-4D21-ABF1-050211D9A4CA}" destId="{875AF4C2-8B2C-4A64-90F1-458660509BCA}" srcOrd="0" destOrd="0" presId="urn:microsoft.com/office/officeart/2005/8/layout/vList2"/>
    <dgm:cxn modelId="{260F41C0-2F52-4DB6-9D5C-1FCE951EC3FB}" type="presOf" srcId="{1365FB4C-16E6-4F32-BDB1-CCA8AF2B05B7}" destId="{D80B1289-7FFF-4718-8392-8DC7D16146D5}" srcOrd="0" destOrd="0" presId="urn:microsoft.com/office/officeart/2005/8/layout/vList2"/>
    <dgm:cxn modelId="{E324A1C9-D05D-4BE8-822F-5BD9A745F3C1}" srcId="{ABB6496F-EE5A-4FE9-ABAE-7FA9AF8F4D60}" destId="{59D8D98A-A266-4D21-ABF1-050211D9A4CA}" srcOrd="0" destOrd="0" parTransId="{56BFDA80-0FA5-46CD-B2E7-618058AE5FAB}" sibTransId="{8802D98F-CCA6-45C9-BA38-0F61CE2FECEA}"/>
    <dgm:cxn modelId="{13F174CD-D0C2-4A47-BCB7-CE11FE55DC2B}" srcId="{64CC24CD-1119-40A8-8331-D8867A3A4B29}" destId="{5A18458C-8DBE-4D03-859B-F04E524B78DF}" srcOrd="0" destOrd="0" parTransId="{A27C0980-F009-4EBC-8FD5-C878489E4782}" sibTransId="{846047B8-A7EC-4E58-AE76-4E881A02D14B}"/>
    <dgm:cxn modelId="{C14942E1-7998-4747-8B6B-C90FFFDA88C5}" type="presOf" srcId="{D7124EAA-EFA6-46BC-999F-076882D71983}" destId="{0959260B-1012-4ABB-AA66-2EEBFDD9DC69}" srcOrd="0" destOrd="1" presId="urn:microsoft.com/office/officeart/2005/8/layout/vList2"/>
    <dgm:cxn modelId="{3972C0EB-E9C0-4D04-AAFC-62C5E488AD8C}" type="presOf" srcId="{CA22E9E2-D137-4805-913F-29FABB39E366}" destId="{0959260B-1012-4ABB-AA66-2EEBFDD9DC69}" srcOrd="0" destOrd="0" presId="urn:microsoft.com/office/officeart/2005/8/layout/vList2"/>
    <dgm:cxn modelId="{745AE930-1858-4B5F-B7AD-E0BF0427EDFA}" type="presParOf" srcId="{7AECD614-5058-4569-921E-56E5343946DF}" destId="{875AF4C2-8B2C-4A64-90F1-458660509BCA}" srcOrd="0" destOrd="0" presId="urn:microsoft.com/office/officeart/2005/8/layout/vList2"/>
    <dgm:cxn modelId="{086F4660-3142-4ECB-8B39-4473C59E4375}" type="presParOf" srcId="{7AECD614-5058-4569-921E-56E5343946DF}" destId="{0959260B-1012-4ABB-AA66-2EEBFDD9DC69}" srcOrd="1" destOrd="0" presId="urn:microsoft.com/office/officeart/2005/8/layout/vList2"/>
    <dgm:cxn modelId="{83B47356-9FAB-46F2-9C6A-E4E85EBE6CB3}" type="presParOf" srcId="{7AECD614-5058-4569-921E-56E5343946DF}" destId="{D80B1289-7FFF-4718-8392-8DC7D16146D5}" srcOrd="2" destOrd="0" presId="urn:microsoft.com/office/officeart/2005/8/layout/vList2"/>
    <dgm:cxn modelId="{7D4503B8-4E6A-4B9F-8D39-CCEBED5573B4}" type="presParOf" srcId="{7AECD614-5058-4569-921E-56E5343946DF}" destId="{29AA1B40-5632-487A-860C-193FEE76FA74}" srcOrd="3" destOrd="0" presId="urn:microsoft.com/office/officeart/2005/8/layout/vList2"/>
    <dgm:cxn modelId="{38DC277A-4194-460E-97A5-D46E952D9B75}" type="presParOf" srcId="{7AECD614-5058-4569-921E-56E5343946DF}" destId="{0ABAFC61-A36B-4E62-8865-C82067631C38}" srcOrd="4" destOrd="0" presId="urn:microsoft.com/office/officeart/2005/8/layout/vList2"/>
    <dgm:cxn modelId="{9B2F77F8-7867-485C-AD9A-4739A3906BE2}" type="presParOf" srcId="{7AECD614-5058-4569-921E-56E5343946DF}" destId="{48AF15E3-A052-4B04-9BD6-8472B535921D}"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FF007EC-A2B5-477B-A596-3522A147F409}" type="doc">
      <dgm:prSet loTypeId="urn:microsoft.com/office/officeart/2005/8/layout/vList6" loCatId="list" qsTypeId="urn:microsoft.com/office/officeart/2005/8/quickstyle/simple3" qsCatId="simple" csTypeId="urn:microsoft.com/office/officeart/2005/8/colors/colorful5" csCatId="colorful" phldr="1"/>
      <dgm:spPr/>
      <dgm:t>
        <a:bodyPr/>
        <a:lstStyle/>
        <a:p>
          <a:endParaRPr lang="de-DE"/>
        </a:p>
      </dgm:t>
    </dgm:pt>
    <dgm:pt modelId="{168BDD55-A06F-4AB3-B2A8-384190882341}">
      <dgm:prSet/>
      <dgm:spPr/>
      <dgm:t>
        <a:bodyPr/>
        <a:lstStyle/>
        <a:p>
          <a:r>
            <a:rPr lang="de-DE">
              <a:latin typeface="Arial" panose="020B0604020202020204" pitchFamily="34" charset="0"/>
              <a:cs typeface="Arial" panose="020B0604020202020204" pitchFamily="34" charset="0"/>
            </a:rPr>
            <a:t>Datenunabhängigkeit</a:t>
          </a:r>
        </a:p>
      </dgm:t>
    </dgm:pt>
    <dgm:pt modelId="{58C73306-29B0-4F7A-B303-2728C78C74B6}" type="parTrans" cxnId="{CBCBF771-7CBD-4841-BAA6-7CC9390FD351}">
      <dgm:prSet/>
      <dgm:spPr/>
      <dgm:t>
        <a:bodyPr/>
        <a:lstStyle/>
        <a:p>
          <a:endParaRPr lang="de-DE">
            <a:latin typeface="Arial" panose="020B0604020202020204" pitchFamily="34" charset="0"/>
            <a:cs typeface="Arial" panose="020B0604020202020204" pitchFamily="34" charset="0"/>
          </a:endParaRPr>
        </a:p>
      </dgm:t>
    </dgm:pt>
    <dgm:pt modelId="{19EB4D44-75D7-4EDA-A3AF-DDBFEF42D05C}" type="sibTrans" cxnId="{CBCBF771-7CBD-4841-BAA6-7CC9390FD351}">
      <dgm:prSet/>
      <dgm:spPr/>
      <dgm:t>
        <a:bodyPr/>
        <a:lstStyle/>
        <a:p>
          <a:endParaRPr lang="de-DE">
            <a:latin typeface="Arial" panose="020B0604020202020204" pitchFamily="34" charset="0"/>
            <a:cs typeface="Arial" panose="020B0604020202020204" pitchFamily="34" charset="0"/>
          </a:endParaRPr>
        </a:p>
      </dgm:t>
    </dgm:pt>
    <dgm:pt modelId="{BE4BDE6B-5CBE-4506-BB81-4005E4DE384F}">
      <dgm:prSet/>
      <dgm:spPr/>
      <dgm:t>
        <a:bodyPr/>
        <a:lstStyle/>
        <a:p>
          <a:r>
            <a:rPr lang="de-DE">
              <a:latin typeface="Arial" panose="020B0604020202020204" pitchFamily="34" charset="0"/>
              <a:cs typeface="Arial" panose="020B0604020202020204" pitchFamily="34" charset="0"/>
            </a:rPr>
            <a:t>Mehrfachzugriff</a:t>
          </a:r>
        </a:p>
      </dgm:t>
    </dgm:pt>
    <dgm:pt modelId="{45862045-725D-4737-B410-6B9DD4C47494}" type="parTrans" cxnId="{63C92A22-F591-42E8-B274-CD99E230D77B}">
      <dgm:prSet/>
      <dgm:spPr/>
      <dgm:t>
        <a:bodyPr/>
        <a:lstStyle/>
        <a:p>
          <a:endParaRPr lang="de-DE">
            <a:latin typeface="Arial" panose="020B0604020202020204" pitchFamily="34" charset="0"/>
            <a:cs typeface="Arial" panose="020B0604020202020204" pitchFamily="34" charset="0"/>
          </a:endParaRPr>
        </a:p>
      </dgm:t>
    </dgm:pt>
    <dgm:pt modelId="{8863343F-463C-40EB-AFF9-3E978A8D33DD}" type="sibTrans" cxnId="{63C92A22-F591-42E8-B274-CD99E230D77B}">
      <dgm:prSet/>
      <dgm:spPr/>
      <dgm:t>
        <a:bodyPr/>
        <a:lstStyle/>
        <a:p>
          <a:endParaRPr lang="de-DE">
            <a:latin typeface="Arial" panose="020B0604020202020204" pitchFamily="34" charset="0"/>
            <a:cs typeface="Arial" panose="020B0604020202020204" pitchFamily="34" charset="0"/>
          </a:endParaRPr>
        </a:p>
      </dgm:t>
    </dgm:pt>
    <dgm:pt modelId="{25AED734-F00D-41DF-ACED-60B91E7413CB}">
      <dgm:prSet/>
      <dgm:spPr/>
      <dgm:t>
        <a:bodyPr/>
        <a:lstStyle/>
        <a:p>
          <a:r>
            <a:rPr lang="de-DE">
              <a:latin typeface="Arial" panose="020B0604020202020204" pitchFamily="34" charset="0"/>
              <a:cs typeface="Arial" panose="020B0604020202020204" pitchFamily="34" charset="0"/>
            </a:rPr>
            <a:t>Datenschutz</a:t>
          </a:r>
        </a:p>
      </dgm:t>
    </dgm:pt>
    <dgm:pt modelId="{AC9052B9-2182-483F-B281-E7582EA5E671}" type="parTrans" cxnId="{1439762A-0F2C-40DF-952D-7AAD39641447}">
      <dgm:prSet/>
      <dgm:spPr/>
      <dgm:t>
        <a:bodyPr/>
        <a:lstStyle/>
        <a:p>
          <a:endParaRPr lang="de-DE">
            <a:latin typeface="Arial" panose="020B0604020202020204" pitchFamily="34" charset="0"/>
            <a:cs typeface="Arial" panose="020B0604020202020204" pitchFamily="34" charset="0"/>
          </a:endParaRPr>
        </a:p>
      </dgm:t>
    </dgm:pt>
    <dgm:pt modelId="{F2D333A4-B2CA-4522-AF4A-413CDEAC077E}" type="sibTrans" cxnId="{1439762A-0F2C-40DF-952D-7AAD39641447}">
      <dgm:prSet/>
      <dgm:spPr/>
      <dgm:t>
        <a:bodyPr/>
        <a:lstStyle/>
        <a:p>
          <a:endParaRPr lang="de-DE">
            <a:latin typeface="Arial" panose="020B0604020202020204" pitchFamily="34" charset="0"/>
            <a:cs typeface="Arial" panose="020B0604020202020204" pitchFamily="34" charset="0"/>
          </a:endParaRPr>
        </a:p>
      </dgm:t>
    </dgm:pt>
    <dgm:pt modelId="{524B8B66-2E9C-4512-B3D9-CEBBD63E0CB9}">
      <dgm:prSet/>
      <dgm:spPr/>
      <dgm:t>
        <a:bodyPr/>
        <a:lstStyle/>
        <a:p>
          <a:r>
            <a:rPr lang="de-DE">
              <a:latin typeface="Arial" panose="020B0604020202020204" pitchFamily="34" charset="0"/>
              <a:cs typeface="Arial" panose="020B0604020202020204" pitchFamily="34" charset="0"/>
            </a:rPr>
            <a:t>Datensicherheit</a:t>
          </a:r>
        </a:p>
      </dgm:t>
    </dgm:pt>
    <dgm:pt modelId="{1853A833-331B-44DA-93BF-D882DAF0DF54}" type="parTrans" cxnId="{A0C6AE7F-100D-4EDB-A7E5-DA44CED1DA29}">
      <dgm:prSet/>
      <dgm:spPr/>
      <dgm:t>
        <a:bodyPr/>
        <a:lstStyle/>
        <a:p>
          <a:endParaRPr lang="de-DE">
            <a:latin typeface="Arial" panose="020B0604020202020204" pitchFamily="34" charset="0"/>
            <a:cs typeface="Arial" panose="020B0604020202020204" pitchFamily="34" charset="0"/>
          </a:endParaRPr>
        </a:p>
      </dgm:t>
    </dgm:pt>
    <dgm:pt modelId="{D187C2F1-5C40-4026-B69F-11E7ACA58520}" type="sibTrans" cxnId="{A0C6AE7F-100D-4EDB-A7E5-DA44CED1DA29}">
      <dgm:prSet/>
      <dgm:spPr/>
      <dgm:t>
        <a:bodyPr/>
        <a:lstStyle/>
        <a:p>
          <a:endParaRPr lang="de-DE">
            <a:latin typeface="Arial" panose="020B0604020202020204" pitchFamily="34" charset="0"/>
            <a:cs typeface="Arial" panose="020B0604020202020204" pitchFamily="34" charset="0"/>
          </a:endParaRPr>
        </a:p>
      </dgm:t>
    </dgm:pt>
    <dgm:pt modelId="{295E90FA-52C5-4854-B5B1-2BF6E83728B4}">
      <dgm:prSet/>
      <dgm:spPr/>
      <dgm:t>
        <a:bodyPr/>
        <a:lstStyle/>
        <a:p>
          <a:r>
            <a:rPr lang="de-DE">
              <a:latin typeface="Arial" panose="020B0604020202020204" pitchFamily="34" charset="0"/>
              <a:cs typeface="Arial" panose="020B0604020202020204" pitchFamily="34" charset="0"/>
            </a:rPr>
            <a:t>Datenintegrität</a:t>
          </a:r>
        </a:p>
      </dgm:t>
    </dgm:pt>
    <dgm:pt modelId="{050F78D4-493E-45D9-B80D-747C0483F30B}" type="parTrans" cxnId="{4913D54F-96A0-43C6-BB98-BBAD9B338450}">
      <dgm:prSet/>
      <dgm:spPr/>
      <dgm:t>
        <a:bodyPr/>
        <a:lstStyle/>
        <a:p>
          <a:endParaRPr lang="de-DE">
            <a:latin typeface="Arial" panose="020B0604020202020204" pitchFamily="34" charset="0"/>
            <a:cs typeface="Arial" panose="020B0604020202020204" pitchFamily="34" charset="0"/>
          </a:endParaRPr>
        </a:p>
      </dgm:t>
    </dgm:pt>
    <dgm:pt modelId="{F9D25C29-0180-490E-91B2-E6818F24F5F5}" type="sibTrans" cxnId="{4913D54F-96A0-43C6-BB98-BBAD9B338450}">
      <dgm:prSet/>
      <dgm:spPr/>
      <dgm:t>
        <a:bodyPr/>
        <a:lstStyle/>
        <a:p>
          <a:endParaRPr lang="de-DE">
            <a:latin typeface="Arial" panose="020B0604020202020204" pitchFamily="34" charset="0"/>
            <a:cs typeface="Arial" panose="020B0604020202020204" pitchFamily="34" charset="0"/>
          </a:endParaRPr>
        </a:p>
      </dgm:t>
    </dgm:pt>
    <dgm:pt modelId="{9A7C6F7C-0F3E-4FA8-B40E-10843379D9F5}">
      <dgm:prSet/>
      <dgm:spPr/>
      <dgm:t>
        <a:bodyPr/>
        <a:lstStyle/>
        <a:p>
          <a:r>
            <a:rPr lang="de-DE">
              <a:latin typeface="Arial" panose="020B0604020202020204" pitchFamily="34" charset="0"/>
              <a:cs typeface="Arial" panose="020B0604020202020204" pitchFamily="34" charset="0"/>
            </a:rPr>
            <a:t>Redundanzfreiheit</a:t>
          </a:r>
        </a:p>
      </dgm:t>
    </dgm:pt>
    <dgm:pt modelId="{FD99A241-5069-44A4-A5CE-FBF33B27C794}" type="parTrans" cxnId="{28C14774-35D0-4BB1-B321-D542F86826EE}">
      <dgm:prSet/>
      <dgm:spPr/>
      <dgm:t>
        <a:bodyPr/>
        <a:lstStyle/>
        <a:p>
          <a:endParaRPr lang="de-DE">
            <a:latin typeface="Arial" panose="020B0604020202020204" pitchFamily="34" charset="0"/>
            <a:cs typeface="Arial" panose="020B0604020202020204" pitchFamily="34" charset="0"/>
          </a:endParaRPr>
        </a:p>
      </dgm:t>
    </dgm:pt>
    <dgm:pt modelId="{30E12B25-B6DC-44C3-A0EE-E9922056EEF6}" type="sibTrans" cxnId="{28C14774-35D0-4BB1-B321-D542F86826EE}">
      <dgm:prSet/>
      <dgm:spPr/>
      <dgm:t>
        <a:bodyPr/>
        <a:lstStyle/>
        <a:p>
          <a:endParaRPr lang="de-DE">
            <a:latin typeface="Arial" panose="020B0604020202020204" pitchFamily="34" charset="0"/>
            <a:cs typeface="Arial" panose="020B0604020202020204" pitchFamily="34" charset="0"/>
          </a:endParaRPr>
        </a:p>
      </dgm:t>
    </dgm:pt>
    <dgm:pt modelId="{00E6AF97-B581-49E0-8FE3-672D78A0A0B9}">
      <dgm:prSet/>
      <dgm:spPr/>
      <dgm:t>
        <a:bodyPr/>
        <a:lstStyle/>
        <a:p>
          <a:r>
            <a:rPr lang="de-DE">
              <a:latin typeface="Arial" panose="020B0604020202020204" pitchFamily="34" charset="0"/>
              <a:cs typeface="Arial" panose="020B0604020202020204" pitchFamily="34" charset="0"/>
            </a:rPr>
            <a:t>anwendungsneutral</a:t>
          </a:r>
        </a:p>
      </dgm:t>
    </dgm:pt>
    <dgm:pt modelId="{6864217E-DA76-4D94-BD45-9FCD239D5E67}" type="parTrans" cxnId="{0FF90758-8B16-4680-98D7-82D4247AE715}">
      <dgm:prSet/>
      <dgm:spPr/>
      <dgm:t>
        <a:bodyPr/>
        <a:lstStyle/>
        <a:p>
          <a:endParaRPr lang="de-DE">
            <a:latin typeface="Arial" panose="020B0604020202020204" pitchFamily="34" charset="0"/>
            <a:cs typeface="Arial" panose="020B0604020202020204" pitchFamily="34" charset="0"/>
          </a:endParaRPr>
        </a:p>
      </dgm:t>
    </dgm:pt>
    <dgm:pt modelId="{5936F46A-BA5B-41C4-9A8E-3649AF2EE353}" type="sibTrans" cxnId="{0FF90758-8B16-4680-98D7-82D4247AE715}">
      <dgm:prSet/>
      <dgm:spPr/>
      <dgm:t>
        <a:bodyPr/>
        <a:lstStyle/>
        <a:p>
          <a:endParaRPr lang="de-DE">
            <a:latin typeface="Arial" panose="020B0604020202020204" pitchFamily="34" charset="0"/>
            <a:cs typeface="Arial" panose="020B0604020202020204" pitchFamily="34" charset="0"/>
          </a:endParaRPr>
        </a:p>
      </dgm:t>
    </dgm:pt>
    <dgm:pt modelId="{23763D76-B360-4293-86BC-DEEA56E072E9}">
      <dgm:prSet/>
      <dgm:spPr/>
      <dgm:t>
        <a:bodyPr/>
        <a:lstStyle/>
        <a:p>
          <a:r>
            <a:rPr lang="de-DE">
              <a:latin typeface="Arial" panose="020B0604020202020204" pitchFamily="34" charset="0"/>
              <a:cs typeface="Arial" panose="020B0604020202020204" pitchFamily="34" charset="0"/>
            </a:rPr>
            <a:t>Zugriffsberechtigung</a:t>
          </a:r>
        </a:p>
      </dgm:t>
    </dgm:pt>
    <dgm:pt modelId="{8F99C02A-32DD-479B-890A-7E42B95E37AC}" type="parTrans" cxnId="{10EDDCA0-0626-4D3F-829F-E47E1809DB53}">
      <dgm:prSet/>
      <dgm:spPr/>
      <dgm:t>
        <a:bodyPr/>
        <a:lstStyle/>
        <a:p>
          <a:endParaRPr lang="de-DE">
            <a:latin typeface="Arial" panose="020B0604020202020204" pitchFamily="34" charset="0"/>
            <a:cs typeface="Arial" panose="020B0604020202020204" pitchFamily="34" charset="0"/>
          </a:endParaRPr>
        </a:p>
      </dgm:t>
    </dgm:pt>
    <dgm:pt modelId="{C9190B1D-BAB8-44FF-8DB3-7A3AAD50A861}" type="sibTrans" cxnId="{10EDDCA0-0626-4D3F-829F-E47E1809DB53}">
      <dgm:prSet/>
      <dgm:spPr/>
      <dgm:t>
        <a:bodyPr/>
        <a:lstStyle/>
        <a:p>
          <a:endParaRPr lang="de-DE">
            <a:latin typeface="Arial" panose="020B0604020202020204" pitchFamily="34" charset="0"/>
            <a:cs typeface="Arial" panose="020B0604020202020204" pitchFamily="34" charset="0"/>
          </a:endParaRPr>
        </a:p>
      </dgm:t>
    </dgm:pt>
    <dgm:pt modelId="{40695447-D6C6-4F00-8FA4-BCB8A67DE716}">
      <dgm:prSet/>
      <dgm:spPr/>
      <dgm:t>
        <a:bodyPr/>
        <a:lstStyle/>
        <a:p>
          <a:r>
            <a:rPr lang="de-DE" dirty="0" err="1">
              <a:latin typeface="Arial" panose="020B0604020202020204" pitchFamily="34" charset="0"/>
              <a:cs typeface="Arial" panose="020B0604020202020204" pitchFamily="34" charset="0"/>
            </a:rPr>
            <a:t>recovery</a:t>
          </a:r>
          <a:r>
            <a:rPr lang="de-DE" dirty="0">
              <a:latin typeface="Arial" panose="020B0604020202020204" pitchFamily="34" charset="0"/>
              <a:cs typeface="Arial" panose="020B0604020202020204" pitchFamily="34" charset="0"/>
            </a:rPr>
            <a:t> nach Störungsfall</a:t>
          </a:r>
        </a:p>
      </dgm:t>
    </dgm:pt>
    <dgm:pt modelId="{5EE3FC9E-F978-4FAE-B305-BA40FBBC6C50}" type="parTrans" cxnId="{F61C04ED-4F5E-4725-BEEC-F9EF0458E4DB}">
      <dgm:prSet/>
      <dgm:spPr/>
      <dgm:t>
        <a:bodyPr/>
        <a:lstStyle/>
        <a:p>
          <a:endParaRPr lang="de-DE">
            <a:latin typeface="Arial" panose="020B0604020202020204" pitchFamily="34" charset="0"/>
            <a:cs typeface="Arial" panose="020B0604020202020204" pitchFamily="34" charset="0"/>
          </a:endParaRPr>
        </a:p>
      </dgm:t>
    </dgm:pt>
    <dgm:pt modelId="{727A069C-D65B-4100-B5E9-8B74081317C5}" type="sibTrans" cxnId="{F61C04ED-4F5E-4725-BEEC-F9EF0458E4DB}">
      <dgm:prSet/>
      <dgm:spPr/>
      <dgm:t>
        <a:bodyPr/>
        <a:lstStyle/>
        <a:p>
          <a:endParaRPr lang="de-DE">
            <a:latin typeface="Arial" panose="020B0604020202020204" pitchFamily="34" charset="0"/>
            <a:cs typeface="Arial" panose="020B0604020202020204" pitchFamily="34" charset="0"/>
          </a:endParaRPr>
        </a:p>
      </dgm:t>
    </dgm:pt>
    <dgm:pt modelId="{92DB08BD-E7F8-47BC-B10B-FCF16D2D5A0B}">
      <dgm:prSet/>
      <dgm:spPr/>
      <dgm:t>
        <a:bodyPr/>
        <a:lstStyle/>
        <a:p>
          <a:r>
            <a:rPr lang="de-DE">
              <a:latin typeface="Arial" panose="020B0604020202020204" pitchFamily="34" charset="0"/>
              <a:cs typeface="Arial" panose="020B0604020202020204" pitchFamily="34" charset="0"/>
            </a:rPr>
            <a:t>Speicherung langlebiger Daten (Datenpersistenz)</a:t>
          </a:r>
        </a:p>
      </dgm:t>
    </dgm:pt>
    <dgm:pt modelId="{A48EF85A-5807-4A75-9335-91F6732A0E1F}" type="parTrans" cxnId="{8F2CBAA8-1417-47F8-95B9-D4893083A260}">
      <dgm:prSet/>
      <dgm:spPr/>
      <dgm:t>
        <a:bodyPr/>
        <a:lstStyle/>
        <a:p>
          <a:endParaRPr lang="de-DE">
            <a:latin typeface="Arial" panose="020B0604020202020204" pitchFamily="34" charset="0"/>
            <a:cs typeface="Arial" panose="020B0604020202020204" pitchFamily="34" charset="0"/>
          </a:endParaRPr>
        </a:p>
      </dgm:t>
    </dgm:pt>
    <dgm:pt modelId="{8925A242-70F0-4F7B-B4FB-A40F050E3655}" type="sibTrans" cxnId="{8F2CBAA8-1417-47F8-95B9-D4893083A260}">
      <dgm:prSet/>
      <dgm:spPr/>
      <dgm:t>
        <a:bodyPr/>
        <a:lstStyle/>
        <a:p>
          <a:endParaRPr lang="de-DE">
            <a:latin typeface="Arial" panose="020B0604020202020204" pitchFamily="34" charset="0"/>
            <a:cs typeface="Arial" panose="020B0604020202020204" pitchFamily="34" charset="0"/>
          </a:endParaRPr>
        </a:p>
      </dgm:t>
    </dgm:pt>
    <dgm:pt modelId="{88630210-6451-4DDA-94E7-45254B440BE4}">
      <dgm:prSet/>
      <dgm:spPr/>
      <dgm:t>
        <a:bodyPr/>
        <a:lstStyle/>
        <a:p>
          <a:r>
            <a:rPr lang="de-DE">
              <a:latin typeface="Arial" panose="020B0604020202020204" pitchFamily="34" charset="0"/>
              <a:cs typeface="Arial" panose="020B0604020202020204" pitchFamily="34" charset="0"/>
            </a:rPr>
            <a:t>Daten sind vollständig erfasst (Prüfung)</a:t>
          </a:r>
        </a:p>
      </dgm:t>
    </dgm:pt>
    <dgm:pt modelId="{5662A197-59B2-47B0-BCD3-D362057F0476}" type="parTrans" cxnId="{ED8240A3-741A-4FA8-9C71-89A6129F3FDB}">
      <dgm:prSet/>
      <dgm:spPr/>
      <dgm:t>
        <a:bodyPr/>
        <a:lstStyle/>
        <a:p>
          <a:endParaRPr lang="de-DE">
            <a:latin typeface="Arial" panose="020B0604020202020204" pitchFamily="34" charset="0"/>
            <a:cs typeface="Arial" panose="020B0604020202020204" pitchFamily="34" charset="0"/>
          </a:endParaRPr>
        </a:p>
      </dgm:t>
    </dgm:pt>
    <dgm:pt modelId="{8D4E5660-4615-4410-819B-540FE514F556}" type="sibTrans" cxnId="{ED8240A3-741A-4FA8-9C71-89A6129F3FDB}">
      <dgm:prSet/>
      <dgm:spPr/>
      <dgm:t>
        <a:bodyPr/>
        <a:lstStyle/>
        <a:p>
          <a:endParaRPr lang="de-DE">
            <a:latin typeface="Arial" panose="020B0604020202020204" pitchFamily="34" charset="0"/>
            <a:cs typeface="Arial" panose="020B0604020202020204" pitchFamily="34" charset="0"/>
          </a:endParaRPr>
        </a:p>
      </dgm:t>
    </dgm:pt>
    <dgm:pt modelId="{3C2F2705-BEA2-4C26-AEC4-73D6F9A2FB2D}">
      <dgm:prSet/>
      <dgm:spPr/>
      <dgm:t>
        <a:bodyPr/>
        <a:lstStyle/>
        <a:p>
          <a:r>
            <a:rPr lang="de-DE" dirty="0">
              <a:latin typeface="Arial" panose="020B0604020202020204" pitchFamily="34" charset="0"/>
              <a:cs typeface="Arial" panose="020B0604020202020204" pitchFamily="34" charset="0"/>
            </a:rPr>
            <a:t>jedes Datenelement ist nach Möglichkeit nur ein einziges Mal vorhanden</a:t>
          </a:r>
        </a:p>
      </dgm:t>
    </dgm:pt>
    <dgm:pt modelId="{7C5A4502-AB7C-412E-A2C2-D47E61CD006C}" type="parTrans" cxnId="{57B90792-0489-40B8-BE2A-32B0B01C4F99}">
      <dgm:prSet/>
      <dgm:spPr/>
      <dgm:t>
        <a:bodyPr/>
        <a:lstStyle/>
        <a:p>
          <a:endParaRPr lang="de-DE">
            <a:latin typeface="Arial" panose="020B0604020202020204" pitchFamily="34" charset="0"/>
            <a:cs typeface="Arial" panose="020B0604020202020204" pitchFamily="34" charset="0"/>
          </a:endParaRPr>
        </a:p>
      </dgm:t>
    </dgm:pt>
    <dgm:pt modelId="{C17FA2D0-3700-4343-8FEF-EE54FF8B251D}" type="sibTrans" cxnId="{57B90792-0489-40B8-BE2A-32B0B01C4F99}">
      <dgm:prSet/>
      <dgm:spPr/>
      <dgm:t>
        <a:bodyPr/>
        <a:lstStyle/>
        <a:p>
          <a:endParaRPr lang="de-DE">
            <a:latin typeface="Arial" panose="020B0604020202020204" pitchFamily="34" charset="0"/>
            <a:cs typeface="Arial" panose="020B0604020202020204" pitchFamily="34" charset="0"/>
          </a:endParaRPr>
        </a:p>
      </dgm:t>
    </dgm:pt>
    <dgm:pt modelId="{F333EC76-2C86-4046-B8E5-79CD96E6BD68}">
      <dgm:prSet/>
      <dgm:spPr/>
      <dgm:t>
        <a:bodyPr/>
        <a:lstStyle/>
        <a:p>
          <a:r>
            <a:rPr lang="de-DE">
              <a:latin typeface="Arial" panose="020B0604020202020204" pitchFamily="34" charset="0"/>
              <a:cs typeface="Arial" panose="020B0604020202020204" pitchFamily="34" charset="0"/>
            </a:rPr>
            <a:t>möglichst viele parallele Abfragen möglich</a:t>
          </a:r>
        </a:p>
      </dgm:t>
    </dgm:pt>
    <dgm:pt modelId="{29BD561A-A636-48DC-B069-CE3EFFAE10A2}" type="parTrans" cxnId="{2B459F9E-E9A3-47B0-A0F4-CD38F8446639}">
      <dgm:prSet/>
      <dgm:spPr/>
      <dgm:t>
        <a:bodyPr/>
        <a:lstStyle/>
        <a:p>
          <a:endParaRPr lang="de-DE">
            <a:latin typeface="Arial" panose="020B0604020202020204" pitchFamily="34" charset="0"/>
            <a:cs typeface="Arial" panose="020B0604020202020204" pitchFamily="34" charset="0"/>
          </a:endParaRPr>
        </a:p>
      </dgm:t>
    </dgm:pt>
    <dgm:pt modelId="{4623A4ED-6218-4DEB-823B-906C1CF0A35C}" type="sibTrans" cxnId="{2B459F9E-E9A3-47B0-A0F4-CD38F8446639}">
      <dgm:prSet/>
      <dgm:spPr/>
      <dgm:t>
        <a:bodyPr/>
        <a:lstStyle/>
        <a:p>
          <a:endParaRPr lang="de-DE">
            <a:latin typeface="Arial" panose="020B0604020202020204" pitchFamily="34" charset="0"/>
            <a:cs typeface="Arial" panose="020B0604020202020204" pitchFamily="34" charset="0"/>
          </a:endParaRPr>
        </a:p>
      </dgm:t>
    </dgm:pt>
    <dgm:pt modelId="{625504CC-8AEA-4CA0-895C-DF20FFF84C7A}">
      <dgm:prSet/>
      <dgm:spPr/>
      <dgm:t>
        <a:bodyPr/>
        <a:lstStyle/>
        <a:p>
          <a:r>
            <a:rPr lang="de-DE">
              <a:latin typeface="Arial" panose="020B0604020202020204" pitchFamily="34" charset="0"/>
              <a:cs typeface="Arial" panose="020B0604020202020204" pitchFamily="34" charset="0"/>
            </a:rPr>
            <a:t>getrennte Sichten</a:t>
          </a:r>
        </a:p>
      </dgm:t>
    </dgm:pt>
    <dgm:pt modelId="{270D4989-ECF8-4763-8BD7-CD3077B608B4}" type="parTrans" cxnId="{4C3EE36A-5052-4C32-9819-89A37D2FFE40}">
      <dgm:prSet/>
      <dgm:spPr/>
      <dgm:t>
        <a:bodyPr/>
        <a:lstStyle/>
        <a:p>
          <a:endParaRPr lang="de-DE">
            <a:latin typeface="Arial" panose="020B0604020202020204" pitchFamily="34" charset="0"/>
            <a:cs typeface="Arial" panose="020B0604020202020204" pitchFamily="34" charset="0"/>
          </a:endParaRPr>
        </a:p>
      </dgm:t>
    </dgm:pt>
    <dgm:pt modelId="{D83E125A-990F-4BAB-A230-3A9851C75BCC}" type="sibTrans" cxnId="{4C3EE36A-5052-4C32-9819-89A37D2FFE40}">
      <dgm:prSet/>
      <dgm:spPr/>
      <dgm:t>
        <a:bodyPr/>
        <a:lstStyle/>
        <a:p>
          <a:endParaRPr lang="de-DE">
            <a:latin typeface="Arial" panose="020B0604020202020204" pitchFamily="34" charset="0"/>
            <a:cs typeface="Arial" panose="020B0604020202020204" pitchFamily="34" charset="0"/>
          </a:endParaRPr>
        </a:p>
      </dgm:t>
    </dgm:pt>
    <dgm:pt modelId="{84EE9D8D-C881-42A4-9B7C-B3233BFFC8D3}">
      <dgm:prSet/>
      <dgm:spPr/>
      <dgm:t>
        <a:bodyPr/>
        <a:lstStyle/>
        <a:p>
          <a:r>
            <a:rPr lang="de-DE">
              <a:latin typeface="Arial" panose="020B0604020202020204" pitchFamily="34" charset="0"/>
              <a:cs typeface="Arial" panose="020B0604020202020204" pitchFamily="34" charset="0"/>
            </a:rPr>
            <a:t>offene Schnittstelle</a:t>
          </a:r>
        </a:p>
      </dgm:t>
    </dgm:pt>
    <dgm:pt modelId="{2F9C8DD0-56F0-4C86-846A-C022C7D968A4}" type="parTrans" cxnId="{F83EF5B2-CF07-431D-8A11-A11469C03BE1}">
      <dgm:prSet/>
      <dgm:spPr/>
      <dgm:t>
        <a:bodyPr/>
        <a:lstStyle/>
        <a:p>
          <a:endParaRPr lang="de-DE">
            <a:latin typeface="Arial" panose="020B0604020202020204" pitchFamily="34" charset="0"/>
            <a:cs typeface="Arial" panose="020B0604020202020204" pitchFamily="34" charset="0"/>
          </a:endParaRPr>
        </a:p>
      </dgm:t>
    </dgm:pt>
    <dgm:pt modelId="{E33C778A-6418-4E00-B2AC-385106DF1767}" type="sibTrans" cxnId="{F83EF5B2-CF07-431D-8A11-A11469C03BE1}">
      <dgm:prSet/>
      <dgm:spPr/>
      <dgm:t>
        <a:bodyPr/>
        <a:lstStyle/>
        <a:p>
          <a:endParaRPr lang="de-DE">
            <a:latin typeface="Arial" panose="020B0604020202020204" pitchFamily="34" charset="0"/>
            <a:cs typeface="Arial" panose="020B0604020202020204" pitchFamily="34" charset="0"/>
          </a:endParaRPr>
        </a:p>
      </dgm:t>
    </dgm:pt>
    <dgm:pt modelId="{DD96F6CE-DAA4-4A89-B3C2-F6EDF76E8740}">
      <dgm:prSet/>
      <dgm:spPr/>
      <dgm:t>
        <a:bodyPr/>
        <a:lstStyle/>
        <a:p>
          <a:r>
            <a:rPr lang="de-DE" dirty="0">
              <a:latin typeface="Arial" panose="020B0604020202020204" pitchFamily="34" charset="0"/>
              <a:cs typeface="Arial" panose="020B0604020202020204" pitchFamily="34" charset="0"/>
            </a:rPr>
            <a:t>resistent gegen Überlastung</a:t>
          </a:r>
        </a:p>
      </dgm:t>
    </dgm:pt>
    <dgm:pt modelId="{44ACB56B-1438-4110-A9D3-BA3B2B64F10B}" type="parTrans" cxnId="{B5219ED5-2836-4426-B207-C4BCBD4FEDCD}">
      <dgm:prSet/>
      <dgm:spPr/>
      <dgm:t>
        <a:bodyPr/>
        <a:lstStyle/>
        <a:p>
          <a:endParaRPr lang="de-DE">
            <a:latin typeface="Arial" panose="020B0604020202020204" pitchFamily="34" charset="0"/>
            <a:cs typeface="Arial" panose="020B0604020202020204" pitchFamily="34" charset="0"/>
          </a:endParaRPr>
        </a:p>
      </dgm:t>
    </dgm:pt>
    <dgm:pt modelId="{D979806E-F617-4F32-8DAE-FD75B9920E4B}" type="sibTrans" cxnId="{B5219ED5-2836-4426-B207-C4BCBD4FEDCD}">
      <dgm:prSet/>
      <dgm:spPr/>
      <dgm:t>
        <a:bodyPr/>
        <a:lstStyle/>
        <a:p>
          <a:endParaRPr lang="de-DE">
            <a:latin typeface="Arial" panose="020B0604020202020204" pitchFamily="34" charset="0"/>
            <a:cs typeface="Arial" panose="020B0604020202020204" pitchFamily="34" charset="0"/>
          </a:endParaRPr>
        </a:p>
      </dgm:t>
    </dgm:pt>
    <dgm:pt modelId="{1F3DA7E8-97AD-4A35-9CFA-89FADEDE56C5}">
      <dgm:prSet/>
      <dgm:spPr/>
      <dgm:t>
        <a:bodyPr/>
        <a:lstStyle/>
        <a:p>
          <a:r>
            <a:rPr lang="de-DE">
              <a:latin typeface="Arial" panose="020B0604020202020204" pitchFamily="34" charset="0"/>
              <a:cs typeface="Arial" panose="020B0604020202020204" pitchFamily="34" charset="0"/>
            </a:rPr>
            <a:t>Daten sind korrekt und widerspruchsfrei</a:t>
          </a:r>
        </a:p>
      </dgm:t>
    </dgm:pt>
    <dgm:pt modelId="{AB1FC73C-FB84-412C-A333-09C81C79D344}" type="parTrans" cxnId="{F07D82F2-EB50-4174-9EEE-F4C816355E42}">
      <dgm:prSet/>
      <dgm:spPr/>
      <dgm:t>
        <a:bodyPr/>
        <a:lstStyle/>
        <a:p>
          <a:endParaRPr lang="de-DE">
            <a:latin typeface="Arial" panose="020B0604020202020204" pitchFamily="34" charset="0"/>
            <a:cs typeface="Arial" panose="020B0604020202020204" pitchFamily="34" charset="0"/>
          </a:endParaRPr>
        </a:p>
      </dgm:t>
    </dgm:pt>
    <dgm:pt modelId="{916151F7-C8E7-42AD-9F8F-68CD28322A8E}" type="sibTrans" cxnId="{F07D82F2-EB50-4174-9EEE-F4C816355E42}">
      <dgm:prSet/>
      <dgm:spPr/>
      <dgm:t>
        <a:bodyPr/>
        <a:lstStyle/>
        <a:p>
          <a:endParaRPr lang="de-DE">
            <a:latin typeface="Arial" panose="020B0604020202020204" pitchFamily="34" charset="0"/>
            <a:cs typeface="Arial" panose="020B0604020202020204" pitchFamily="34" charset="0"/>
          </a:endParaRPr>
        </a:p>
      </dgm:t>
    </dgm:pt>
    <dgm:pt modelId="{E384C6F4-70E8-4C56-B12E-FB95C69BD4C1}" type="pres">
      <dgm:prSet presAssocID="{5FF007EC-A2B5-477B-A596-3522A147F409}" presName="Name0" presStyleCnt="0">
        <dgm:presLayoutVars>
          <dgm:dir/>
          <dgm:animLvl val="lvl"/>
          <dgm:resizeHandles/>
        </dgm:presLayoutVars>
      </dgm:prSet>
      <dgm:spPr/>
    </dgm:pt>
    <dgm:pt modelId="{D738A59B-02AC-431E-A368-4F9326C53787}" type="pres">
      <dgm:prSet presAssocID="{168BDD55-A06F-4AB3-B2A8-384190882341}" presName="linNode" presStyleCnt="0"/>
      <dgm:spPr/>
    </dgm:pt>
    <dgm:pt modelId="{DF23C2B4-C6E6-4EBC-B6D1-04531735160D}" type="pres">
      <dgm:prSet presAssocID="{168BDD55-A06F-4AB3-B2A8-384190882341}" presName="parentShp" presStyleLbl="node1" presStyleIdx="0" presStyleCnt="6">
        <dgm:presLayoutVars>
          <dgm:bulletEnabled val="1"/>
        </dgm:presLayoutVars>
      </dgm:prSet>
      <dgm:spPr/>
    </dgm:pt>
    <dgm:pt modelId="{6F2AB9EA-177A-4BF2-ADC9-C1974415790F}" type="pres">
      <dgm:prSet presAssocID="{168BDD55-A06F-4AB3-B2A8-384190882341}" presName="childShp" presStyleLbl="bgAccFollowNode1" presStyleIdx="0" presStyleCnt="6">
        <dgm:presLayoutVars>
          <dgm:bulletEnabled val="1"/>
        </dgm:presLayoutVars>
      </dgm:prSet>
      <dgm:spPr/>
    </dgm:pt>
    <dgm:pt modelId="{59241A1C-D3B3-43DD-A094-46BA0CA73575}" type="pres">
      <dgm:prSet presAssocID="{19EB4D44-75D7-4EDA-A3AF-DDBFEF42D05C}" presName="spacing" presStyleCnt="0"/>
      <dgm:spPr/>
    </dgm:pt>
    <dgm:pt modelId="{697D8267-4D06-43A8-88F8-D75AFFC51C97}" type="pres">
      <dgm:prSet presAssocID="{BE4BDE6B-5CBE-4506-BB81-4005E4DE384F}" presName="linNode" presStyleCnt="0"/>
      <dgm:spPr/>
    </dgm:pt>
    <dgm:pt modelId="{D621EEE3-C56B-4B71-830B-BD8F4CD5A502}" type="pres">
      <dgm:prSet presAssocID="{BE4BDE6B-5CBE-4506-BB81-4005E4DE384F}" presName="parentShp" presStyleLbl="node1" presStyleIdx="1" presStyleCnt="6">
        <dgm:presLayoutVars>
          <dgm:bulletEnabled val="1"/>
        </dgm:presLayoutVars>
      </dgm:prSet>
      <dgm:spPr/>
    </dgm:pt>
    <dgm:pt modelId="{D8555749-8245-48D9-A380-C92EAA70A16C}" type="pres">
      <dgm:prSet presAssocID="{BE4BDE6B-5CBE-4506-BB81-4005E4DE384F}" presName="childShp" presStyleLbl="bgAccFollowNode1" presStyleIdx="1" presStyleCnt="6">
        <dgm:presLayoutVars>
          <dgm:bulletEnabled val="1"/>
        </dgm:presLayoutVars>
      </dgm:prSet>
      <dgm:spPr/>
    </dgm:pt>
    <dgm:pt modelId="{A5E4F218-336A-482B-A6CE-96B4BF59BB27}" type="pres">
      <dgm:prSet presAssocID="{8863343F-463C-40EB-AFF9-3E978A8D33DD}" presName="spacing" presStyleCnt="0"/>
      <dgm:spPr/>
    </dgm:pt>
    <dgm:pt modelId="{34F080F9-B120-4D96-91F5-E6FC91E14A24}" type="pres">
      <dgm:prSet presAssocID="{25AED734-F00D-41DF-ACED-60B91E7413CB}" presName="linNode" presStyleCnt="0"/>
      <dgm:spPr/>
    </dgm:pt>
    <dgm:pt modelId="{9B2A4F4A-60F9-4847-B2CF-0CC41845F9D2}" type="pres">
      <dgm:prSet presAssocID="{25AED734-F00D-41DF-ACED-60B91E7413CB}" presName="parentShp" presStyleLbl="node1" presStyleIdx="2" presStyleCnt="6">
        <dgm:presLayoutVars>
          <dgm:bulletEnabled val="1"/>
        </dgm:presLayoutVars>
      </dgm:prSet>
      <dgm:spPr/>
    </dgm:pt>
    <dgm:pt modelId="{9C385061-6601-4631-9341-D0B1FB795280}" type="pres">
      <dgm:prSet presAssocID="{25AED734-F00D-41DF-ACED-60B91E7413CB}" presName="childShp" presStyleLbl="bgAccFollowNode1" presStyleIdx="2" presStyleCnt="6">
        <dgm:presLayoutVars>
          <dgm:bulletEnabled val="1"/>
        </dgm:presLayoutVars>
      </dgm:prSet>
      <dgm:spPr/>
    </dgm:pt>
    <dgm:pt modelId="{E8C0B73A-612A-4CE0-9689-9560998FE6EA}" type="pres">
      <dgm:prSet presAssocID="{F2D333A4-B2CA-4522-AF4A-413CDEAC077E}" presName="spacing" presStyleCnt="0"/>
      <dgm:spPr/>
    </dgm:pt>
    <dgm:pt modelId="{8E735F4E-9D95-4085-BB6D-5C863126A237}" type="pres">
      <dgm:prSet presAssocID="{524B8B66-2E9C-4512-B3D9-CEBBD63E0CB9}" presName="linNode" presStyleCnt="0"/>
      <dgm:spPr/>
    </dgm:pt>
    <dgm:pt modelId="{E903F49D-CD7B-4897-8963-0DE39D5C561E}" type="pres">
      <dgm:prSet presAssocID="{524B8B66-2E9C-4512-B3D9-CEBBD63E0CB9}" presName="parentShp" presStyleLbl="node1" presStyleIdx="3" presStyleCnt="6">
        <dgm:presLayoutVars>
          <dgm:bulletEnabled val="1"/>
        </dgm:presLayoutVars>
      </dgm:prSet>
      <dgm:spPr/>
    </dgm:pt>
    <dgm:pt modelId="{052D6B06-9FDE-4632-B252-543740621EAF}" type="pres">
      <dgm:prSet presAssocID="{524B8B66-2E9C-4512-B3D9-CEBBD63E0CB9}" presName="childShp" presStyleLbl="bgAccFollowNode1" presStyleIdx="3" presStyleCnt="6">
        <dgm:presLayoutVars>
          <dgm:bulletEnabled val="1"/>
        </dgm:presLayoutVars>
      </dgm:prSet>
      <dgm:spPr/>
    </dgm:pt>
    <dgm:pt modelId="{F4B9B03B-EA64-4A72-9981-82A3260D4000}" type="pres">
      <dgm:prSet presAssocID="{D187C2F1-5C40-4026-B69F-11E7ACA58520}" presName="spacing" presStyleCnt="0"/>
      <dgm:spPr/>
    </dgm:pt>
    <dgm:pt modelId="{6A48E1D4-1741-49E1-87EE-5DAEBCA2B09B}" type="pres">
      <dgm:prSet presAssocID="{295E90FA-52C5-4854-B5B1-2BF6E83728B4}" presName="linNode" presStyleCnt="0"/>
      <dgm:spPr/>
    </dgm:pt>
    <dgm:pt modelId="{C0F8261C-2C70-4189-B893-F6BF467D0A22}" type="pres">
      <dgm:prSet presAssocID="{295E90FA-52C5-4854-B5B1-2BF6E83728B4}" presName="parentShp" presStyleLbl="node1" presStyleIdx="4" presStyleCnt="6">
        <dgm:presLayoutVars>
          <dgm:bulletEnabled val="1"/>
        </dgm:presLayoutVars>
      </dgm:prSet>
      <dgm:spPr/>
    </dgm:pt>
    <dgm:pt modelId="{21372674-C78F-426C-8495-9B1D48B0A596}" type="pres">
      <dgm:prSet presAssocID="{295E90FA-52C5-4854-B5B1-2BF6E83728B4}" presName="childShp" presStyleLbl="bgAccFollowNode1" presStyleIdx="4" presStyleCnt="6">
        <dgm:presLayoutVars>
          <dgm:bulletEnabled val="1"/>
        </dgm:presLayoutVars>
      </dgm:prSet>
      <dgm:spPr/>
    </dgm:pt>
    <dgm:pt modelId="{8BAF4F5B-A928-46A8-A0A8-39EEBC694A83}" type="pres">
      <dgm:prSet presAssocID="{F9D25C29-0180-490E-91B2-E6818F24F5F5}" presName="spacing" presStyleCnt="0"/>
      <dgm:spPr/>
    </dgm:pt>
    <dgm:pt modelId="{633A120D-0B27-42D3-9349-AC7ED8794FB6}" type="pres">
      <dgm:prSet presAssocID="{9A7C6F7C-0F3E-4FA8-B40E-10843379D9F5}" presName="linNode" presStyleCnt="0"/>
      <dgm:spPr/>
    </dgm:pt>
    <dgm:pt modelId="{5B9F81F6-283D-46F6-B153-F5884BB0A601}" type="pres">
      <dgm:prSet presAssocID="{9A7C6F7C-0F3E-4FA8-B40E-10843379D9F5}" presName="parentShp" presStyleLbl="node1" presStyleIdx="5" presStyleCnt="6">
        <dgm:presLayoutVars>
          <dgm:bulletEnabled val="1"/>
        </dgm:presLayoutVars>
      </dgm:prSet>
      <dgm:spPr/>
    </dgm:pt>
    <dgm:pt modelId="{AB4BD3CB-231A-4926-BBFF-86C53488B34D}" type="pres">
      <dgm:prSet presAssocID="{9A7C6F7C-0F3E-4FA8-B40E-10843379D9F5}" presName="childShp" presStyleLbl="bgAccFollowNode1" presStyleIdx="5" presStyleCnt="6">
        <dgm:presLayoutVars>
          <dgm:bulletEnabled val="1"/>
        </dgm:presLayoutVars>
      </dgm:prSet>
      <dgm:spPr/>
    </dgm:pt>
  </dgm:ptLst>
  <dgm:cxnLst>
    <dgm:cxn modelId="{8562D816-27C3-407F-88D4-BAB940D97DB4}" type="presOf" srcId="{625504CC-8AEA-4CA0-895C-DF20FFF84C7A}" destId="{9C385061-6601-4631-9341-D0B1FB795280}" srcOrd="0" destOrd="1" presId="urn:microsoft.com/office/officeart/2005/8/layout/vList6"/>
    <dgm:cxn modelId="{F1B35017-8010-4E09-9622-022741A63EB0}" type="presOf" srcId="{295E90FA-52C5-4854-B5B1-2BF6E83728B4}" destId="{C0F8261C-2C70-4189-B893-F6BF467D0A22}" srcOrd="0" destOrd="0" presId="urn:microsoft.com/office/officeart/2005/8/layout/vList6"/>
    <dgm:cxn modelId="{895FF620-6256-41AE-887D-36B581B31AF4}" type="presOf" srcId="{23763D76-B360-4293-86BC-DEEA56E072E9}" destId="{9C385061-6601-4631-9341-D0B1FB795280}" srcOrd="0" destOrd="0" presId="urn:microsoft.com/office/officeart/2005/8/layout/vList6"/>
    <dgm:cxn modelId="{63C92A22-F591-42E8-B274-CD99E230D77B}" srcId="{5FF007EC-A2B5-477B-A596-3522A147F409}" destId="{BE4BDE6B-5CBE-4506-BB81-4005E4DE384F}" srcOrd="1" destOrd="0" parTransId="{45862045-725D-4737-B410-6B9DD4C47494}" sibTransId="{8863343F-463C-40EB-AFF9-3E978A8D33DD}"/>
    <dgm:cxn modelId="{D2909824-BAC7-4946-B29F-86C17619593A}" type="presOf" srcId="{5FF007EC-A2B5-477B-A596-3522A147F409}" destId="{E384C6F4-70E8-4C56-B12E-FB95C69BD4C1}" srcOrd="0" destOrd="0" presId="urn:microsoft.com/office/officeart/2005/8/layout/vList6"/>
    <dgm:cxn modelId="{1439762A-0F2C-40DF-952D-7AAD39641447}" srcId="{5FF007EC-A2B5-477B-A596-3522A147F409}" destId="{25AED734-F00D-41DF-ACED-60B91E7413CB}" srcOrd="2" destOrd="0" parTransId="{AC9052B9-2182-483F-B281-E7582EA5E671}" sibTransId="{F2D333A4-B2CA-4522-AF4A-413CDEAC077E}"/>
    <dgm:cxn modelId="{777D092E-7274-48E5-BC21-1DAB4484A70E}" type="presOf" srcId="{92DB08BD-E7F8-47BC-B10B-FCF16D2D5A0B}" destId="{052D6B06-9FDE-4632-B252-543740621EAF}" srcOrd="0" destOrd="1" presId="urn:microsoft.com/office/officeart/2005/8/layout/vList6"/>
    <dgm:cxn modelId="{1B89C161-8A65-4A4F-A634-5BD5CDAB08BC}" type="presOf" srcId="{88630210-6451-4DDA-94E7-45254B440BE4}" destId="{21372674-C78F-426C-8495-9B1D48B0A596}" srcOrd="0" destOrd="0" presId="urn:microsoft.com/office/officeart/2005/8/layout/vList6"/>
    <dgm:cxn modelId="{44BF7143-2A2E-4FA8-A488-9E62A9D10D11}" type="presOf" srcId="{524B8B66-2E9C-4512-B3D9-CEBBD63E0CB9}" destId="{E903F49D-CD7B-4897-8963-0DE39D5C561E}" srcOrd="0" destOrd="0" presId="urn:microsoft.com/office/officeart/2005/8/layout/vList6"/>
    <dgm:cxn modelId="{E5210446-4770-4378-923E-C7B6C568DCA6}" type="presOf" srcId="{9A7C6F7C-0F3E-4FA8-B40E-10843379D9F5}" destId="{5B9F81F6-283D-46F6-B153-F5884BB0A601}" srcOrd="0" destOrd="0" presId="urn:microsoft.com/office/officeart/2005/8/layout/vList6"/>
    <dgm:cxn modelId="{4C3EE36A-5052-4C32-9819-89A37D2FFE40}" srcId="{25AED734-F00D-41DF-ACED-60B91E7413CB}" destId="{625504CC-8AEA-4CA0-895C-DF20FFF84C7A}" srcOrd="1" destOrd="0" parTransId="{270D4989-ECF8-4763-8BD7-CD3077B608B4}" sibTransId="{D83E125A-990F-4BAB-A230-3A9851C75BCC}"/>
    <dgm:cxn modelId="{9762F36A-044A-4E8D-A7C7-8C480647EFCB}" type="presOf" srcId="{84EE9D8D-C881-42A4-9B7C-B3233BFFC8D3}" destId="{6F2AB9EA-177A-4BF2-ADC9-C1974415790F}" srcOrd="0" destOrd="1" presId="urn:microsoft.com/office/officeart/2005/8/layout/vList6"/>
    <dgm:cxn modelId="{4913D54F-96A0-43C6-BB98-BBAD9B338450}" srcId="{5FF007EC-A2B5-477B-A596-3522A147F409}" destId="{295E90FA-52C5-4854-B5B1-2BF6E83728B4}" srcOrd="4" destOrd="0" parTransId="{050F78D4-493E-45D9-B80D-747C0483F30B}" sibTransId="{F9D25C29-0180-490E-91B2-E6818F24F5F5}"/>
    <dgm:cxn modelId="{CBCBF771-7CBD-4841-BAA6-7CC9390FD351}" srcId="{5FF007EC-A2B5-477B-A596-3522A147F409}" destId="{168BDD55-A06F-4AB3-B2A8-384190882341}" srcOrd="0" destOrd="0" parTransId="{58C73306-29B0-4F7A-B303-2728C78C74B6}" sibTransId="{19EB4D44-75D7-4EDA-A3AF-DDBFEF42D05C}"/>
    <dgm:cxn modelId="{28C14774-35D0-4BB1-B321-D542F86826EE}" srcId="{5FF007EC-A2B5-477B-A596-3522A147F409}" destId="{9A7C6F7C-0F3E-4FA8-B40E-10843379D9F5}" srcOrd="5" destOrd="0" parTransId="{FD99A241-5069-44A4-A5CE-FBF33B27C794}" sibTransId="{30E12B25-B6DC-44C3-A0EE-E9922056EEF6}"/>
    <dgm:cxn modelId="{37F08154-EEB6-479B-9043-4C55DF4DB920}" type="presOf" srcId="{25AED734-F00D-41DF-ACED-60B91E7413CB}" destId="{9B2A4F4A-60F9-4847-B2CF-0CC41845F9D2}" srcOrd="0" destOrd="0" presId="urn:microsoft.com/office/officeart/2005/8/layout/vList6"/>
    <dgm:cxn modelId="{0FF90758-8B16-4680-98D7-82D4247AE715}" srcId="{168BDD55-A06F-4AB3-B2A8-384190882341}" destId="{00E6AF97-B581-49E0-8FE3-672D78A0A0B9}" srcOrd="0" destOrd="0" parTransId="{6864217E-DA76-4D94-BD45-9FCD239D5E67}" sibTransId="{5936F46A-BA5B-41C4-9A8E-3649AF2EE353}"/>
    <dgm:cxn modelId="{7CB6AC7A-4F31-4D79-89E9-7837BBAF41E8}" type="presOf" srcId="{F333EC76-2C86-4046-B8E5-79CD96E6BD68}" destId="{D8555749-8245-48D9-A380-C92EAA70A16C}" srcOrd="0" destOrd="0" presId="urn:microsoft.com/office/officeart/2005/8/layout/vList6"/>
    <dgm:cxn modelId="{A0C6AE7F-100D-4EDB-A7E5-DA44CED1DA29}" srcId="{5FF007EC-A2B5-477B-A596-3522A147F409}" destId="{524B8B66-2E9C-4512-B3D9-CEBBD63E0CB9}" srcOrd="3" destOrd="0" parTransId="{1853A833-331B-44DA-93BF-D882DAF0DF54}" sibTransId="{D187C2F1-5C40-4026-B69F-11E7ACA58520}"/>
    <dgm:cxn modelId="{57B90792-0489-40B8-BE2A-32B0B01C4F99}" srcId="{9A7C6F7C-0F3E-4FA8-B40E-10843379D9F5}" destId="{3C2F2705-BEA2-4C26-AEC4-73D6F9A2FB2D}" srcOrd="0" destOrd="0" parTransId="{7C5A4502-AB7C-412E-A2C2-D47E61CD006C}" sibTransId="{C17FA2D0-3700-4343-8FEF-EE54FF8B251D}"/>
    <dgm:cxn modelId="{2B459F9E-E9A3-47B0-A0F4-CD38F8446639}" srcId="{BE4BDE6B-5CBE-4506-BB81-4005E4DE384F}" destId="{F333EC76-2C86-4046-B8E5-79CD96E6BD68}" srcOrd="0" destOrd="0" parTransId="{29BD561A-A636-48DC-B069-CE3EFFAE10A2}" sibTransId="{4623A4ED-6218-4DEB-823B-906C1CF0A35C}"/>
    <dgm:cxn modelId="{63CB7F9F-678D-4F7C-B1FA-025F08D9F5F6}" type="presOf" srcId="{168BDD55-A06F-4AB3-B2A8-384190882341}" destId="{DF23C2B4-C6E6-4EBC-B6D1-04531735160D}" srcOrd="0" destOrd="0" presId="urn:microsoft.com/office/officeart/2005/8/layout/vList6"/>
    <dgm:cxn modelId="{10EDDCA0-0626-4D3F-829F-E47E1809DB53}" srcId="{25AED734-F00D-41DF-ACED-60B91E7413CB}" destId="{23763D76-B360-4293-86BC-DEEA56E072E9}" srcOrd="0" destOrd="0" parTransId="{8F99C02A-32DD-479B-890A-7E42B95E37AC}" sibTransId="{C9190B1D-BAB8-44FF-8DB3-7A3AAD50A861}"/>
    <dgm:cxn modelId="{ED8240A3-741A-4FA8-9C71-89A6129F3FDB}" srcId="{295E90FA-52C5-4854-B5B1-2BF6E83728B4}" destId="{88630210-6451-4DDA-94E7-45254B440BE4}" srcOrd="0" destOrd="0" parTransId="{5662A197-59B2-47B0-BCD3-D362057F0476}" sibTransId="{8D4E5660-4615-4410-819B-540FE514F556}"/>
    <dgm:cxn modelId="{814965A4-CCC7-4055-89B6-405451F3EE83}" type="presOf" srcId="{00E6AF97-B581-49E0-8FE3-672D78A0A0B9}" destId="{6F2AB9EA-177A-4BF2-ADC9-C1974415790F}" srcOrd="0" destOrd="0" presId="urn:microsoft.com/office/officeart/2005/8/layout/vList6"/>
    <dgm:cxn modelId="{8F2CBAA8-1417-47F8-95B9-D4893083A260}" srcId="{524B8B66-2E9C-4512-B3D9-CEBBD63E0CB9}" destId="{92DB08BD-E7F8-47BC-B10B-FCF16D2D5A0B}" srcOrd="1" destOrd="0" parTransId="{A48EF85A-5807-4A75-9335-91F6732A0E1F}" sibTransId="{8925A242-70F0-4F7B-B4FB-A40F050E3655}"/>
    <dgm:cxn modelId="{F83EF5B2-CF07-431D-8A11-A11469C03BE1}" srcId="{168BDD55-A06F-4AB3-B2A8-384190882341}" destId="{84EE9D8D-C881-42A4-9B7C-B3233BFFC8D3}" srcOrd="1" destOrd="0" parTransId="{2F9C8DD0-56F0-4C86-846A-C022C7D968A4}" sibTransId="{E33C778A-6418-4E00-B2AC-385106DF1767}"/>
    <dgm:cxn modelId="{7C61FFB4-C766-434B-950F-BB9177B46409}" type="presOf" srcId="{3C2F2705-BEA2-4C26-AEC4-73D6F9A2FB2D}" destId="{AB4BD3CB-231A-4926-BBFF-86C53488B34D}" srcOrd="0" destOrd="0" presId="urn:microsoft.com/office/officeart/2005/8/layout/vList6"/>
    <dgm:cxn modelId="{74C655C5-3EE4-4076-B584-040B5DE1B8A6}" type="presOf" srcId="{1F3DA7E8-97AD-4A35-9CFA-89FADEDE56C5}" destId="{21372674-C78F-426C-8495-9B1D48B0A596}" srcOrd="0" destOrd="1" presId="urn:microsoft.com/office/officeart/2005/8/layout/vList6"/>
    <dgm:cxn modelId="{B5219ED5-2836-4426-B207-C4BCBD4FEDCD}" srcId="{BE4BDE6B-5CBE-4506-BB81-4005E4DE384F}" destId="{DD96F6CE-DAA4-4A89-B3C2-F6EDF76E8740}" srcOrd="1" destOrd="0" parTransId="{44ACB56B-1438-4110-A9D3-BA3B2B64F10B}" sibTransId="{D979806E-F617-4F32-8DAE-FD75B9920E4B}"/>
    <dgm:cxn modelId="{8950CEDB-5974-4348-BBD4-BDE876733C67}" type="presOf" srcId="{DD96F6CE-DAA4-4A89-B3C2-F6EDF76E8740}" destId="{D8555749-8245-48D9-A380-C92EAA70A16C}" srcOrd="0" destOrd="1" presId="urn:microsoft.com/office/officeart/2005/8/layout/vList6"/>
    <dgm:cxn modelId="{1C1457EC-F7AB-413F-AB98-A90D1B2956F3}" type="presOf" srcId="{BE4BDE6B-5CBE-4506-BB81-4005E4DE384F}" destId="{D621EEE3-C56B-4B71-830B-BD8F4CD5A502}" srcOrd="0" destOrd="0" presId="urn:microsoft.com/office/officeart/2005/8/layout/vList6"/>
    <dgm:cxn modelId="{F61C04ED-4F5E-4725-BEEC-F9EF0458E4DB}" srcId="{524B8B66-2E9C-4512-B3D9-CEBBD63E0CB9}" destId="{40695447-D6C6-4F00-8FA4-BCB8A67DE716}" srcOrd="0" destOrd="0" parTransId="{5EE3FC9E-F978-4FAE-B305-BA40FBBC6C50}" sibTransId="{727A069C-D65B-4100-B5E9-8B74081317C5}"/>
    <dgm:cxn modelId="{9CB808F0-C8FF-44EB-B393-B96CF8D1045D}" type="presOf" srcId="{40695447-D6C6-4F00-8FA4-BCB8A67DE716}" destId="{052D6B06-9FDE-4632-B252-543740621EAF}" srcOrd="0" destOrd="0" presId="urn:microsoft.com/office/officeart/2005/8/layout/vList6"/>
    <dgm:cxn modelId="{F07D82F2-EB50-4174-9EEE-F4C816355E42}" srcId="{295E90FA-52C5-4854-B5B1-2BF6E83728B4}" destId="{1F3DA7E8-97AD-4A35-9CFA-89FADEDE56C5}" srcOrd="1" destOrd="0" parTransId="{AB1FC73C-FB84-412C-A333-09C81C79D344}" sibTransId="{916151F7-C8E7-42AD-9F8F-68CD28322A8E}"/>
    <dgm:cxn modelId="{E6BC0CE4-BAC6-46B0-AD04-B84EA094718A}" type="presParOf" srcId="{E384C6F4-70E8-4C56-B12E-FB95C69BD4C1}" destId="{D738A59B-02AC-431E-A368-4F9326C53787}" srcOrd="0" destOrd="0" presId="urn:microsoft.com/office/officeart/2005/8/layout/vList6"/>
    <dgm:cxn modelId="{8E233272-DC90-48A2-93C2-F044DCB13487}" type="presParOf" srcId="{D738A59B-02AC-431E-A368-4F9326C53787}" destId="{DF23C2B4-C6E6-4EBC-B6D1-04531735160D}" srcOrd="0" destOrd="0" presId="urn:microsoft.com/office/officeart/2005/8/layout/vList6"/>
    <dgm:cxn modelId="{56412BA8-323E-4EDE-A5D4-BDF4EB34CA7A}" type="presParOf" srcId="{D738A59B-02AC-431E-A368-4F9326C53787}" destId="{6F2AB9EA-177A-4BF2-ADC9-C1974415790F}" srcOrd="1" destOrd="0" presId="urn:microsoft.com/office/officeart/2005/8/layout/vList6"/>
    <dgm:cxn modelId="{1940A20C-E1BD-437A-9FB3-F61571852E69}" type="presParOf" srcId="{E384C6F4-70E8-4C56-B12E-FB95C69BD4C1}" destId="{59241A1C-D3B3-43DD-A094-46BA0CA73575}" srcOrd="1" destOrd="0" presId="urn:microsoft.com/office/officeart/2005/8/layout/vList6"/>
    <dgm:cxn modelId="{893D0A40-DA60-41A4-8644-45FF8E7191FB}" type="presParOf" srcId="{E384C6F4-70E8-4C56-B12E-FB95C69BD4C1}" destId="{697D8267-4D06-43A8-88F8-D75AFFC51C97}" srcOrd="2" destOrd="0" presId="urn:microsoft.com/office/officeart/2005/8/layout/vList6"/>
    <dgm:cxn modelId="{CA87B6EB-6378-45D8-B26C-952BB5E6C4DE}" type="presParOf" srcId="{697D8267-4D06-43A8-88F8-D75AFFC51C97}" destId="{D621EEE3-C56B-4B71-830B-BD8F4CD5A502}" srcOrd="0" destOrd="0" presId="urn:microsoft.com/office/officeart/2005/8/layout/vList6"/>
    <dgm:cxn modelId="{9B92B024-6492-42A9-9F58-040BB729F161}" type="presParOf" srcId="{697D8267-4D06-43A8-88F8-D75AFFC51C97}" destId="{D8555749-8245-48D9-A380-C92EAA70A16C}" srcOrd="1" destOrd="0" presId="urn:microsoft.com/office/officeart/2005/8/layout/vList6"/>
    <dgm:cxn modelId="{411A7353-EE94-4C42-936B-B740AB0C5206}" type="presParOf" srcId="{E384C6F4-70E8-4C56-B12E-FB95C69BD4C1}" destId="{A5E4F218-336A-482B-A6CE-96B4BF59BB27}" srcOrd="3" destOrd="0" presId="urn:microsoft.com/office/officeart/2005/8/layout/vList6"/>
    <dgm:cxn modelId="{62AF3973-6DCE-4FEA-99CC-8F456AC4CE77}" type="presParOf" srcId="{E384C6F4-70E8-4C56-B12E-FB95C69BD4C1}" destId="{34F080F9-B120-4D96-91F5-E6FC91E14A24}" srcOrd="4" destOrd="0" presId="urn:microsoft.com/office/officeart/2005/8/layout/vList6"/>
    <dgm:cxn modelId="{F4A6274F-4F99-47FA-8DC5-24CEA89F367D}" type="presParOf" srcId="{34F080F9-B120-4D96-91F5-E6FC91E14A24}" destId="{9B2A4F4A-60F9-4847-B2CF-0CC41845F9D2}" srcOrd="0" destOrd="0" presId="urn:microsoft.com/office/officeart/2005/8/layout/vList6"/>
    <dgm:cxn modelId="{714EEA4B-8B6F-45D6-8E70-D7AF5A469C4A}" type="presParOf" srcId="{34F080F9-B120-4D96-91F5-E6FC91E14A24}" destId="{9C385061-6601-4631-9341-D0B1FB795280}" srcOrd="1" destOrd="0" presId="urn:microsoft.com/office/officeart/2005/8/layout/vList6"/>
    <dgm:cxn modelId="{C6BBD047-D7E7-4439-AAA3-D00F5705A101}" type="presParOf" srcId="{E384C6F4-70E8-4C56-B12E-FB95C69BD4C1}" destId="{E8C0B73A-612A-4CE0-9689-9560998FE6EA}" srcOrd="5" destOrd="0" presId="urn:microsoft.com/office/officeart/2005/8/layout/vList6"/>
    <dgm:cxn modelId="{00436393-7F59-4450-BDF1-02ADC83159D5}" type="presParOf" srcId="{E384C6F4-70E8-4C56-B12E-FB95C69BD4C1}" destId="{8E735F4E-9D95-4085-BB6D-5C863126A237}" srcOrd="6" destOrd="0" presId="urn:microsoft.com/office/officeart/2005/8/layout/vList6"/>
    <dgm:cxn modelId="{C44616AE-4D39-44F2-BCC8-1F4C75760476}" type="presParOf" srcId="{8E735F4E-9D95-4085-BB6D-5C863126A237}" destId="{E903F49D-CD7B-4897-8963-0DE39D5C561E}" srcOrd="0" destOrd="0" presId="urn:microsoft.com/office/officeart/2005/8/layout/vList6"/>
    <dgm:cxn modelId="{DD99BA73-E983-44E9-B033-2A758C549579}" type="presParOf" srcId="{8E735F4E-9D95-4085-BB6D-5C863126A237}" destId="{052D6B06-9FDE-4632-B252-543740621EAF}" srcOrd="1" destOrd="0" presId="urn:microsoft.com/office/officeart/2005/8/layout/vList6"/>
    <dgm:cxn modelId="{561DE3C2-F19C-4151-9E38-89F9BD95E7D7}" type="presParOf" srcId="{E384C6F4-70E8-4C56-B12E-FB95C69BD4C1}" destId="{F4B9B03B-EA64-4A72-9981-82A3260D4000}" srcOrd="7" destOrd="0" presId="urn:microsoft.com/office/officeart/2005/8/layout/vList6"/>
    <dgm:cxn modelId="{DF9D9509-D7E3-454A-A9C3-0FAA56BEE54E}" type="presParOf" srcId="{E384C6F4-70E8-4C56-B12E-FB95C69BD4C1}" destId="{6A48E1D4-1741-49E1-87EE-5DAEBCA2B09B}" srcOrd="8" destOrd="0" presId="urn:microsoft.com/office/officeart/2005/8/layout/vList6"/>
    <dgm:cxn modelId="{AAA27024-957D-456D-A0B5-601B492B1348}" type="presParOf" srcId="{6A48E1D4-1741-49E1-87EE-5DAEBCA2B09B}" destId="{C0F8261C-2C70-4189-B893-F6BF467D0A22}" srcOrd="0" destOrd="0" presId="urn:microsoft.com/office/officeart/2005/8/layout/vList6"/>
    <dgm:cxn modelId="{FA63C8F8-ED42-47B8-A496-EFC0E9213B2C}" type="presParOf" srcId="{6A48E1D4-1741-49E1-87EE-5DAEBCA2B09B}" destId="{21372674-C78F-426C-8495-9B1D48B0A596}" srcOrd="1" destOrd="0" presId="urn:microsoft.com/office/officeart/2005/8/layout/vList6"/>
    <dgm:cxn modelId="{72A928AE-FC7C-457D-AD6C-1293DE4E0F10}" type="presParOf" srcId="{E384C6F4-70E8-4C56-B12E-FB95C69BD4C1}" destId="{8BAF4F5B-A928-46A8-A0A8-39EEBC694A83}" srcOrd="9" destOrd="0" presId="urn:microsoft.com/office/officeart/2005/8/layout/vList6"/>
    <dgm:cxn modelId="{59F01FB5-8136-4B35-BF83-C100806C72F6}" type="presParOf" srcId="{E384C6F4-70E8-4C56-B12E-FB95C69BD4C1}" destId="{633A120D-0B27-42D3-9349-AC7ED8794FB6}" srcOrd="10" destOrd="0" presId="urn:microsoft.com/office/officeart/2005/8/layout/vList6"/>
    <dgm:cxn modelId="{CB512E82-4F74-47DA-9828-85E0EB77FB4F}" type="presParOf" srcId="{633A120D-0B27-42D3-9349-AC7ED8794FB6}" destId="{5B9F81F6-283D-46F6-B153-F5884BB0A601}" srcOrd="0" destOrd="0" presId="urn:microsoft.com/office/officeart/2005/8/layout/vList6"/>
    <dgm:cxn modelId="{7001561C-1F26-4D99-BE82-17B526635F42}" type="presParOf" srcId="{633A120D-0B27-42D3-9349-AC7ED8794FB6}" destId="{AB4BD3CB-231A-4926-BBFF-86C53488B34D}" srcOrd="1" destOrd="0" presId="urn:microsoft.com/office/officeart/2005/8/layout/vList6"/>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0DB0B84-B478-45DC-ABF5-28BFB655CB4B}" type="doc">
      <dgm:prSet loTypeId="urn:microsoft.com/office/officeart/2005/8/layout/orgChart1" loCatId="hierarchy" qsTypeId="urn:microsoft.com/office/officeart/2005/8/quickstyle/simple4" qsCatId="simple" csTypeId="urn:microsoft.com/office/officeart/2005/8/colors/colorful1" csCatId="colorful" phldr="1"/>
      <dgm:spPr/>
      <dgm:t>
        <a:bodyPr/>
        <a:lstStyle/>
        <a:p>
          <a:endParaRPr lang="de-DE"/>
        </a:p>
      </dgm:t>
    </dgm:pt>
    <dgm:pt modelId="{D905062B-8226-40E6-B9D3-BD5ADF0F4FF2}">
      <dgm:prSet custT="1"/>
      <dgm:spPr/>
      <dgm:t>
        <a:bodyPr/>
        <a:lstStyle/>
        <a:p>
          <a:r>
            <a:rPr lang="de-DE" sz="1000"/>
            <a:t>KFZ</a:t>
          </a:r>
        </a:p>
      </dgm:t>
    </dgm:pt>
    <dgm:pt modelId="{36EDEBC1-FD4B-48A5-8A31-04DC8AE2BACA}" type="parTrans" cxnId="{B6C53EFC-5BC9-48CC-BFB0-A0EEE186C6BB}">
      <dgm:prSet/>
      <dgm:spPr/>
      <dgm:t>
        <a:bodyPr/>
        <a:lstStyle/>
        <a:p>
          <a:endParaRPr lang="de-DE" sz="1600"/>
        </a:p>
      </dgm:t>
    </dgm:pt>
    <dgm:pt modelId="{E7AAB7DF-AE68-4897-B209-16CDAF80B241}" type="sibTrans" cxnId="{B6C53EFC-5BC9-48CC-BFB0-A0EEE186C6BB}">
      <dgm:prSet/>
      <dgm:spPr/>
      <dgm:t>
        <a:bodyPr/>
        <a:lstStyle/>
        <a:p>
          <a:endParaRPr lang="de-DE" sz="1600"/>
        </a:p>
      </dgm:t>
    </dgm:pt>
    <dgm:pt modelId="{260BF826-EEE7-475B-8302-9EB7EF0FB178}">
      <dgm:prSet custT="1"/>
      <dgm:spPr/>
      <dgm:t>
        <a:bodyPr/>
        <a:lstStyle/>
        <a:p>
          <a:r>
            <a:rPr lang="de-DE" sz="1000" dirty="0" err="1"/>
            <a:t>Kun_id</a:t>
          </a:r>
          <a:endParaRPr lang="de-DE" sz="1000" dirty="0"/>
        </a:p>
      </dgm:t>
    </dgm:pt>
    <dgm:pt modelId="{D986DDF4-1EF7-454B-AAD9-CB8F8E5D05FE}" type="parTrans" cxnId="{EC973A6C-627D-4BEA-8EB3-192F6B2219B6}">
      <dgm:prSet/>
      <dgm:spPr/>
      <dgm:t>
        <a:bodyPr/>
        <a:lstStyle/>
        <a:p>
          <a:endParaRPr lang="de-DE" sz="1600"/>
        </a:p>
      </dgm:t>
    </dgm:pt>
    <dgm:pt modelId="{50D2DE74-66EF-4834-9242-D4A1DCA8EF54}" type="sibTrans" cxnId="{EC973A6C-627D-4BEA-8EB3-192F6B2219B6}">
      <dgm:prSet/>
      <dgm:spPr/>
      <dgm:t>
        <a:bodyPr/>
        <a:lstStyle/>
        <a:p>
          <a:endParaRPr lang="de-DE" sz="1600"/>
        </a:p>
      </dgm:t>
    </dgm:pt>
    <dgm:pt modelId="{9B690F89-C137-4480-A64F-8C9CC477881B}">
      <dgm:prSet custT="1"/>
      <dgm:spPr/>
      <dgm:t>
        <a:bodyPr/>
        <a:lstStyle/>
        <a:p>
          <a:r>
            <a:rPr lang="de-DE" sz="1000" dirty="0" err="1"/>
            <a:t>Kun_Name</a:t>
          </a:r>
          <a:endParaRPr lang="de-DE" sz="1000" dirty="0"/>
        </a:p>
      </dgm:t>
    </dgm:pt>
    <dgm:pt modelId="{6327ACA4-8DD3-4D7E-92EE-CAB24854A3DE}" type="parTrans" cxnId="{772AD565-E83F-4A3E-9DB1-93C01A7F806A}">
      <dgm:prSet/>
      <dgm:spPr/>
      <dgm:t>
        <a:bodyPr/>
        <a:lstStyle/>
        <a:p>
          <a:endParaRPr lang="de-DE" sz="1600"/>
        </a:p>
      </dgm:t>
    </dgm:pt>
    <dgm:pt modelId="{B0C7F2E1-2CE9-46BA-B179-F02B3F349A3D}" type="sibTrans" cxnId="{772AD565-E83F-4A3E-9DB1-93C01A7F806A}">
      <dgm:prSet/>
      <dgm:spPr/>
      <dgm:t>
        <a:bodyPr/>
        <a:lstStyle/>
        <a:p>
          <a:endParaRPr lang="de-DE" sz="1600"/>
        </a:p>
      </dgm:t>
    </dgm:pt>
    <dgm:pt modelId="{AC906E97-D03B-4750-9C07-2B06BC127A18}">
      <dgm:prSet custT="1"/>
      <dgm:spPr/>
      <dgm:t>
        <a:bodyPr/>
        <a:lstStyle/>
        <a:p>
          <a:r>
            <a:rPr lang="de-DE" sz="1000" dirty="0"/>
            <a:t>Straße</a:t>
          </a:r>
        </a:p>
      </dgm:t>
    </dgm:pt>
    <dgm:pt modelId="{835F6CC9-99D5-4275-9CA6-00661E7D5A45}" type="parTrans" cxnId="{EFD1C8F2-E234-4139-9626-3499B081EBEE}">
      <dgm:prSet/>
      <dgm:spPr/>
      <dgm:t>
        <a:bodyPr/>
        <a:lstStyle/>
        <a:p>
          <a:endParaRPr lang="de-DE" sz="1600"/>
        </a:p>
      </dgm:t>
    </dgm:pt>
    <dgm:pt modelId="{B23F22EF-0D08-4E71-B5F5-ACDB292EBCD3}" type="sibTrans" cxnId="{EFD1C8F2-E234-4139-9626-3499B081EBEE}">
      <dgm:prSet/>
      <dgm:spPr/>
      <dgm:t>
        <a:bodyPr/>
        <a:lstStyle/>
        <a:p>
          <a:endParaRPr lang="de-DE" sz="1600"/>
        </a:p>
      </dgm:t>
    </dgm:pt>
    <dgm:pt modelId="{147FBBE8-93CF-4731-9367-659C214A8742}">
      <dgm:prSet custT="1"/>
      <dgm:spPr/>
      <dgm:t>
        <a:bodyPr/>
        <a:lstStyle/>
        <a:p>
          <a:r>
            <a:rPr lang="de-DE" sz="1000" dirty="0"/>
            <a:t>Telefon</a:t>
          </a:r>
        </a:p>
      </dgm:t>
    </dgm:pt>
    <dgm:pt modelId="{C08DA3F1-3B71-450F-8F23-2BD5655189BC}" type="parTrans" cxnId="{ACFC585D-68E0-42B8-A223-C5916F2DA5FD}">
      <dgm:prSet/>
      <dgm:spPr/>
      <dgm:t>
        <a:bodyPr/>
        <a:lstStyle/>
        <a:p>
          <a:endParaRPr lang="de-DE" sz="1600"/>
        </a:p>
      </dgm:t>
    </dgm:pt>
    <dgm:pt modelId="{D8B7CE80-ACEB-496A-A6EA-A90D9E02262F}" type="sibTrans" cxnId="{ACFC585D-68E0-42B8-A223-C5916F2DA5FD}">
      <dgm:prSet/>
      <dgm:spPr/>
      <dgm:t>
        <a:bodyPr/>
        <a:lstStyle/>
        <a:p>
          <a:endParaRPr lang="de-DE" sz="1600"/>
        </a:p>
      </dgm:t>
    </dgm:pt>
    <dgm:pt modelId="{24BECC70-CE8D-46BB-9181-BCA3B7D4F43E}">
      <dgm:prSet custT="1"/>
      <dgm:spPr/>
      <dgm:t>
        <a:bodyPr/>
        <a:lstStyle/>
        <a:p>
          <a:r>
            <a:rPr lang="de-DE" sz="1000" dirty="0"/>
            <a:t>E-Mail</a:t>
          </a:r>
        </a:p>
      </dgm:t>
    </dgm:pt>
    <dgm:pt modelId="{506ED219-11C5-4CB9-9B02-07FB41E991C2}" type="parTrans" cxnId="{98092041-88E3-4327-95B4-C3A7314F3640}">
      <dgm:prSet/>
      <dgm:spPr/>
      <dgm:t>
        <a:bodyPr/>
        <a:lstStyle/>
        <a:p>
          <a:endParaRPr lang="de-DE" sz="1600"/>
        </a:p>
      </dgm:t>
    </dgm:pt>
    <dgm:pt modelId="{A5A695C1-F71B-4984-8258-628BAA8CA826}" type="sibTrans" cxnId="{98092041-88E3-4327-95B4-C3A7314F3640}">
      <dgm:prSet/>
      <dgm:spPr/>
      <dgm:t>
        <a:bodyPr/>
        <a:lstStyle/>
        <a:p>
          <a:endParaRPr lang="de-DE" sz="1600"/>
        </a:p>
      </dgm:t>
    </dgm:pt>
    <dgm:pt modelId="{923B5847-D916-4A69-B5C4-2102D56856F9}">
      <dgm:prSet custT="1"/>
      <dgm:spPr/>
      <dgm:t>
        <a:bodyPr/>
        <a:lstStyle/>
        <a:p>
          <a:r>
            <a:rPr lang="de-DE" sz="1000" dirty="0" err="1"/>
            <a:t>Ort_id</a:t>
          </a:r>
          <a:endParaRPr lang="de-DE" sz="1000" dirty="0"/>
        </a:p>
      </dgm:t>
    </dgm:pt>
    <dgm:pt modelId="{9CAEC793-A85E-45AF-802E-E537687945F7}" type="parTrans" cxnId="{06D21ED6-E58B-45C3-9182-6827EDE3A5BD}">
      <dgm:prSet/>
      <dgm:spPr/>
      <dgm:t>
        <a:bodyPr/>
        <a:lstStyle/>
        <a:p>
          <a:endParaRPr lang="de-DE" sz="1600"/>
        </a:p>
      </dgm:t>
    </dgm:pt>
    <dgm:pt modelId="{1FE63736-852B-4577-ADE1-641C3CF71C70}" type="sibTrans" cxnId="{06D21ED6-E58B-45C3-9182-6827EDE3A5BD}">
      <dgm:prSet/>
      <dgm:spPr/>
      <dgm:t>
        <a:bodyPr/>
        <a:lstStyle/>
        <a:p>
          <a:endParaRPr lang="de-DE" sz="1600"/>
        </a:p>
      </dgm:t>
    </dgm:pt>
    <dgm:pt modelId="{B064233E-C0FD-41D0-B557-FB28A877A36A}">
      <dgm:prSet custT="1"/>
      <dgm:spPr/>
      <dgm:t>
        <a:bodyPr/>
        <a:lstStyle/>
        <a:p>
          <a:r>
            <a:rPr lang="de-DE" sz="1000" dirty="0"/>
            <a:t>Haus-nummer</a:t>
          </a:r>
        </a:p>
      </dgm:t>
    </dgm:pt>
    <dgm:pt modelId="{2F96FAFA-B8B5-46C0-BB50-CBD97A236D5C}" type="parTrans" cxnId="{C93E4DB9-F640-4A89-A361-7C0D32C7BE0B}">
      <dgm:prSet/>
      <dgm:spPr/>
      <dgm:t>
        <a:bodyPr/>
        <a:lstStyle/>
        <a:p>
          <a:endParaRPr lang="de-DE" sz="1600"/>
        </a:p>
      </dgm:t>
    </dgm:pt>
    <dgm:pt modelId="{61A292B9-ECE0-443C-B218-4A6C31061C61}" type="sibTrans" cxnId="{C93E4DB9-F640-4A89-A361-7C0D32C7BE0B}">
      <dgm:prSet/>
      <dgm:spPr/>
      <dgm:t>
        <a:bodyPr/>
        <a:lstStyle/>
        <a:p>
          <a:endParaRPr lang="de-DE" sz="1600"/>
        </a:p>
      </dgm:t>
    </dgm:pt>
    <dgm:pt modelId="{F7343D46-28E1-4BB4-9755-6F666BF2AC39}">
      <dgm:prSet custT="1"/>
      <dgm:spPr/>
      <dgm:t>
        <a:bodyPr/>
        <a:lstStyle/>
        <a:p>
          <a:r>
            <a:rPr lang="de-DE" sz="1000" dirty="0"/>
            <a:t>Ort</a:t>
          </a:r>
        </a:p>
      </dgm:t>
    </dgm:pt>
    <dgm:pt modelId="{B905E722-AC71-4819-95D4-4A9D23D2E89F}" type="parTrans" cxnId="{400B4A2D-1361-421C-9026-305CD2229105}">
      <dgm:prSet/>
      <dgm:spPr/>
      <dgm:t>
        <a:bodyPr/>
        <a:lstStyle/>
        <a:p>
          <a:endParaRPr lang="de-DE" sz="1600"/>
        </a:p>
      </dgm:t>
    </dgm:pt>
    <dgm:pt modelId="{B9BFA5A3-7132-47D5-B104-DE7991894459}" type="sibTrans" cxnId="{400B4A2D-1361-421C-9026-305CD2229105}">
      <dgm:prSet/>
      <dgm:spPr/>
      <dgm:t>
        <a:bodyPr/>
        <a:lstStyle/>
        <a:p>
          <a:endParaRPr lang="de-DE" sz="1600"/>
        </a:p>
      </dgm:t>
    </dgm:pt>
    <dgm:pt modelId="{0C6601D7-0A69-45AB-81DF-DE749031B2F8}">
      <dgm:prSet custT="1"/>
      <dgm:spPr/>
      <dgm:t>
        <a:bodyPr/>
        <a:lstStyle/>
        <a:p>
          <a:r>
            <a:rPr lang="de-DE" sz="1000" dirty="0" err="1"/>
            <a:t>Ort_id</a:t>
          </a:r>
          <a:endParaRPr lang="de-DE" sz="1000" dirty="0"/>
        </a:p>
      </dgm:t>
    </dgm:pt>
    <dgm:pt modelId="{774D199A-B00B-48B4-8AA4-8B3EE0D9080E}" type="parTrans" cxnId="{C6D0F217-62A7-436E-8D07-03D8B1D79A39}">
      <dgm:prSet/>
      <dgm:spPr/>
      <dgm:t>
        <a:bodyPr/>
        <a:lstStyle/>
        <a:p>
          <a:endParaRPr lang="de-DE" sz="1600"/>
        </a:p>
      </dgm:t>
    </dgm:pt>
    <dgm:pt modelId="{877A540E-9A11-4063-9A89-00DD303093E3}" type="sibTrans" cxnId="{C6D0F217-62A7-436E-8D07-03D8B1D79A39}">
      <dgm:prSet/>
      <dgm:spPr/>
      <dgm:t>
        <a:bodyPr/>
        <a:lstStyle/>
        <a:p>
          <a:endParaRPr lang="de-DE" sz="1600"/>
        </a:p>
      </dgm:t>
    </dgm:pt>
    <dgm:pt modelId="{4887F99A-64DF-489A-ACA0-FAD8795D0CD4}">
      <dgm:prSet custT="1"/>
      <dgm:spPr/>
      <dgm:t>
        <a:bodyPr/>
        <a:lstStyle/>
        <a:p>
          <a:r>
            <a:rPr lang="de-DE" sz="1000" dirty="0"/>
            <a:t>PLZ</a:t>
          </a:r>
        </a:p>
      </dgm:t>
    </dgm:pt>
    <dgm:pt modelId="{7C4C0EEC-AAB2-4686-B8A4-7FBC05124D11}" type="parTrans" cxnId="{F29D0C37-0F82-45C7-9FD7-3D9B0CD23DB3}">
      <dgm:prSet/>
      <dgm:spPr/>
      <dgm:t>
        <a:bodyPr/>
        <a:lstStyle/>
        <a:p>
          <a:endParaRPr lang="de-DE" sz="1600"/>
        </a:p>
      </dgm:t>
    </dgm:pt>
    <dgm:pt modelId="{6C1EF07C-2EC5-4112-BACE-C6DE4D2D2385}" type="sibTrans" cxnId="{F29D0C37-0F82-45C7-9FD7-3D9B0CD23DB3}">
      <dgm:prSet/>
      <dgm:spPr/>
      <dgm:t>
        <a:bodyPr/>
        <a:lstStyle/>
        <a:p>
          <a:endParaRPr lang="de-DE" sz="1600"/>
        </a:p>
      </dgm:t>
    </dgm:pt>
    <dgm:pt modelId="{28300C0E-DDB8-49E5-982F-4D999D7C60E1}">
      <dgm:prSet custT="1"/>
      <dgm:spPr/>
      <dgm:t>
        <a:bodyPr/>
        <a:lstStyle/>
        <a:p>
          <a:r>
            <a:rPr lang="de-DE" sz="1000" dirty="0"/>
            <a:t>Ortsname</a:t>
          </a:r>
        </a:p>
      </dgm:t>
    </dgm:pt>
    <dgm:pt modelId="{E9D89CC5-C93E-42E8-A6AF-B05F6B6557D3}" type="parTrans" cxnId="{26F9A3E0-4563-45AF-8E37-B58992488664}">
      <dgm:prSet/>
      <dgm:spPr/>
      <dgm:t>
        <a:bodyPr/>
        <a:lstStyle/>
        <a:p>
          <a:endParaRPr lang="de-DE" sz="1600"/>
        </a:p>
      </dgm:t>
    </dgm:pt>
    <dgm:pt modelId="{0CF67339-F005-4942-A529-D74585273812}" type="sibTrans" cxnId="{26F9A3E0-4563-45AF-8E37-B58992488664}">
      <dgm:prSet/>
      <dgm:spPr/>
      <dgm:t>
        <a:bodyPr/>
        <a:lstStyle/>
        <a:p>
          <a:endParaRPr lang="de-DE" sz="1600"/>
        </a:p>
      </dgm:t>
    </dgm:pt>
    <dgm:pt modelId="{FEFB6219-3A1F-44AD-A50F-5446D62D42C3}">
      <dgm:prSet custT="1"/>
      <dgm:spPr/>
      <dgm:t>
        <a:bodyPr/>
        <a:lstStyle/>
        <a:p>
          <a:r>
            <a:rPr lang="de-DE" sz="1000" dirty="0"/>
            <a:t>Kunde</a:t>
          </a:r>
        </a:p>
      </dgm:t>
    </dgm:pt>
    <dgm:pt modelId="{ADEA8BBA-E9F3-4D8A-96E4-431914DBC7B1}" type="sibTrans" cxnId="{4B4C69C9-CEA3-4A70-B99C-790BF6EC61CD}">
      <dgm:prSet/>
      <dgm:spPr/>
      <dgm:t>
        <a:bodyPr/>
        <a:lstStyle/>
        <a:p>
          <a:endParaRPr lang="de-DE" sz="1600"/>
        </a:p>
      </dgm:t>
    </dgm:pt>
    <dgm:pt modelId="{212DAB52-4BFD-415C-80C7-4BD0F1D1D76E}" type="parTrans" cxnId="{4B4C69C9-CEA3-4A70-B99C-790BF6EC61CD}">
      <dgm:prSet/>
      <dgm:spPr/>
      <dgm:t>
        <a:bodyPr/>
        <a:lstStyle/>
        <a:p>
          <a:endParaRPr lang="de-DE" sz="1600"/>
        </a:p>
      </dgm:t>
    </dgm:pt>
    <dgm:pt modelId="{3E35C48A-0844-47A6-B895-00E2D0DC19B9}">
      <dgm:prSet custT="1"/>
      <dgm:spPr/>
      <dgm:t>
        <a:bodyPr/>
        <a:lstStyle/>
        <a:p>
          <a:r>
            <a:rPr lang="de-DE" sz="1000" dirty="0"/>
            <a:t>Auftrag</a:t>
          </a:r>
        </a:p>
      </dgm:t>
    </dgm:pt>
    <dgm:pt modelId="{9AC7D920-61D4-4E31-A854-BC6BB6002098}" type="parTrans" cxnId="{ED7BB92A-B12C-4E2B-A07C-0CF6A0D1CE43}">
      <dgm:prSet/>
      <dgm:spPr/>
      <dgm:t>
        <a:bodyPr/>
        <a:lstStyle/>
        <a:p>
          <a:endParaRPr lang="de-DE" sz="1600"/>
        </a:p>
      </dgm:t>
    </dgm:pt>
    <dgm:pt modelId="{5F56301C-57A1-4CE6-862C-5DEBFFEB19CD}" type="sibTrans" cxnId="{ED7BB92A-B12C-4E2B-A07C-0CF6A0D1CE43}">
      <dgm:prSet/>
      <dgm:spPr/>
      <dgm:t>
        <a:bodyPr/>
        <a:lstStyle/>
        <a:p>
          <a:endParaRPr lang="de-DE" sz="1600"/>
        </a:p>
      </dgm:t>
    </dgm:pt>
    <dgm:pt modelId="{CDF4396E-1B7D-4555-A087-AE6E13AD9D68}">
      <dgm:prSet custT="1"/>
      <dgm:spPr/>
      <dgm:t>
        <a:bodyPr/>
        <a:lstStyle/>
        <a:p>
          <a:r>
            <a:rPr lang="de-DE" sz="1000" dirty="0" err="1"/>
            <a:t>Auf_id</a:t>
          </a:r>
          <a:endParaRPr lang="de-DE" sz="1000" dirty="0"/>
        </a:p>
      </dgm:t>
    </dgm:pt>
    <dgm:pt modelId="{147A607A-A690-40D6-959B-5784D34A879F}" type="parTrans" cxnId="{3B135367-5EEE-4E73-86BF-522C8831370D}">
      <dgm:prSet/>
      <dgm:spPr/>
      <dgm:t>
        <a:bodyPr/>
        <a:lstStyle/>
        <a:p>
          <a:endParaRPr lang="de-DE" sz="1600"/>
        </a:p>
      </dgm:t>
    </dgm:pt>
    <dgm:pt modelId="{3DFDE7B5-DB99-45B9-8FBD-364289A3782A}" type="sibTrans" cxnId="{3B135367-5EEE-4E73-86BF-522C8831370D}">
      <dgm:prSet/>
      <dgm:spPr/>
      <dgm:t>
        <a:bodyPr/>
        <a:lstStyle/>
        <a:p>
          <a:endParaRPr lang="de-DE" sz="1600"/>
        </a:p>
      </dgm:t>
    </dgm:pt>
    <dgm:pt modelId="{740F2894-59B8-43C7-8CD2-4B398F95904D}">
      <dgm:prSet custT="1"/>
      <dgm:spPr/>
      <dgm:t>
        <a:bodyPr/>
        <a:lstStyle/>
        <a:p>
          <a:r>
            <a:rPr lang="de-DE" sz="1000" dirty="0" err="1"/>
            <a:t>Kun_id</a:t>
          </a:r>
          <a:endParaRPr lang="de-DE" sz="1000" dirty="0"/>
        </a:p>
      </dgm:t>
    </dgm:pt>
    <dgm:pt modelId="{DBCFF9A3-D454-42EC-874B-22220F04B4CA}" type="parTrans" cxnId="{E7037AF1-F269-4870-B946-561705CD4B39}">
      <dgm:prSet/>
      <dgm:spPr/>
      <dgm:t>
        <a:bodyPr/>
        <a:lstStyle/>
        <a:p>
          <a:endParaRPr lang="de-DE" sz="1600"/>
        </a:p>
      </dgm:t>
    </dgm:pt>
    <dgm:pt modelId="{1F229F17-A2F1-478D-A96B-D4C0FBC8F999}" type="sibTrans" cxnId="{E7037AF1-F269-4870-B946-561705CD4B39}">
      <dgm:prSet/>
      <dgm:spPr/>
      <dgm:t>
        <a:bodyPr/>
        <a:lstStyle/>
        <a:p>
          <a:endParaRPr lang="de-DE" sz="1600"/>
        </a:p>
      </dgm:t>
    </dgm:pt>
    <dgm:pt modelId="{9D51EBFB-6A18-427C-AA07-3C6CD8DEDEE4}">
      <dgm:prSet custT="1"/>
      <dgm:spPr/>
      <dgm:t>
        <a:bodyPr/>
        <a:lstStyle/>
        <a:p>
          <a:r>
            <a:rPr lang="de-DE" sz="1000" dirty="0"/>
            <a:t>Bestell-datum</a:t>
          </a:r>
        </a:p>
      </dgm:t>
    </dgm:pt>
    <dgm:pt modelId="{7F9603D1-82F1-42EE-BBE1-902CADE7C0B9}" type="parTrans" cxnId="{CA702262-7E88-41E8-B9C0-BD345B0A14A4}">
      <dgm:prSet/>
      <dgm:spPr/>
      <dgm:t>
        <a:bodyPr/>
        <a:lstStyle/>
        <a:p>
          <a:endParaRPr lang="de-DE" sz="1600"/>
        </a:p>
      </dgm:t>
    </dgm:pt>
    <dgm:pt modelId="{1A1FCF3F-0CA4-4BAB-A912-201F31008FBC}" type="sibTrans" cxnId="{CA702262-7E88-41E8-B9C0-BD345B0A14A4}">
      <dgm:prSet/>
      <dgm:spPr/>
      <dgm:t>
        <a:bodyPr/>
        <a:lstStyle/>
        <a:p>
          <a:endParaRPr lang="de-DE" sz="1600"/>
        </a:p>
      </dgm:t>
    </dgm:pt>
    <dgm:pt modelId="{F748754C-8971-44BF-B5A1-F45A3E159A16}">
      <dgm:prSet custT="1"/>
      <dgm:spPr/>
      <dgm:t>
        <a:bodyPr/>
        <a:lstStyle/>
        <a:p>
          <a:r>
            <a:rPr lang="de-DE" sz="1000" dirty="0"/>
            <a:t>Position</a:t>
          </a:r>
        </a:p>
      </dgm:t>
    </dgm:pt>
    <dgm:pt modelId="{504BA2DC-B6AF-47BA-BFD0-41BD95BC0D1A}" type="parTrans" cxnId="{2C6C8029-9E2F-4948-BD42-F71CBD2B9721}">
      <dgm:prSet/>
      <dgm:spPr/>
      <dgm:t>
        <a:bodyPr/>
        <a:lstStyle/>
        <a:p>
          <a:endParaRPr lang="de-DE" sz="1600"/>
        </a:p>
      </dgm:t>
    </dgm:pt>
    <dgm:pt modelId="{9892E78F-5B12-47E2-B5C6-1AF5CB95D4CA}" type="sibTrans" cxnId="{2C6C8029-9E2F-4948-BD42-F71CBD2B9721}">
      <dgm:prSet/>
      <dgm:spPr/>
      <dgm:t>
        <a:bodyPr/>
        <a:lstStyle/>
        <a:p>
          <a:endParaRPr lang="de-DE" sz="1600"/>
        </a:p>
      </dgm:t>
    </dgm:pt>
    <dgm:pt modelId="{17038732-669E-4CFA-A4E2-C3324C308E2A}">
      <dgm:prSet custT="1"/>
      <dgm:spPr/>
      <dgm:t>
        <a:bodyPr/>
        <a:lstStyle/>
        <a:p>
          <a:r>
            <a:rPr lang="de-DE" sz="1000" dirty="0" err="1"/>
            <a:t>Pos_id</a:t>
          </a:r>
          <a:endParaRPr lang="de-DE" sz="1000" dirty="0"/>
        </a:p>
      </dgm:t>
    </dgm:pt>
    <dgm:pt modelId="{163A612D-3C41-40C6-BF17-B48C88AF46DF}" type="parTrans" cxnId="{2FFAE861-AFAB-4EEE-BD98-9BBE5179D49B}">
      <dgm:prSet/>
      <dgm:spPr/>
      <dgm:t>
        <a:bodyPr/>
        <a:lstStyle/>
        <a:p>
          <a:endParaRPr lang="de-DE" sz="1600"/>
        </a:p>
      </dgm:t>
    </dgm:pt>
    <dgm:pt modelId="{FEC8F457-80DA-4E41-8D84-A411280859AB}" type="sibTrans" cxnId="{2FFAE861-AFAB-4EEE-BD98-9BBE5179D49B}">
      <dgm:prSet/>
      <dgm:spPr/>
      <dgm:t>
        <a:bodyPr/>
        <a:lstStyle/>
        <a:p>
          <a:endParaRPr lang="de-DE" sz="1600"/>
        </a:p>
      </dgm:t>
    </dgm:pt>
    <dgm:pt modelId="{90A91D39-FEAF-44E6-B740-D7179E12338F}">
      <dgm:prSet custT="1"/>
      <dgm:spPr/>
      <dgm:t>
        <a:bodyPr/>
        <a:lstStyle/>
        <a:p>
          <a:r>
            <a:rPr lang="de-DE" sz="1000" dirty="0" err="1"/>
            <a:t>Art_id</a:t>
          </a:r>
          <a:endParaRPr lang="de-DE" sz="1000" dirty="0"/>
        </a:p>
      </dgm:t>
    </dgm:pt>
    <dgm:pt modelId="{003B6041-09E5-4A48-B44F-1F3631171B27}" type="parTrans" cxnId="{1665CFC5-25DD-43F6-A8AF-167D82720667}">
      <dgm:prSet/>
      <dgm:spPr/>
      <dgm:t>
        <a:bodyPr/>
        <a:lstStyle/>
        <a:p>
          <a:endParaRPr lang="de-DE" sz="1600"/>
        </a:p>
      </dgm:t>
    </dgm:pt>
    <dgm:pt modelId="{E70A4A29-D3B8-4586-8754-F56D8AAAB2FD}" type="sibTrans" cxnId="{1665CFC5-25DD-43F6-A8AF-167D82720667}">
      <dgm:prSet/>
      <dgm:spPr/>
      <dgm:t>
        <a:bodyPr/>
        <a:lstStyle/>
        <a:p>
          <a:endParaRPr lang="de-DE" sz="1600"/>
        </a:p>
      </dgm:t>
    </dgm:pt>
    <dgm:pt modelId="{D8AEE7E7-572F-44A7-BBA5-B9C5A40CEBB2}">
      <dgm:prSet custT="1"/>
      <dgm:spPr/>
      <dgm:t>
        <a:bodyPr/>
        <a:lstStyle/>
        <a:p>
          <a:r>
            <a:rPr lang="de-DE" sz="1000" dirty="0" err="1"/>
            <a:t>Auf_id</a:t>
          </a:r>
          <a:endParaRPr lang="de-DE" sz="1000" dirty="0"/>
        </a:p>
      </dgm:t>
    </dgm:pt>
    <dgm:pt modelId="{911B80F1-669B-4FD6-824E-B64FC96BFD26}" type="parTrans" cxnId="{00343C5A-30E3-4C1A-AC13-41D9C534FA63}">
      <dgm:prSet/>
      <dgm:spPr/>
      <dgm:t>
        <a:bodyPr/>
        <a:lstStyle/>
        <a:p>
          <a:endParaRPr lang="de-DE" sz="1600"/>
        </a:p>
      </dgm:t>
    </dgm:pt>
    <dgm:pt modelId="{09AC59FC-8A80-459B-A1F6-31D8700C2680}" type="sibTrans" cxnId="{00343C5A-30E3-4C1A-AC13-41D9C534FA63}">
      <dgm:prSet/>
      <dgm:spPr/>
      <dgm:t>
        <a:bodyPr/>
        <a:lstStyle/>
        <a:p>
          <a:endParaRPr lang="de-DE" sz="1600"/>
        </a:p>
      </dgm:t>
    </dgm:pt>
    <dgm:pt modelId="{368C539E-F086-4350-A582-AEFA06CC5086}">
      <dgm:prSet custT="1"/>
      <dgm:spPr/>
      <dgm:t>
        <a:bodyPr/>
        <a:lstStyle/>
        <a:p>
          <a:r>
            <a:rPr lang="de-DE" sz="1000" dirty="0"/>
            <a:t>Menge</a:t>
          </a:r>
        </a:p>
      </dgm:t>
    </dgm:pt>
    <dgm:pt modelId="{CC553AFD-B2B1-4DF1-A50B-1B6FC648D82D}" type="parTrans" cxnId="{463327CE-14C8-49AB-8EA9-66D9396B2333}">
      <dgm:prSet/>
      <dgm:spPr/>
      <dgm:t>
        <a:bodyPr/>
        <a:lstStyle/>
        <a:p>
          <a:endParaRPr lang="de-DE" sz="1600"/>
        </a:p>
      </dgm:t>
    </dgm:pt>
    <dgm:pt modelId="{79CCBA3B-E2FF-4901-9338-A9CE087931B8}" type="sibTrans" cxnId="{463327CE-14C8-49AB-8EA9-66D9396B2333}">
      <dgm:prSet/>
      <dgm:spPr/>
      <dgm:t>
        <a:bodyPr/>
        <a:lstStyle/>
        <a:p>
          <a:endParaRPr lang="de-DE" sz="1600"/>
        </a:p>
      </dgm:t>
    </dgm:pt>
    <dgm:pt modelId="{52FB6789-BE22-4F60-869E-5D8E7BEC1916}">
      <dgm:prSet custT="1"/>
      <dgm:spPr/>
      <dgm:t>
        <a:bodyPr/>
        <a:lstStyle/>
        <a:p>
          <a:r>
            <a:rPr lang="de-DE" sz="1000" dirty="0"/>
            <a:t>Rabatt</a:t>
          </a:r>
        </a:p>
      </dgm:t>
    </dgm:pt>
    <dgm:pt modelId="{0CBD26C0-1CF1-4BDA-A08A-B9155152675D}" type="parTrans" cxnId="{40AE6203-204A-4D1E-B5F2-C887EDBEC092}">
      <dgm:prSet/>
      <dgm:spPr/>
      <dgm:t>
        <a:bodyPr/>
        <a:lstStyle/>
        <a:p>
          <a:endParaRPr lang="de-DE" sz="1600"/>
        </a:p>
      </dgm:t>
    </dgm:pt>
    <dgm:pt modelId="{25DF7C2F-BE76-4AAE-A2B6-CB45DEBD89BF}" type="sibTrans" cxnId="{40AE6203-204A-4D1E-B5F2-C887EDBEC092}">
      <dgm:prSet/>
      <dgm:spPr/>
      <dgm:t>
        <a:bodyPr/>
        <a:lstStyle/>
        <a:p>
          <a:endParaRPr lang="de-DE" sz="1600"/>
        </a:p>
      </dgm:t>
    </dgm:pt>
    <dgm:pt modelId="{A381C2D1-DE03-4852-858E-DCFCE792A1C1}">
      <dgm:prSet custT="1"/>
      <dgm:spPr/>
      <dgm:t>
        <a:bodyPr/>
        <a:lstStyle/>
        <a:p>
          <a:r>
            <a:rPr lang="de-DE" sz="1000" dirty="0"/>
            <a:t>Artikel</a:t>
          </a:r>
        </a:p>
      </dgm:t>
    </dgm:pt>
    <dgm:pt modelId="{14470683-9FD1-4582-B1C7-784629B41B81}" type="parTrans" cxnId="{9E5D24D1-B8CF-45F8-ADBD-DA2811FEFC9B}">
      <dgm:prSet/>
      <dgm:spPr/>
      <dgm:t>
        <a:bodyPr/>
        <a:lstStyle/>
        <a:p>
          <a:endParaRPr lang="de-DE" sz="1600"/>
        </a:p>
      </dgm:t>
    </dgm:pt>
    <dgm:pt modelId="{9F35D008-BD22-4D6C-BD61-F184C550B2E3}" type="sibTrans" cxnId="{9E5D24D1-B8CF-45F8-ADBD-DA2811FEFC9B}">
      <dgm:prSet/>
      <dgm:spPr/>
      <dgm:t>
        <a:bodyPr/>
        <a:lstStyle/>
        <a:p>
          <a:endParaRPr lang="de-DE" sz="1600"/>
        </a:p>
      </dgm:t>
    </dgm:pt>
    <dgm:pt modelId="{7CA0449F-2DC0-4961-8395-48C3E8E3BB41}">
      <dgm:prSet custT="1"/>
      <dgm:spPr/>
      <dgm:t>
        <a:bodyPr/>
        <a:lstStyle/>
        <a:p>
          <a:r>
            <a:rPr lang="de-DE" sz="1000" dirty="0" err="1"/>
            <a:t>Art_id</a:t>
          </a:r>
          <a:endParaRPr lang="de-DE" sz="1000" dirty="0"/>
        </a:p>
      </dgm:t>
    </dgm:pt>
    <dgm:pt modelId="{AF8A8BED-4FA3-4995-8453-AC69263E4F7B}" type="parTrans" cxnId="{D4EC7578-1338-4B29-ACDC-53394E071FD4}">
      <dgm:prSet/>
      <dgm:spPr/>
      <dgm:t>
        <a:bodyPr/>
        <a:lstStyle/>
        <a:p>
          <a:endParaRPr lang="de-DE" sz="1600"/>
        </a:p>
      </dgm:t>
    </dgm:pt>
    <dgm:pt modelId="{C19F0CD0-6EC3-4E79-A51F-A2658BDDF63D}" type="sibTrans" cxnId="{D4EC7578-1338-4B29-ACDC-53394E071FD4}">
      <dgm:prSet/>
      <dgm:spPr/>
      <dgm:t>
        <a:bodyPr/>
        <a:lstStyle/>
        <a:p>
          <a:endParaRPr lang="de-DE" sz="1600"/>
        </a:p>
      </dgm:t>
    </dgm:pt>
    <dgm:pt modelId="{C15616C1-E6E5-4C73-BB55-3DF0B9C7E4CA}">
      <dgm:prSet custT="1"/>
      <dgm:spPr/>
      <dgm:t>
        <a:bodyPr/>
        <a:lstStyle/>
        <a:p>
          <a:r>
            <a:rPr lang="de-DE" sz="1000" dirty="0" err="1"/>
            <a:t>Art_name</a:t>
          </a:r>
          <a:endParaRPr lang="de-DE" sz="1000" dirty="0"/>
        </a:p>
      </dgm:t>
    </dgm:pt>
    <dgm:pt modelId="{3ADC823A-73D3-4229-869C-AF8C19F969B1}" type="parTrans" cxnId="{9131A502-585F-4ACB-B007-29F1AA7F3EE1}">
      <dgm:prSet/>
      <dgm:spPr/>
      <dgm:t>
        <a:bodyPr/>
        <a:lstStyle/>
        <a:p>
          <a:endParaRPr lang="de-DE" sz="1600"/>
        </a:p>
      </dgm:t>
    </dgm:pt>
    <dgm:pt modelId="{DAF918D6-12EA-4D78-976A-5A6FCD0EE0FF}" type="sibTrans" cxnId="{9131A502-585F-4ACB-B007-29F1AA7F3EE1}">
      <dgm:prSet/>
      <dgm:spPr/>
      <dgm:t>
        <a:bodyPr/>
        <a:lstStyle/>
        <a:p>
          <a:endParaRPr lang="de-DE" sz="1600"/>
        </a:p>
      </dgm:t>
    </dgm:pt>
    <dgm:pt modelId="{96D96C04-A735-4604-B971-E39763DFE27E}">
      <dgm:prSet custT="1"/>
      <dgm:spPr/>
      <dgm:t>
        <a:bodyPr/>
        <a:lstStyle/>
        <a:p>
          <a:r>
            <a:rPr lang="de-DE" sz="1000" dirty="0"/>
            <a:t>Melde-bestand</a:t>
          </a:r>
        </a:p>
      </dgm:t>
    </dgm:pt>
    <dgm:pt modelId="{D2848664-7F31-4C0E-8052-231E01AAD71A}" type="parTrans" cxnId="{60A3129E-5C7D-4245-8935-85717BEA6075}">
      <dgm:prSet/>
      <dgm:spPr/>
      <dgm:t>
        <a:bodyPr/>
        <a:lstStyle/>
        <a:p>
          <a:endParaRPr lang="de-DE" sz="1600"/>
        </a:p>
      </dgm:t>
    </dgm:pt>
    <dgm:pt modelId="{FFC6279B-D47C-46C9-9035-BFE4825877D1}" type="sibTrans" cxnId="{60A3129E-5C7D-4245-8935-85717BEA6075}">
      <dgm:prSet/>
      <dgm:spPr/>
      <dgm:t>
        <a:bodyPr/>
        <a:lstStyle/>
        <a:p>
          <a:endParaRPr lang="de-DE" sz="1600"/>
        </a:p>
      </dgm:t>
    </dgm:pt>
    <dgm:pt modelId="{F3E2038D-1AD3-4CDF-819D-1A3A0C7FCD4C}">
      <dgm:prSet custT="1"/>
      <dgm:spPr/>
      <dgm:t>
        <a:bodyPr/>
        <a:lstStyle/>
        <a:p>
          <a:r>
            <a:rPr lang="de-DE" sz="1000" dirty="0"/>
            <a:t>Lager-bestand</a:t>
          </a:r>
        </a:p>
      </dgm:t>
    </dgm:pt>
    <dgm:pt modelId="{99ADCBFC-F476-4BFA-AEB5-25A42EB301A1}" type="parTrans" cxnId="{982542E8-9CDB-4F09-89CB-8E664DF217CE}">
      <dgm:prSet/>
      <dgm:spPr/>
      <dgm:t>
        <a:bodyPr/>
        <a:lstStyle/>
        <a:p>
          <a:endParaRPr lang="de-DE" sz="1600"/>
        </a:p>
      </dgm:t>
    </dgm:pt>
    <dgm:pt modelId="{82DA2162-893E-4FAA-AA93-FF1008D28D94}" type="sibTrans" cxnId="{982542E8-9CDB-4F09-89CB-8E664DF217CE}">
      <dgm:prSet/>
      <dgm:spPr/>
      <dgm:t>
        <a:bodyPr/>
        <a:lstStyle/>
        <a:p>
          <a:endParaRPr lang="de-DE" sz="1600"/>
        </a:p>
      </dgm:t>
    </dgm:pt>
    <dgm:pt modelId="{EAF3E1D3-0367-4412-B212-5DE37726A158}">
      <dgm:prSet custT="1"/>
      <dgm:spPr/>
      <dgm:t>
        <a:bodyPr/>
        <a:lstStyle/>
        <a:p>
          <a:r>
            <a:rPr lang="de-DE" sz="1000" dirty="0"/>
            <a:t>Stückpreis</a:t>
          </a:r>
        </a:p>
      </dgm:t>
    </dgm:pt>
    <dgm:pt modelId="{ED2F10E8-8B2F-4CEC-B1CF-D58563DF5873}" type="parTrans" cxnId="{7D74E1B1-9C62-4D7D-8A0D-242CB8AC81E4}">
      <dgm:prSet/>
      <dgm:spPr/>
      <dgm:t>
        <a:bodyPr/>
        <a:lstStyle/>
        <a:p>
          <a:endParaRPr lang="de-DE" sz="1600"/>
        </a:p>
      </dgm:t>
    </dgm:pt>
    <dgm:pt modelId="{E95E638E-E049-4237-8628-0DE3FFD8BF97}" type="sibTrans" cxnId="{7D74E1B1-9C62-4D7D-8A0D-242CB8AC81E4}">
      <dgm:prSet/>
      <dgm:spPr/>
      <dgm:t>
        <a:bodyPr/>
        <a:lstStyle/>
        <a:p>
          <a:endParaRPr lang="de-DE" sz="1600"/>
        </a:p>
      </dgm:t>
    </dgm:pt>
    <dgm:pt modelId="{6B40063E-098E-4915-A050-6F44416CBFC9}" type="pres">
      <dgm:prSet presAssocID="{F0DB0B84-B478-45DC-ABF5-28BFB655CB4B}" presName="hierChild1" presStyleCnt="0">
        <dgm:presLayoutVars>
          <dgm:orgChart val="1"/>
          <dgm:chPref val="1"/>
          <dgm:dir/>
          <dgm:animOne val="branch"/>
          <dgm:animLvl val="lvl"/>
          <dgm:resizeHandles/>
        </dgm:presLayoutVars>
      </dgm:prSet>
      <dgm:spPr/>
    </dgm:pt>
    <dgm:pt modelId="{9E907512-75C1-468D-AE9B-DE60B67D59DB}" type="pres">
      <dgm:prSet presAssocID="{D905062B-8226-40E6-B9D3-BD5ADF0F4FF2}" presName="hierRoot1" presStyleCnt="0">
        <dgm:presLayoutVars>
          <dgm:hierBranch val="init"/>
        </dgm:presLayoutVars>
      </dgm:prSet>
      <dgm:spPr/>
    </dgm:pt>
    <dgm:pt modelId="{EC6544AE-19F6-459D-960C-9ED6BB8E5D6C}" type="pres">
      <dgm:prSet presAssocID="{D905062B-8226-40E6-B9D3-BD5ADF0F4FF2}" presName="rootComposite1" presStyleCnt="0"/>
      <dgm:spPr/>
    </dgm:pt>
    <dgm:pt modelId="{A0E82846-5497-460E-8F7C-0C44AE56CA51}" type="pres">
      <dgm:prSet presAssocID="{D905062B-8226-40E6-B9D3-BD5ADF0F4FF2}" presName="rootText1" presStyleLbl="node0" presStyleIdx="0" presStyleCnt="1">
        <dgm:presLayoutVars>
          <dgm:chPref val="3"/>
        </dgm:presLayoutVars>
      </dgm:prSet>
      <dgm:spPr/>
    </dgm:pt>
    <dgm:pt modelId="{CC99DF9B-DCE8-4B5E-9BF7-420995C8ECE2}" type="pres">
      <dgm:prSet presAssocID="{D905062B-8226-40E6-B9D3-BD5ADF0F4FF2}" presName="rootConnector1" presStyleLbl="node1" presStyleIdx="0" presStyleCnt="0"/>
      <dgm:spPr/>
    </dgm:pt>
    <dgm:pt modelId="{814408D5-F49D-468D-9057-0373677A51C2}" type="pres">
      <dgm:prSet presAssocID="{D905062B-8226-40E6-B9D3-BD5ADF0F4FF2}" presName="hierChild2" presStyleCnt="0"/>
      <dgm:spPr/>
    </dgm:pt>
    <dgm:pt modelId="{2DC919CE-908A-49EB-911F-4D459ACDF8E3}" type="pres">
      <dgm:prSet presAssocID="{B905E722-AC71-4819-95D4-4A9D23D2E89F}" presName="Name37" presStyleLbl="parChTrans1D2" presStyleIdx="0" presStyleCnt="5"/>
      <dgm:spPr/>
    </dgm:pt>
    <dgm:pt modelId="{C7B990F8-2663-4746-B7F4-C1245ED3E5B1}" type="pres">
      <dgm:prSet presAssocID="{F7343D46-28E1-4BB4-9755-6F666BF2AC39}" presName="hierRoot2" presStyleCnt="0">
        <dgm:presLayoutVars>
          <dgm:hierBranch val="init"/>
        </dgm:presLayoutVars>
      </dgm:prSet>
      <dgm:spPr/>
    </dgm:pt>
    <dgm:pt modelId="{B07B1001-641A-4F49-B4ED-E75414EFF215}" type="pres">
      <dgm:prSet presAssocID="{F7343D46-28E1-4BB4-9755-6F666BF2AC39}" presName="rootComposite" presStyleCnt="0"/>
      <dgm:spPr/>
    </dgm:pt>
    <dgm:pt modelId="{1A40FA0F-2AF1-4E66-A0F5-6139F3E60436}" type="pres">
      <dgm:prSet presAssocID="{F7343D46-28E1-4BB4-9755-6F666BF2AC39}" presName="rootText" presStyleLbl="node2" presStyleIdx="0" presStyleCnt="5">
        <dgm:presLayoutVars>
          <dgm:chPref val="3"/>
        </dgm:presLayoutVars>
      </dgm:prSet>
      <dgm:spPr/>
    </dgm:pt>
    <dgm:pt modelId="{C9482B7F-5113-4664-83EA-F3761973AA3F}" type="pres">
      <dgm:prSet presAssocID="{F7343D46-28E1-4BB4-9755-6F666BF2AC39}" presName="rootConnector" presStyleLbl="node2" presStyleIdx="0" presStyleCnt="5"/>
      <dgm:spPr/>
    </dgm:pt>
    <dgm:pt modelId="{FF1D9FCB-3EA4-402D-AE3E-7DFE5F6B4C49}" type="pres">
      <dgm:prSet presAssocID="{F7343D46-28E1-4BB4-9755-6F666BF2AC39}" presName="hierChild4" presStyleCnt="0"/>
      <dgm:spPr/>
    </dgm:pt>
    <dgm:pt modelId="{A990FBE3-536C-403B-A8A2-C6AB47DAC219}" type="pres">
      <dgm:prSet presAssocID="{774D199A-B00B-48B4-8AA4-8B3EE0D9080E}" presName="Name37" presStyleLbl="parChTrans1D3" presStyleIdx="0" presStyleCnt="23"/>
      <dgm:spPr/>
    </dgm:pt>
    <dgm:pt modelId="{259E1D5B-A5DF-421C-8EC1-6683355B1F6E}" type="pres">
      <dgm:prSet presAssocID="{0C6601D7-0A69-45AB-81DF-DE749031B2F8}" presName="hierRoot2" presStyleCnt="0">
        <dgm:presLayoutVars>
          <dgm:hierBranch val="init"/>
        </dgm:presLayoutVars>
      </dgm:prSet>
      <dgm:spPr/>
    </dgm:pt>
    <dgm:pt modelId="{48CB387C-BEC7-4E5A-B8D9-A8C5936AD958}" type="pres">
      <dgm:prSet presAssocID="{0C6601D7-0A69-45AB-81DF-DE749031B2F8}" presName="rootComposite" presStyleCnt="0"/>
      <dgm:spPr/>
    </dgm:pt>
    <dgm:pt modelId="{F1B82CC1-9737-49D9-93AB-D12CDDEE964A}" type="pres">
      <dgm:prSet presAssocID="{0C6601D7-0A69-45AB-81DF-DE749031B2F8}" presName="rootText" presStyleLbl="node3" presStyleIdx="0" presStyleCnt="23">
        <dgm:presLayoutVars>
          <dgm:chPref val="3"/>
        </dgm:presLayoutVars>
      </dgm:prSet>
      <dgm:spPr/>
    </dgm:pt>
    <dgm:pt modelId="{60A56FCB-9DC3-4407-B3DA-F4BD5E660A9C}" type="pres">
      <dgm:prSet presAssocID="{0C6601D7-0A69-45AB-81DF-DE749031B2F8}" presName="rootConnector" presStyleLbl="node3" presStyleIdx="0" presStyleCnt="23"/>
      <dgm:spPr/>
    </dgm:pt>
    <dgm:pt modelId="{CCAD6F85-1E80-4710-866F-801100DF1FDF}" type="pres">
      <dgm:prSet presAssocID="{0C6601D7-0A69-45AB-81DF-DE749031B2F8}" presName="hierChild4" presStyleCnt="0"/>
      <dgm:spPr/>
    </dgm:pt>
    <dgm:pt modelId="{FA4CC0D7-B956-46E8-8528-322363223872}" type="pres">
      <dgm:prSet presAssocID="{0C6601D7-0A69-45AB-81DF-DE749031B2F8}" presName="hierChild5" presStyleCnt="0"/>
      <dgm:spPr/>
    </dgm:pt>
    <dgm:pt modelId="{D4279276-8483-4266-B8F7-191FD4B90472}" type="pres">
      <dgm:prSet presAssocID="{7C4C0EEC-AAB2-4686-B8A4-7FBC05124D11}" presName="Name37" presStyleLbl="parChTrans1D3" presStyleIdx="1" presStyleCnt="23"/>
      <dgm:spPr/>
    </dgm:pt>
    <dgm:pt modelId="{98882BF4-FCA0-498B-8971-AB1B07FA5C6A}" type="pres">
      <dgm:prSet presAssocID="{4887F99A-64DF-489A-ACA0-FAD8795D0CD4}" presName="hierRoot2" presStyleCnt="0">
        <dgm:presLayoutVars>
          <dgm:hierBranch val="init"/>
        </dgm:presLayoutVars>
      </dgm:prSet>
      <dgm:spPr/>
    </dgm:pt>
    <dgm:pt modelId="{AA0FDED6-25E5-494B-A59F-29B94D267E04}" type="pres">
      <dgm:prSet presAssocID="{4887F99A-64DF-489A-ACA0-FAD8795D0CD4}" presName="rootComposite" presStyleCnt="0"/>
      <dgm:spPr/>
    </dgm:pt>
    <dgm:pt modelId="{99BC8703-A174-4025-85FF-C75DF46C60C6}" type="pres">
      <dgm:prSet presAssocID="{4887F99A-64DF-489A-ACA0-FAD8795D0CD4}" presName="rootText" presStyleLbl="node3" presStyleIdx="1" presStyleCnt="23">
        <dgm:presLayoutVars>
          <dgm:chPref val="3"/>
        </dgm:presLayoutVars>
      </dgm:prSet>
      <dgm:spPr/>
    </dgm:pt>
    <dgm:pt modelId="{8638C478-68E5-4ABD-9740-7FFB0B7FAACF}" type="pres">
      <dgm:prSet presAssocID="{4887F99A-64DF-489A-ACA0-FAD8795D0CD4}" presName="rootConnector" presStyleLbl="node3" presStyleIdx="1" presStyleCnt="23"/>
      <dgm:spPr/>
    </dgm:pt>
    <dgm:pt modelId="{0C13A68B-311C-49D4-8215-73FE538749C3}" type="pres">
      <dgm:prSet presAssocID="{4887F99A-64DF-489A-ACA0-FAD8795D0CD4}" presName="hierChild4" presStyleCnt="0"/>
      <dgm:spPr/>
    </dgm:pt>
    <dgm:pt modelId="{92C3082D-61E0-4AB5-82A7-0DB14C4C3EEA}" type="pres">
      <dgm:prSet presAssocID="{4887F99A-64DF-489A-ACA0-FAD8795D0CD4}" presName="hierChild5" presStyleCnt="0"/>
      <dgm:spPr/>
    </dgm:pt>
    <dgm:pt modelId="{DEFAFE0B-A2EE-411F-93B8-F317A7E63A52}" type="pres">
      <dgm:prSet presAssocID="{E9D89CC5-C93E-42E8-A6AF-B05F6B6557D3}" presName="Name37" presStyleLbl="parChTrans1D3" presStyleIdx="2" presStyleCnt="23"/>
      <dgm:spPr/>
    </dgm:pt>
    <dgm:pt modelId="{120419E7-097E-4DCE-89B1-776FE6C5AC11}" type="pres">
      <dgm:prSet presAssocID="{28300C0E-DDB8-49E5-982F-4D999D7C60E1}" presName="hierRoot2" presStyleCnt="0">
        <dgm:presLayoutVars>
          <dgm:hierBranch val="init"/>
        </dgm:presLayoutVars>
      </dgm:prSet>
      <dgm:spPr/>
    </dgm:pt>
    <dgm:pt modelId="{E2EC8099-929B-4762-8937-A2E4BCA94E1E}" type="pres">
      <dgm:prSet presAssocID="{28300C0E-DDB8-49E5-982F-4D999D7C60E1}" presName="rootComposite" presStyleCnt="0"/>
      <dgm:spPr/>
    </dgm:pt>
    <dgm:pt modelId="{1501263F-B79C-468E-8CDD-A7468950138E}" type="pres">
      <dgm:prSet presAssocID="{28300C0E-DDB8-49E5-982F-4D999D7C60E1}" presName="rootText" presStyleLbl="node3" presStyleIdx="2" presStyleCnt="23">
        <dgm:presLayoutVars>
          <dgm:chPref val="3"/>
        </dgm:presLayoutVars>
      </dgm:prSet>
      <dgm:spPr/>
    </dgm:pt>
    <dgm:pt modelId="{26738142-5499-4D58-B4BA-85EA2A4F31F7}" type="pres">
      <dgm:prSet presAssocID="{28300C0E-DDB8-49E5-982F-4D999D7C60E1}" presName="rootConnector" presStyleLbl="node3" presStyleIdx="2" presStyleCnt="23"/>
      <dgm:spPr/>
    </dgm:pt>
    <dgm:pt modelId="{13D3CE6A-A94E-4A1C-B7C6-49903CACEE00}" type="pres">
      <dgm:prSet presAssocID="{28300C0E-DDB8-49E5-982F-4D999D7C60E1}" presName="hierChild4" presStyleCnt="0"/>
      <dgm:spPr/>
    </dgm:pt>
    <dgm:pt modelId="{02CE83D3-1194-4C0D-ADBE-41C703F7539B}" type="pres">
      <dgm:prSet presAssocID="{28300C0E-DDB8-49E5-982F-4D999D7C60E1}" presName="hierChild5" presStyleCnt="0"/>
      <dgm:spPr/>
    </dgm:pt>
    <dgm:pt modelId="{2450479A-65C6-4E02-B15F-639A70291F72}" type="pres">
      <dgm:prSet presAssocID="{F7343D46-28E1-4BB4-9755-6F666BF2AC39}" presName="hierChild5" presStyleCnt="0"/>
      <dgm:spPr/>
    </dgm:pt>
    <dgm:pt modelId="{FBC60741-666D-4C9A-8E85-2FBDEFF75D1E}" type="pres">
      <dgm:prSet presAssocID="{212DAB52-4BFD-415C-80C7-4BD0F1D1D76E}" presName="Name37" presStyleLbl="parChTrans1D2" presStyleIdx="1" presStyleCnt="5"/>
      <dgm:spPr/>
    </dgm:pt>
    <dgm:pt modelId="{36D8BEBA-ECC0-4DEB-88F4-D5FFAFF94A47}" type="pres">
      <dgm:prSet presAssocID="{FEFB6219-3A1F-44AD-A50F-5446D62D42C3}" presName="hierRoot2" presStyleCnt="0">
        <dgm:presLayoutVars>
          <dgm:hierBranch val="init"/>
        </dgm:presLayoutVars>
      </dgm:prSet>
      <dgm:spPr/>
    </dgm:pt>
    <dgm:pt modelId="{29E9B7E3-EF0E-4C1A-9A6C-DF5133FE7179}" type="pres">
      <dgm:prSet presAssocID="{FEFB6219-3A1F-44AD-A50F-5446D62D42C3}" presName="rootComposite" presStyleCnt="0"/>
      <dgm:spPr/>
    </dgm:pt>
    <dgm:pt modelId="{908BBE12-63B8-4DBF-90F0-B9F05A5629A5}" type="pres">
      <dgm:prSet presAssocID="{FEFB6219-3A1F-44AD-A50F-5446D62D42C3}" presName="rootText" presStyleLbl="node2" presStyleIdx="1" presStyleCnt="5">
        <dgm:presLayoutVars>
          <dgm:chPref val="3"/>
        </dgm:presLayoutVars>
      </dgm:prSet>
      <dgm:spPr/>
    </dgm:pt>
    <dgm:pt modelId="{BA7BF887-DD7B-423E-BD50-F92D1E63C723}" type="pres">
      <dgm:prSet presAssocID="{FEFB6219-3A1F-44AD-A50F-5446D62D42C3}" presName="rootConnector" presStyleLbl="node2" presStyleIdx="1" presStyleCnt="5"/>
      <dgm:spPr/>
    </dgm:pt>
    <dgm:pt modelId="{92CA8C9E-36EB-4161-B350-D2C91C5AF90A}" type="pres">
      <dgm:prSet presAssocID="{FEFB6219-3A1F-44AD-A50F-5446D62D42C3}" presName="hierChild4" presStyleCnt="0"/>
      <dgm:spPr/>
    </dgm:pt>
    <dgm:pt modelId="{1E05FC00-71E5-4353-8E51-748779809F05}" type="pres">
      <dgm:prSet presAssocID="{D986DDF4-1EF7-454B-AAD9-CB8F8E5D05FE}" presName="Name37" presStyleLbl="parChTrans1D3" presStyleIdx="3" presStyleCnt="23"/>
      <dgm:spPr/>
    </dgm:pt>
    <dgm:pt modelId="{63A9F861-96F1-4C15-B57E-978286DA849A}" type="pres">
      <dgm:prSet presAssocID="{260BF826-EEE7-475B-8302-9EB7EF0FB178}" presName="hierRoot2" presStyleCnt="0">
        <dgm:presLayoutVars>
          <dgm:hierBranch val="init"/>
        </dgm:presLayoutVars>
      </dgm:prSet>
      <dgm:spPr/>
    </dgm:pt>
    <dgm:pt modelId="{E3987617-DB39-42CD-8DA9-720C0B0AEAD9}" type="pres">
      <dgm:prSet presAssocID="{260BF826-EEE7-475B-8302-9EB7EF0FB178}" presName="rootComposite" presStyleCnt="0"/>
      <dgm:spPr/>
    </dgm:pt>
    <dgm:pt modelId="{A9C2D33E-16D5-4DC6-8C89-25D55E2E6FE5}" type="pres">
      <dgm:prSet presAssocID="{260BF826-EEE7-475B-8302-9EB7EF0FB178}" presName="rootText" presStyleLbl="node3" presStyleIdx="3" presStyleCnt="23">
        <dgm:presLayoutVars>
          <dgm:chPref val="3"/>
        </dgm:presLayoutVars>
      </dgm:prSet>
      <dgm:spPr/>
    </dgm:pt>
    <dgm:pt modelId="{730CC6AA-114C-4C61-A978-4F15142158F1}" type="pres">
      <dgm:prSet presAssocID="{260BF826-EEE7-475B-8302-9EB7EF0FB178}" presName="rootConnector" presStyleLbl="node3" presStyleIdx="3" presStyleCnt="23"/>
      <dgm:spPr/>
    </dgm:pt>
    <dgm:pt modelId="{91D868B7-2CFC-4245-B203-3EE9E6EE0D6F}" type="pres">
      <dgm:prSet presAssocID="{260BF826-EEE7-475B-8302-9EB7EF0FB178}" presName="hierChild4" presStyleCnt="0"/>
      <dgm:spPr/>
    </dgm:pt>
    <dgm:pt modelId="{A3B7A3FF-4F74-4B9B-A146-FFB292D9A2F7}" type="pres">
      <dgm:prSet presAssocID="{260BF826-EEE7-475B-8302-9EB7EF0FB178}" presName="hierChild5" presStyleCnt="0"/>
      <dgm:spPr/>
    </dgm:pt>
    <dgm:pt modelId="{99EABC6F-1778-4829-96CB-7C411F523956}" type="pres">
      <dgm:prSet presAssocID="{6327ACA4-8DD3-4D7E-92EE-CAB24854A3DE}" presName="Name37" presStyleLbl="parChTrans1D3" presStyleIdx="4" presStyleCnt="23"/>
      <dgm:spPr/>
    </dgm:pt>
    <dgm:pt modelId="{92249DE9-002F-41E0-B8F4-ABE324F8279B}" type="pres">
      <dgm:prSet presAssocID="{9B690F89-C137-4480-A64F-8C9CC477881B}" presName="hierRoot2" presStyleCnt="0">
        <dgm:presLayoutVars>
          <dgm:hierBranch val="init"/>
        </dgm:presLayoutVars>
      </dgm:prSet>
      <dgm:spPr/>
    </dgm:pt>
    <dgm:pt modelId="{A7BD13A3-AF24-47D8-96D4-EA649C11E851}" type="pres">
      <dgm:prSet presAssocID="{9B690F89-C137-4480-A64F-8C9CC477881B}" presName="rootComposite" presStyleCnt="0"/>
      <dgm:spPr/>
    </dgm:pt>
    <dgm:pt modelId="{EE1AC892-4167-4426-98A0-16DF128B4DD0}" type="pres">
      <dgm:prSet presAssocID="{9B690F89-C137-4480-A64F-8C9CC477881B}" presName="rootText" presStyleLbl="node3" presStyleIdx="4" presStyleCnt="23">
        <dgm:presLayoutVars>
          <dgm:chPref val="3"/>
        </dgm:presLayoutVars>
      </dgm:prSet>
      <dgm:spPr/>
    </dgm:pt>
    <dgm:pt modelId="{918AC6D2-EA80-4EBD-A3E5-86BA4A401766}" type="pres">
      <dgm:prSet presAssocID="{9B690F89-C137-4480-A64F-8C9CC477881B}" presName="rootConnector" presStyleLbl="node3" presStyleIdx="4" presStyleCnt="23"/>
      <dgm:spPr/>
    </dgm:pt>
    <dgm:pt modelId="{EBEC8069-B751-4665-BC8D-763673FB6B73}" type="pres">
      <dgm:prSet presAssocID="{9B690F89-C137-4480-A64F-8C9CC477881B}" presName="hierChild4" presStyleCnt="0"/>
      <dgm:spPr/>
    </dgm:pt>
    <dgm:pt modelId="{14F4B553-E9B6-4D1F-AA36-CAE8252C90C4}" type="pres">
      <dgm:prSet presAssocID="{9B690F89-C137-4480-A64F-8C9CC477881B}" presName="hierChild5" presStyleCnt="0"/>
      <dgm:spPr/>
    </dgm:pt>
    <dgm:pt modelId="{B62DE658-F46D-48CF-A277-F80B1D501F2A}" type="pres">
      <dgm:prSet presAssocID="{835F6CC9-99D5-4275-9CA6-00661E7D5A45}" presName="Name37" presStyleLbl="parChTrans1D3" presStyleIdx="5" presStyleCnt="23"/>
      <dgm:spPr/>
    </dgm:pt>
    <dgm:pt modelId="{8252A61A-8ADD-4142-A2E1-018349C51CB0}" type="pres">
      <dgm:prSet presAssocID="{AC906E97-D03B-4750-9C07-2B06BC127A18}" presName="hierRoot2" presStyleCnt="0">
        <dgm:presLayoutVars>
          <dgm:hierBranch val="init"/>
        </dgm:presLayoutVars>
      </dgm:prSet>
      <dgm:spPr/>
    </dgm:pt>
    <dgm:pt modelId="{6F92D9DB-CBE6-49AB-BCB3-A5B6F40DDD39}" type="pres">
      <dgm:prSet presAssocID="{AC906E97-D03B-4750-9C07-2B06BC127A18}" presName="rootComposite" presStyleCnt="0"/>
      <dgm:spPr/>
    </dgm:pt>
    <dgm:pt modelId="{3C0284F8-344A-4A27-A093-414F41BA38FC}" type="pres">
      <dgm:prSet presAssocID="{AC906E97-D03B-4750-9C07-2B06BC127A18}" presName="rootText" presStyleLbl="node3" presStyleIdx="5" presStyleCnt="23">
        <dgm:presLayoutVars>
          <dgm:chPref val="3"/>
        </dgm:presLayoutVars>
      </dgm:prSet>
      <dgm:spPr/>
    </dgm:pt>
    <dgm:pt modelId="{0836C8B7-2F9E-4B03-B232-12F85155C072}" type="pres">
      <dgm:prSet presAssocID="{AC906E97-D03B-4750-9C07-2B06BC127A18}" presName="rootConnector" presStyleLbl="node3" presStyleIdx="5" presStyleCnt="23"/>
      <dgm:spPr/>
    </dgm:pt>
    <dgm:pt modelId="{A43CE897-8F1C-4ED9-BB28-861C89E27F34}" type="pres">
      <dgm:prSet presAssocID="{AC906E97-D03B-4750-9C07-2B06BC127A18}" presName="hierChild4" presStyleCnt="0"/>
      <dgm:spPr/>
    </dgm:pt>
    <dgm:pt modelId="{AB5C97C5-ECCC-479B-9FB2-9CA60E01594D}" type="pres">
      <dgm:prSet presAssocID="{AC906E97-D03B-4750-9C07-2B06BC127A18}" presName="hierChild5" presStyleCnt="0"/>
      <dgm:spPr/>
    </dgm:pt>
    <dgm:pt modelId="{0E7A3006-04FB-4AB4-B887-60B4768C5D23}" type="pres">
      <dgm:prSet presAssocID="{2F96FAFA-B8B5-46C0-BB50-CBD97A236D5C}" presName="Name37" presStyleLbl="parChTrans1D3" presStyleIdx="6" presStyleCnt="23"/>
      <dgm:spPr/>
    </dgm:pt>
    <dgm:pt modelId="{EDBFAE12-1675-460B-A5D6-2899EADF486E}" type="pres">
      <dgm:prSet presAssocID="{B064233E-C0FD-41D0-B557-FB28A877A36A}" presName="hierRoot2" presStyleCnt="0">
        <dgm:presLayoutVars>
          <dgm:hierBranch val="init"/>
        </dgm:presLayoutVars>
      </dgm:prSet>
      <dgm:spPr/>
    </dgm:pt>
    <dgm:pt modelId="{7DDAEA4B-B501-46D1-B473-98AA84D757EC}" type="pres">
      <dgm:prSet presAssocID="{B064233E-C0FD-41D0-B557-FB28A877A36A}" presName="rootComposite" presStyleCnt="0"/>
      <dgm:spPr/>
    </dgm:pt>
    <dgm:pt modelId="{7E7C973D-B32E-4B8F-972A-21AF2D1F604D}" type="pres">
      <dgm:prSet presAssocID="{B064233E-C0FD-41D0-B557-FB28A877A36A}" presName="rootText" presStyleLbl="node3" presStyleIdx="6" presStyleCnt="23">
        <dgm:presLayoutVars>
          <dgm:chPref val="3"/>
        </dgm:presLayoutVars>
      </dgm:prSet>
      <dgm:spPr/>
    </dgm:pt>
    <dgm:pt modelId="{12DE6807-D68C-414E-A400-EF24C3344119}" type="pres">
      <dgm:prSet presAssocID="{B064233E-C0FD-41D0-B557-FB28A877A36A}" presName="rootConnector" presStyleLbl="node3" presStyleIdx="6" presStyleCnt="23"/>
      <dgm:spPr/>
    </dgm:pt>
    <dgm:pt modelId="{E53AE4AA-7A00-4EBE-A644-57052C42FC1D}" type="pres">
      <dgm:prSet presAssocID="{B064233E-C0FD-41D0-B557-FB28A877A36A}" presName="hierChild4" presStyleCnt="0"/>
      <dgm:spPr/>
    </dgm:pt>
    <dgm:pt modelId="{A9625A63-B10A-42F6-A154-5C536AF30A75}" type="pres">
      <dgm:prSet presAssocID="{B064233E-C0FD-41D0-B557-FB28A877A36A}" presName="hierChild5" presStyleCnt="0"/>
      <dgm:spPr/>
    </dgm:pt>
    <dgm:pt modelId="{0755148B-E93C-4E8D-BDA3-FD11FEC3ECB7}" type="pres">
      <dgm:prSet presAssocID="{C08DA3F1-3B71-450F-8F23-2BD5655189BC}" presName="Name37" presStyleLbl="parChTrans1D3" presStyleIdx="7" presStyleCnt="23"/>
      <dgm:spPr/>
    </dgm:pt>
    <dgm:pt modelId="{FBAFA07D-9E3A-45BA-97E8-873C93FE6666}" type="pres">
      <dgm:prSet presAssocID="{147FBBE8-93CF-4731-9367-659C214A8742}" presName="hierRoot2" presStyleCnt="0">
        <dgm:presLayoutVars>
          <dgm:hierBranch val="init"/>
        </dgm:presLayoutVars>
      </dgm:prSet>
      <dgm:spPr/>
    </dgm:pt>
    <dgm:pt modelId="{7E740527-9E6A-416E-8AAE-779AC67EE124}" type="pres">
      <dgm:prSet presAssocID="{147FBBE8-93CF-4731-9367-659C214A8742}" presName="rootComposite" presStyleCnt="0"/>
      <dgm:spPr/>
    </dgm:pt>
    <dgm:pt modelId="{B3ED08DB-45AF-4ED5-BC41-036C6267D4B8}" type="pres">
      <dgm:prSet presAssocID="{147FBBE8-93CF-4731-9367-659C214A8742}" presName="rootText" presStyleLbl="node3" presStyleIdx="7" presStyleCnt="23">
        <dgm:presLayoutVars>
          <dgm:chPref val="3"/>
        </dgm:presLayoutVars>
      </dgm:prSet>
      <dgm:spPr/>
    </dgm:pt>
    <dgm:pt modelId="{1E041E7A-F72A-41DD-A7A9-2BA105FB9EB7}" type="pres">
      <dgm:prSet presAssocID="{147FBBE8-93CF-4731-9367-659C214A8742}" presName="rootConnector" presStyleLbl="node3" presStyleIdx="7" presStyleCnt="23"/>
      <dgm:spPr/>
    </dgm:pt>
    <dgm:pt modelId="{D0179442-0557-4144-AE61-C49CEF364545}" type="pres">
      <dgm:prSet presAssocID="{147FBBE8-93CF-4731-9367-659C214A8742}" presName="hierChild4" presStyleCnt="0"/>
      <dgm:spPr/>
    </dgm:pt>
    <dgm:pt modelId="{043DAF7D-5E06-4BBB-A348-3BE7F86EFAA8}" type="pres">
      <dgm:prSet presAssocID="{147FBBE8-93CF-4731-9367-659C214A8742}" presName="hierChild5" presStyleCnt="0"/>
      <dgm:spPr/>
    </dgm:pt>
    <dgm:pt modelId="{B70B2555-E90A-438E-B9A6-E1456D48282F}" type="pres">
      <dgm:prSet presAssocID="{506ED219-11C5-4CB9-9B02-07FB41E991C2}" presName="Name37" presStyleLbl="parChTrans1D3" presStyleIdx="8" presStyleCnt="23"/>
      <dgm:spPr/>
    </dgm:pt>
    <dgm:pt modelId="{4003B07E-6CF6-4209-95A1-67337B924169}" type="pres">
      <dgm:prSet presAssocID="{24BECC70-CE8D-46BB-9181-BCA3B7D4F43E}" presName="hierRoot2" presStyleCnt="0">
        <dgm:presLayoutVars>
          <dgm:hierBranch val="init"/>
        </dgm:presLayoutVars>
      </dgm:prSet>
      <dgm:spPr/>
    </dgm:pt>
    <dgm:pt modelId="{E4A32333-C1C8-4835-A684-DC7147D71BE5}" type="pres">
      <dgm:prSet presAssocID="{24BECC70-CE8D-46BB-9181-BCA3B7D4F43E}" presName="rootComposite" presStyleCnt="0"/>
      <dgm:spPr/>
    </dgm:pt>
    <dgm:pt modelId="{8798F0A4-E69F-44B7-B4D1-F5B764859C7E}" type="pres">
      <dgm:prSet presAssocID="{24BECC70-CE8D-46BB-9181-BCA3B7D4F43E}" presName="rootText" presStyleLbl="node3" presStyleIdx="8" presStyleCnt="23">
        <dgm:presLayoutVars>
          <dgm:chPref val="3"/>
        </dgm:presLayoutVars>
      </dgm:prSet>
      <dgm:spPr/>
    </dgm:pt>
    <dgm:pt modelId="{19DD56F1-6781-4FD3-B2D5-1CBD33198261}" type="pres">
      <dgm:prSet presAssocID="{24BECC70-CE8D-46BB-9181-BCA3B7D4F43E}" presName="rootConnector" presStyleLbl="node3" presStyleIdx="8" presStyleCnt="23"/>
      <dgm:spPr/>
    </dgm:pt>
    <dgm:pt modelId="{C95DA7A5-7434-4CFE-964A-636AEF0BC574}" type="pres">
      <dgm:prSet presAssocID="{24BECC70-CE8D-46BB-9181-BCA3B7D4F43E}" presName="hierChild4" presStyleCnt="0"/>
      <dgm:spPr/>
    </dgm:pt>
    <dgm:pt modelId="{23D7EFC4-86C7-497A-8D7E-97A71587F7BF}" type="pres">
      <dgm:prSet presAssocID="{24BECC70-CE8D-46BB-9181-BCA3B7D4F43E}" presName="hierChild5" presStyleCnt="0"/>
      <dgm:spPr/>
    </dgm:pt>
    <dgm:pt modelId="{9104CC0E-926A-4D4E-8186-6E2AFDD1B9E9}" type="pres">
      <dgm:prSet presAssocID="{9CAEC793-A85E-45AF-802E-E537687945F7}" presName="Name37" presStyleLbl="parChTrans1D3" presStyleIdx="9" presStyleCnt="23"/>
      <dgm:spPr/>
    </dgm:pt>
    <dgm:pt modelId="{C9DB83FD-52CE-49C5-B0F7-110EFA60FC0D}" type="pres">
      <dgm:prSet presAssocID="{923B5847-D916-4A69-B5C4-2102D56856F9}" presName="hierRoot2" presStyleCnt="0">
        <dgm:presLayoutVars>
          <dgm:hierBranch val="init"/>
        </dgm:presLayoutVars>
      </dgm:prSet>
      <dgm:spPr/>
    </dgm:pt>
    <dgm:pt modelId="{EC30A907-0AB4-4A01-9B75-33FDEF0E5BF9}" type="pres">
      <dgm:prSet presAssocID="{923B5847-D916-4A69-B5C4-2102D56856F9}" presName="rootComposite" presStyleCnt="0"/>
      <dgm:spPr/>
    </dgm:pt>
    <dgm:pt modelId="{482104FF-545B-428F-9A99-CF5DB32512B0}" type="pres">
      <dgm:prSet presAssocID="{923B5847-D916-4A69-B5C4-2102D56856F9}" presName="rootText" presStyleLbl="node3" presStyleIdx="9" presStyleCnt="23">
        <dgm:presLayoutVars>
          <dgm:chPref val="3"/>
        </dgm:presLayoutVars>
      </dgm:prSet>
      <dgm:spPr/>
    </dgm:pt>
    <dgm:pt modelId="{E6D7069A-46E6-4274-8313-2335409E8EA2}" type="pres">
      <dgm:prSet presAssocID="{923B5847-D916-4A69-B5C4-2102D56856F9}" presName="rootConnector" presStyleLbl="node3" presStyleIdx="9" presStyleCnt="23"/>
      <dgm:spPr/>
    </dgm:pt>
    <dgm:pt modelId="{0590CE13-D1E1-41E5-A06B-BE1ADFB5C966}" type="pres">
      <dgm:prSet presAssocID="{923B5847-D916-4A69-B5C4-2102D56856F9}" presName="hierChild4" presStyleCnt="0"/>
      <dgm:spPr/>
    </dgm:pt>
    <dgm:pt modelId="{78DB99C5-608A-4547-A940-4CE38500B67E}" type="pres">
      <dgm:prSet presAssocID="{923B5847-D916-4A69-B5C4-2102D56856F9}" presName="hierChild5" presStyleCnt="0"/>
      <dgm:spPr/>
    </dgm:pt>
    <dgm:pt modelId="{2E3F9D8B-E1E6-4511-AE19-1A99CAA624D7}" type="pres">
      <dgm:prSet presAssocID="{FEFB6219-3A1F-44AD-A50F-5446D62D42C3}" presName="hierChild5" presStyleCnt="0"/>
      <dgm:spPr/>
    </dgm:pt>
    <dgm:pt modelId="{4DAE45F1-F1F7-4C38-9A4C-62AFA5EAC6CC}" type="pres">
      <dgm:prSet presAssocID="{9AC7D920-61D4-4E31-A854-BC6BB6002098}" presName="Name37" presStyleLbl="parChTrans1D2" presStyleIdx="2" presStyleCnt="5"/>
      <dgm:spPr/>
    </dgm:pt>
    <dgm:pt modelId="{4AEDAC77-FDB7-4C52-A7C3-B6200BAC8703}" type="pres">
      <dgm:prSet presAssocID="{3E35C48A-0844-47A6-B895-00E2D0DC19B9}" presName="hierRoot2" presStyleCnt="0">
        <dgm:presLayoutVars>
          <dgm:hierBranch val="init"/>
        </dgm:presLayoutVars>
      </dgm:prSet>
      <dgm:spPr/>
    </dgm:pt>
    <dgm:pt modelId="{69C08878-DE9A-49C0-819A-EFCB58FAC444}" type="pres">
      <dgm:prSet presAssocID="{3E35C48A-0844-47A6-B895-00E2D0DC19B9}" presName="rootComposite" presStyleCnt="0"/>
      <dgm:spPr/>
    </dgm:pt>
    <dgm:pt modelId="{36944AE6-02F6-4A89-9A7B-7E7511698CC8}" type="pres">
      <dgm:prSet presAssocID="{3E35C48A-0844-47A6-B895-00E2D0DC19B9}" presName="rootText" presStyleLbl="node2" presStyleIdx="2" presStyleCnt="5">
        <dgm:presLayoutVars>
          <dgm:chPref val="3"/>
        </dgm:presLayoutVars>
      </dgm:prSet>
      <dgm:spPr/>
    </dgm:pt>
    <dgm:pt modelId="{29F7BD0C-3552-4BAA-8871-5765E9B8AE86}" type="pres">
      <dgm:prSet presAssocID="{3E35C48A-0844-47A6-B895-00E2D0DC19B9}" presName="rootConnector" presStyleLbl="node2" presStyleIdx="2" presStyleCnt="5"/>
      <dgm:spPr/>
    </dgm:pt>
    <dgm:pt modelId="{9A51B2D9-4861-4DC7-9D4B-3F98065F6FEF}" type="pres">
      <dgm:prSet presAssocID="{3E35C48A-0844-47A6-B895-00E2D0DC19B9}" presName="hierChild4" presStyleCnt="0"/>
      <dgm:spPr/>
    </dgm:pt>
    <dgm:pt modelId="{5E8FD173-7E5A-42E3-A545-2787CC3B6D8A}" type="pres">
      <dgm:prSet presAssocID="{147A607A-A690-40D6-959B-5784D34A879F}" presName="Name37" presStyleLbl="parChTrans1D3" presStyleIdx="10" presStyleCnt="23"/>
      <dgm:spPr/>
    </dgm:pt>
    <dgm:pt modelId="{27A85B1B-7952-4181-A034-B263F35ACC5E}" type="pres">
      <dgm:prSet presAssocID="{CDF4396E-1B7D-4555-A087-AE6E13AD9D68}" presName="hierRoot2" presStyleCnt="0">
        <dgm:presLayoutVars>
          <dgm:hierBranch val="init"/>
        </dgm:presLayoutVars>
      </dgm:prSet>
      <dgm:spPr/>
    </dgm:pt>
    <dgm:pt modelId="{7550810A-8A10-45E1-8F0F-385A74DFBF5A}" type="pres">
      <dgm:prSet presAssocID="{CDF4396E-1B7D-4555-A087-AE6E13AD9D68}" presName="rootComposite" presStyleCnt="0"/>
      <dgm:spPr/>
    </dgm:pt>
    <dgm:pt modelId="{38FC13C1-621D-4608-A5D0-F96825BE43AC}" type="pres">
      <dgm:prSet presAssocID="{CDF4396E-1B7D-4555-A087-AE6E13AD9D68}" presName="rootText" presStyleLbl="node3" presStyleIdx="10" presStyleCnt="23">
        <dgm:presLayoutVars>
          <dgm:chPref val="3"/>
        </dgm:presLayoutVars>
      </dgm:prSet>
      <dgm:spPr/>
    </dgm:pt>
    <dgm:pt modelId="{D28191E5-28C5-4EF5-8D20-044A1D26FE3D}" type="pres">
      <dgm:prSet presAssocID="{CDF4396E-1B7D-4555-A087-AE6E13AD9D68}" presName="rootConnector" presStyleLbl="node3" presStyleIdx="10" presStyleCnt="23"/>
      <dgm:spPr/>
    </dgm:pt>
    <dgm:pt modelId="{E6B63FCD-21CF-4881-B05E-E43C63E01EDE}" type="pres">
      <dgm:prSet presAssocID="{CDF4396E-1B7D-4555-A087-AE6E13AD9D68}" presName="hierChild4" presStyleCnt="0"/>
      <dgm:spPr/>
    </dgm:pt>
    <dgm:pt modelId="{B0ED5D27-06FA-4309-8AD9-30BB37442164}" type="pres">
      <dgm:prSet presAssocID="{CDF4396E-1B7D-4555-A087-AE6E13AD9D68}" presName="hierChild5" presStyleCnt="0"/>
      <dgm:spPr/>
    </dgm:pt>
    <dgm:pt modelId="{F749EA20-C4CF-43FF-A607-AC516B713D48}" type="pres">
      <dgm:prSet presAssocID="{DBCFF9A3-D454-42EC-874B-22220F04B4CA}" presName="Name37" presStyleLbl="parChTrans1D3" presStyleIdx="11" presStyleCnt="23"/>
      <dgm:spPr/>
    </dgm:pt>
    <dgm:pt modelId="{33629036-AC1F-45B7-B58B-8DBF2393CAF2}" type="pres">
      <dgm:prSet presAssocID="{740F2894-59B8-43C7-8CD2-4B398F95904D}" presName="hierRoot2" presStyleCnt="0">
        <dgm:presLayoutVars>
          <dgm:hierBranch val="init"/>
        </dgm:presLayoutVars>
      </dgm:prSet>
      <dgm:spPr/>
    </dgm:pt>
    <dgm:pt modelId="{CEA303A6-4AA7-4C2B-83D8-81613699450C}" type="pres">
      <dgm:prSet presAssocID="{740F2894-59B8-43C7-8CD2-4B398F95904D}" presName="rootComposite" presStyleCnt="0"/>
      <dgm:spPr/>
    </dgm:pt>
    <dgm:pt modelId="{97DB5454-A1A5-4903-AE11-921987EBD896}" type="pres">
      <dgm:prSet presAssocID="{740F2894-59B8-43C7-8CD2-4B398F95904D}" presName="rootText" presStyleLbl="node3" presStyleIdx="11" presStyleCnt="23">
        <dgm:presLayoutVars>
          <dgm:chPref val="3"/>
        </dgm:presLayoutVars>
      </dgm:prSet>
      <dgm:spPr/>
    </dgm:pt>
    <dgm:pt modelId="{A0CA81C2-85C4-4A94-B993-EA99591ED629}" type="pres">
      <dgm:prSet presAssocID="{740F2894-59B8-43C7-8CD2-4B398F95904D}" presName="rootConnector" presStyleLbl="node3" presStyleIdx="11" presStyleCnt="23"/>
      <dgm:spPr/>
    </dgm:pt>
    <dgm:pt modelId="{2AFA8F4A-25DF-451C-BFDA-EE80A9332BB4}" type="pres">
      <dgm:prSet presAssocID="{740F2894-59B8-43C7-8CD2-4B398F95904D}" presName="hierChild4" presStyleCnt="0"/>
      <dgm:spPr/>
    </dgm:pt>
    <dgm:pt modelId="{6C786E06-C5CE-4DF1-A0A7-D09DB5A6C927}" type="pres">
      <dgm:prSet presAssocID="{740F2894-59B8-43C7-8CD2-4B398F95904D}" presName="hierChild5" presStyleCnt="0"/>
      <dgm:spPr/>
    </dgm:pt>
    <dgm:pt modelId="{4FD5750D-E42E-4CCF-BE26-0FEB82C8FDFE}" type="pres">
      <dgm:prSet presAssocID="{7F9603D1-82F1-42EE-BBE1-902CADE7C0B9}" presName="Name37" presStyleLbl="parChTrans1D3" presStyleIdx="12" presStyleCnt="23"/>
      <dgm:spPr/>
    </dgm:pt>
    <dgm:pt modelId="{1A8A847E-A82F-4344-9EF0-26CF20D0FF04}" type="pres">
      <dgm:prSet presAssocID="{9D51EBFB-6A18-427C-AA07-3C6CD8DEDEE4}" presName="hierRoot2" presStyleCnt="0">
        <dgm:presLayoutVars>
          <dgm:hierBranch val="init"/>
        </dgm:presLayoutVars>
      </dgm:prSet>
      <dgm:spPr/>
    </dgm:pt>
    <dgm:pt modelId="{E1E27AC6-05BC-4AAF-8062-6D461374578D}" type="pres">
      <dgm:prSet presAssocID="{9D51EBFB-6A18-427C-AA07-3C6CD8DEDEE4}" presName="rootComposite" presStyleCnt="0"/>
      <dgm:spPr/>
    </dgm:pt>
    <dgm:pt modelId="{27D047DE-1A9A-4C54-AAA6-F091AF0193F7}" type="pres">
      <dgm:prSet presAssocID="{9D51EBFB-6A18-427C-AA07-3C6CD8DEDEE4}" presName="rootText" presStyleLbl="node3" presStyleIdx="12" presStyleCnt="23">
        <dgm:presLayoutVars>
          <dgm:chPref val="3"/>
        </dgm:presLayoutVars>
      </dgm:prSet>
      <dgm:spPr/>
    </dgm:pt>
    <dgm:pt modelId="{61CFD422-A143-4ABD-90B2-C18CF33305EA}" type="pres">
      <dgm:prSet presAssocID="{9D51EBFB-6A18-427C-AA07-3C6CD8DEDEE4}" presName="rootConnector" presStyleLbl="node3" presStyleIdx="12" presStyleCnt="23"/>
      <dgm:spPr/>
    </dgm:pt>
    <dgm:pt modelId="{4E41EAFF-3427-432C-BB10-29D4FF930C43}" type="pres">
      <dgm:prSet presAssocID="{9D51EBFB-6A18-427C-AA07-3C6CD8DEDEE4}" presName="hierChild4" presStyleCnt="0"/>
      <dgm:spPr/>
    </dgm:pt>
    <dgm:pt modelId="{E699E4F8-7D03-4B93-AB4B-C147D010D3D8}" type="pres">
      <dgm:prSet presAssocID="{9D51EBFB-6A18-427C-AA07-3C6CD8DEDEE4}" presName="hierChild5" presStyleCnt="0"/>
      <dgm:spPr/>
    </dgm:pt>
    <dgm:pt modelId="{04A8C231-AB08-41A0-A1F8-D60C462885AD}" type="pres">
      <dgm:prSet presAssocID="{3E35C48A-0844-47A6-B895-00E2D0DC19B9}" presName="hierChild5" presStyleCnt="0"/>
      <dgm:spPr/>
    </dgm:pt>
    <dgm:pt modelId="{98206F9B-7AF6-4652-AB5C-916166CB5354}" type="pres">
      <dgm:prSet presAssocID="{504BA2DC-B6AF-47BA-BFD0-41BD95BC0D1A}" presName="Name37" presStyleLbl="parChTrans1D2" presStyleIdx="3" presStyleCnt="5"/>
      <dgm:spPr/>
    </dgm:pt>
    <dgm:pt modelId="{A6E7F5B6-58A5-4877-A0ED-8BDF50258A6C}" type="pres">
      <dgm:prSet presAssocID="{F748754C-8971-44BF-B5A1-F45A3E159A16}" presName="hierRoot2" presStyleCnt="0">
        <dgm:presLayoutVars>
          <dgm:hierBranch val="init"/>
        </dgm:presLayoutVars>
      </dgm:prSet>
      <dgm:spPr/>
    </dgm:pt>
    <dgm:pt modelId="{ABD2755D-CF84-4801-BBBF-3CE39529B6C7}" type="pres">
      <dgm:prSet presAssocID="{F748754C-8971-44BF-B5A1-F45A3E159A16}" presName="rootComposite" presStyleCnt="0"/>
      <dgm:spPr/>
    </dgm:pt>
    <dgm:pt modelId="{DB735B7A-28B8-4C3B-9863-B17BE7AC949F}" type="pres">
      <dgm:prSet presAssocID="{F748754C-8971-44BF-B5A1-F45A3E159A16}" presName="rootText" presStyleLbl="node2" presStyleIdx="3" presStyleCnt="5">
        <dgm:presLayoutVars>
          <dgm:chPref val="3"/>
        </dgm:presLayoutVars>
      </dgm:prSet>
      <dgm:spPr/>
    </dgm:pt>
    <dgm:pt modelId="{5288D403-DA7D-4D90-ACC5-7542244978B1}" type="pres">
      <dgm:prSet presAssocID="{F748754C-8971-44BF-B5A1-F45A3E159A16}" presName="rootConnector" presStyleLbl="node2" presStyleIdx="3" presStyleCnt="5"/>
      <dgm:spPr/>
    </dgm:pt>
    <dgm:pt modelId="{02EA4003-4F62-49C0-B5A6-569F97624EF7}" type="pres">
      <dgm:prSet presAssocID="{F748754C-8971-44BF-B5A1-F45A3E159A16}" presName="hierChild4" presStyleCnt="0"/>
      <dgm:spPr/>
    </dgm:pt>
    <dgm:pt modelId="{55BB8BB7-0787-442C-BE1C-E402593ABB57}" type="pres">
      <dgm:prSet presAssocID="{163A612D-3C41-40C6-BF17-B48C88AF46DF}" presName="Name37" presStyleLbl="parChTrans1D3" presStyleIdx="13" presStyleCnt="23"/>
      <dgm:spPr/>
    </dgm:pt>
    <dgm:pt modelId="{F89E7CCF-3BC3-41DC-9AB3-0F43CB0EB7D4}" type="pres">
      <dgm:prSet presAssocID="{17038732-669E-4CFA-A4E2-C3324C308E2A}" presName="hierRoot2" presStyleCnt="0">
        <dgm:presLayoutVars>
          <dgm:hierBranch val="init"/>
        </dgm:presLayoutVars>
      </dgm:prSet>
      <dgm:spPr/>
    </dgm:pt>
    <dgm:pt modelId="{61DA9F15-FD08-4E21-9931-77BAACC27E44}" type="pres">
      <dgm:prSet presAssocID="{17038732-669E-4CFA-A4E2-C3324C308E2A}" presName="rootComposite" presStyleCnt="0"/>
      <dgm:spPr/>
    </dgm:pt>
    <dgm:pt modelId="{186BDEA5-4E36-4323-8EB9-0985FE26F52D}" type="pres">
      <dgm:prSet presAssocID="{17038732-669E-4CFA-A4E2-C3324C308E2A}" presName="rootText" presStyleLbl="node3" presStyleIdx="13" presStyleCnt="23">
        <dgm:presLayoutVars>
          <dgm:chPref val="3"/>
        </dgm:presLayoutVars>
      </dgm:prSet>
      <dgm:spPr/>
    </dgm:pt>
    <dgm:pt modelId="{36F773C9-1692-4725-A234-4A3182F5E222}" type="pres">
      <dgm:prSet presAssocID="{17038732-669E-4CFA-A4E2-C3324C308E2A}" presName="rootConnector" presStyleLbl="node3" presStyleIdx="13" presStyleCnt="23"/>
      <dgm:spPr/>
    </dgm:pt>
    <dgm:pt modelId="{6A7A8F02-DD45-4009-A317-8DC94804B4C6}" type="pres">
      <dgm:prSet presAssocID="{17038732-669E-4CFA-A4E2-C3324C308E2A}" presName="hierChild4" presStyleCnt="0"/>
      <dgm:spPr/>
    </dgm:pt>
    <dgm:pt modelId="{0FC79DED-2E35-4848-8DF8-D3F4051EA46C}" type="pres">
      <dgm:prSet presAssocID="{17038732-669E-4CFA-A4E2-C3324C308E2A}" presName="hierChild5" presStyleCnt="0"/>
      <dgm:spPr/>
    </dgm:pt>
    <dgm:pt modelId="{96F10A2B-D5AE-4D86-B4ED-8CBC8A5C146F}" type="pres">
      <dgm:prSet presAssocID="{003B6041-09E5-4A48-B44F-1F3631171B27}" presName="Name37" presStyleLbl="parChTrans1D3" presStyleIdx="14" presStyleCnt="23"/>
      <dgm:spPr/>
    </dgm:pt>
    <dgm:pt modelId="{12667947-7024-4DAE-838D-54F356E5A566}" type="pres">
      <dgm:prSet presAssocID="{90A91D39-FEAF-44E6-B740-D7179E12338F}" presName="hierRoot2" presStyleCnt="0">
        <dgm:presLayoutVars>
          <dgm:hierBranch val="init"/>
        </dgm:presLayoutVars>
      </dgm:prSet>
      <dgm:spPr/>
    </dgm:pt>
    <dgm:pt modelId="{2660E5A6-817A-42B9-A6A2-B99A74848F01}" type="pres">
      <dgm:prSet presAssocID="{90A91D39-FEAF-44E6-B740-D7179E12338F}" presName="rootComposite" presStyleCnt="0"/>
      <dgm:spPr/>
    </dgm:pt>
    <dgm:pt modelId="{FF141B75-6FE3-4973-BC64-406FA62900D8}" type="pres">
      <dgm:prSet presAssocID="{90A91D39-FEAF-44E6-B740-D7179E12338F}" presName="rootText" presStyleLbl="node3" presStyleIdx="14" presStyleCnt="23">
        <dgm:presLayoutVars>
          <dgm:chPref val="3"/>
        </dgm:presLayoutVars>
      </dgm:prSet>
      <dgm:spPr/>
    </dgm:pt>
    <dgm:pt modelId="{0F6704C5-DAB1-42E0-A5C8-8CBC24A564AD}" type="pres">
      <dgm:prSet presAssocID="{90A91D39-FEAF-44E6-B740-D7179E12338F}" presName="rootConnector" presStyleLbl="node3" presStyleIdx="14" presStyleCnt="23"/>
      <dgm:spPr/>
    </dgm:pt>
    <dgm:pt modelId="{BAE89365-C6B4-4329-9820-D6A0A128EE9F}" type="pres">
      <dgm:prSet presAssocID="{90A91D39-FEAF-44E6-B740-D7179E12338F}" presName="hierChild4" presStyleCnt="0"/>
      <dgm:spPr/>
    </dgm:pt>
    <dgm:pt modelId="{069F81F4-FE26-45CF-9757-7C25F14D0B3F}" type="pres">
      <dgm:prSet presAssocID="{90A91D39-FEAF-44E6-B740-D7179E12338F}" presName="hierChild5" presStyleCnt="0"/>
      <dgm:spPr/>
    </dgm:pt>
    <dgm:pt modelId="{AF28D9E9-CA05-4B17-9A23-6089D2F985A0}" type="pres">
      <dgm:prSet presAssocID="{911B80F1-669B-4FD6-824E-B64FC96BFD26}" presName="Name37" presStyleLbl="parChTrans1D3" presStyleIdx="15" presStyleCnt="23"/>
      <dgm:spPr/>
    </dgm:pt>
    <dgm:pt modelId="{6C809F5F-9905-4542-ACB0-FD4B32206D82}" type="pres">
      <dgm:prSet presAssocID="{D8AEE7E7-572F-44A7-BBA5-B9C5A40CEBB2}" presName="hierRoot2" presStyleCnt="0">
        <dgm:presLayoutVars>
          <dgm:hierBranch val="init"/>
        </dgm:presLayoutVars>
      </dgm:prSet>
      <dgm:spPr/>
    </dgm:pt>
    <dgm:pt modelId="{B81C2A15-6233-4061-BD41-D6D01901D175}" type="pres">
      <dgm:prSet presAssocID="{D8AEE7E7-572F-44A7-BBA5-B9C5A40CEBB2}" presName="rootComposite" presStyleCnt="0"/>
      <dgm:spPr/>
    </dgm:pt>
    <dgm:pt modelId="{2E8ABDDA-4C1F-4F32-8341-D269558C7263}" type="pres">
      <dgm:prSet presAssocID="{D8AEE7E7-572F-44A7-BBA5-B9C5A40CEBB2}" presName="rootText" presStyleLbl="node3" presStyleIdx="15" presStyleCnt="23">
        <dgm:presLayoutVars>
          <dgm:chPref val="3"/>
        </dgm:presLayoutVars>
      </dgm:prSet>
      <dgm:spPr/>
    </dgm:pt>
    <dgm:pt modelId="{1C021391-D7A5-4281-AB0C-FDC549130B26}" type="pres">
      <dgm:prSet presAssocID="{D8AEE7E7-572F-44A7-BBA5-B9C5A40CEBB2}" presName="rootConnector" presStyleLbl="node3" presStyleIdx="15" presStyleCnt="23"/>
      <dgm:spPr/>
    </dgm:pt>
    <dgm:pt modelId="{AE999D4B-27BD-4906-9AE2-5E8419E8FBBD}" type="pres">
      <dgm:prSet presAssocID="{D8AEE7E7-572F-44A7-BBA5-B9C5A40CEBB2}" presName="hierChild4" presStyleCnt="0"/>
      <dgm:spPr/>
    </dgm:pt>
    <dgm:pt modelId="{4CE2F647-09B6-49BB-8374-415B2D451C35}" type="pres">
      <dgm:prSet presAssocID="{D8AEE7E7-572F-44A7-BBA5-B9C5A40CEBB2}" presName="hierChild5" presStyleCnt="0"/>
      <dgm:spPr/>
    </dgm:pt>
    <dgm:pt modelId="{C55A33CB-C485-4DB5-A2AE-246CE790321B}" type="pres">
      <dgm:prSet presAssocID="{CC553AFD-B2B1-4DF1-A50B-1B6FC648D82D}" presName="Name37" presStyleLbl="parChTrans1D3" presStyleIdx="16" presStyleCnt="23"/>
      <dgm:spPr/>
    </dgm:pt>
    <dgm:pt modelId="{F928EE23-443F-4931-AE9E-E3AC91F26437}" type="pres">
      <dgm:prSet presAssocID="{368C539E-F086-4350-A582-AEFA06CC5086}" presName="hierRoot2" presStyleCnt="0">
        <dgm:presLayoutVars>
          <dgm:hierBranch val="init"/>
        </dgm:presLayoutVars>
      </dgm:prSet>
      <dgm:spPr/>
    </dgm:pt>
    <dgm:pt modelId="{539A9AB9-895E-4DC1-B72D-5060A12C15E5}" type="pres">
      <dgm:prSet presAssocID="{368C539E-F086-4350-A582-AEFA06CC5086}" presName="rootComposite" presStyleCnt="0"/>
      <dgm:spPr/>
    </dgm:pt>
    <dgm:pt modelId="{59B13B6D-559D-4577-B88C-E4EBB5B9330F}" type="pres">
      <dgm:prSet presAssocID="{368C539E-F086-4350-A582-AEFA06CC5086}" presName="rootText" presStyleLbl="node3" presStyleIdx="16" presStyleCnt="23">
        <dgm:presLayoutVars>
          <dgm:chPref val="3"/>
        </dgm:presLayoutVars>
      </dgm:prSet>
      <dgm:spPr/>
    </dgm:pt>
    <dgm:pt modelId="{61AC0E62-BBAB-4EAC-B3BD-17AC83B422D3}" type="pres">
      <dgm:prSet presAssocID="{368C539E-F086-4350-A582-AEFA06CC5086}" presName="rootConnector" presStyleLbl="node3" presStyleIdx="16" presStyleCnt="23"/>
      <dgm:spPr/>
    </dgm:pt>
    <dgm:pt modelId="{748A93CC-9704-40F9-8173-6B038CDCD33F}" type="pres">
      <dgm:prSet presAssocID="{368C539E-F086-4350-A582-AEFA06CC5086}" presName="hierChild4" presStyleCnt="0"/>
      <dgm:spPr/>
    </dgm:pt>
    <dgm:pt modelId="{16E63225-4D62-459D-80F7-24F3966DC046}" type="pres">
      <dgm:prSet presAssocID="{368C539E-F086-4350-A582-AEFA06CC5086}" presName="hierChild5" presStyleCnt="0"/>
      <dgm:spPr/>
    </dgm:pt>
    <dgm:pt modelId="{9DD19C2F-17F6-4DCD-89CD-5E8F22A4790C}" type="pres">
      <dgm:prSet presAssocID="{0CBD26C0-1CF1-4BDA-A08A-B9155152675D}" presName="Name37" presStyleLbl="parChTrans1D3" presStyleIdx="17" presStyleCnt="23"/>
      <dgm:spPr/>
    </dgm:pt>
    <dgm:pt modelId="{1824C079-82A6-419C-AF98-27E5A426E23F}" type="pres">
      <dgm:prSet presAssocID="{52FB6789-BE22-4F60-869E-5D8E7BEC1916}" presName="hierRoot2" presStyleCnt="0">
        <dgm:presLayoutVars>
          <dgm:hierBranch val="init"/>
        </dgm:presLayoutVars>
      </dgm:prSet>
      <dgm:spPr/>
    </dgm:pt>
    <dgm:pt modelId="{C042200B-FA2A-439E-8F06-8E1396B0D8E7}" type="pres">
      <dgm:prSet presAssocID="{52FB6789-BE22-4F60-869E-5D8E7BEC1916}" presName="rootComposite" presStyleCnt="0"/>
      <dgm:spPr/>
    </dgm:pt>
    <dgm:pt modelId="{C1D893FA-15AF-4B87-9690-0131022377B6}" type="pres">
      <dgm:prSet presAssocID="{52FB6789-BE22-4F60-869E-5D8E7BEC1916}" presName="rootText" presStyleLbl="node3" presStyleIdx="17" presStyleCnt="23">
        <dgm:presLayoutVars>
          <dgm:chPref val="3"/>
        </dgm:presLayoutVars>
      </dgm:prSet>
      <dgm:spPr/>
    </dgm:pt>
    <dgm:pt modelId="{3E48039E-7EF6-48C5-9DED-BBFA2764DBCB}" type="pres">
      <dgm:prSet presAssocID="{52FB6789-BE22-4F60-869E-5D8E7BEC1916}" presName="rootConnector" presStyleLbl="node3" presStyleIdx="17" presStyleCnt="23"/>
      <dgm:spPr/>
    </dgm:pt>
    <dgm:pt modelId="{95F8B9B3-E7E9-47F9-841F-91AA083BC335}" type="pres">
      <dgm:prSet presAssocID="{52FB6789-BE22-4F60-869E-5D8E7BEC1916}" presName="hierChild4" presStyleCnt="0"/>
      <dgm:spPr/>
    </dgm:pt>
    <dgm:pt modelId="{A5BD1076-D21C-4648-985F-C824D17F1175}" type="pres">
      <dgm:prSet presAssocID="{52FB6789-BE22-4F60-869E-5D8E7BEC1916}" presName="hierChild5" presStyleCnt="0"/>
      <dgm:spPr/>
    </dgm:pt>
    <dgm:pt modelId="{992539FE-DC18-4B3C-BDED-2DFFE5802CB6}" type="pres">
      <dgm:prSet presAssocID="{F748754C-8971-44BF-B5A1-F45A3E159A16}" presName="hierChild5" presStyleCnt="0"/>
      <dgm:spPr/>
    </dgm:pt>
    <dgm:pt modelId="{81953FDB-271D-4ADF-976F-14F165D0B507}" type="pres">
      <dgm:prSet presAssocID="{14470683-9FD1-4582-B1C7-784629B41B81}" presName="Name37" presStyleLbl="parChTrans1D2" presStyleIdx="4" presStyleCnt="5"/>
      <dgm:spPr/>
    </dgm:pt>
    <dgm:pt modelId="{D3732F57-D65F-490F-AC22-A19DAD63BCCF}" type="pres">
      <dgm:prSet presAssocID="{A381C2D1-DE03-4852-858E-DCFCE792A1C1}" presName="hierRoot2" presStyleCnt="0">
        <dgm:presLayoutVars>
          <dgm:hierBranch val="init"/>
        </dgm:presLayoutVars>
      </dgm:prSet>
      <dgm:spPr/>
    </dgm:pt>
    <dgm:pt modelId="{31BB9B38-8FD9-4986-918D-B58B4D72BC8D}" type="pres">
      <dgm:prSet presAssocID="{A381C2D1-DE03-4852-858E-DCFCE792A1C1}" presName="rootComposite" presStyleCnt="0"/>
      <dgm:spPr/>
    </dgm:pt>
    <dgm:pt modelId="{300F72C8-423F-4D7A-8511-F54946BD9910}" type="pres">
      <dgm:prSet presAssocID="{A381C2D1-DE03-4852-858E-DCFCE792A1C1}" presName="rootText" presStyleLbl="node2" presStyleIdx="4" presStyleCnt="5">
        <dgm:presLayoutVars>
          <dgm:chPref val="3"/>
        </dgm:presLayoutVars>
      </dgm:prSet>
      <dgm:spPr/>
    </dgm:pt>
    <dgm:pt modelId="{87EEC985-6495-408B-BC43-9F3C0A3C6351}" type="pres">
      <dgm:prSet presAssocID="{A381C2D1-DE03-4852-858E-DCFCE792A1C1}" presName="rootConnector" presStyleLbl="node2" presStyleIdx="4" presStyleCnt="5"/>
      <dgm:spPr/>
    </dgm:pt>
    <dgm:pt modelId="{E8812FE2-75B7-4EE1-8234-7954E1B1C2B0}" type="pres">
      <dgm:prSet presAssocID="{A381C2D1-DE03-4852-858E-DCFCE792A1C1}" presName="hierChild4" presStyleCnt="0"/>
      <dgm:spPr/>
    </dgm:pt>
    <dgm:pt modelId="{8430D391-D833-441C-A119-CB8CF75A5DE3}" type="pres">
      <dgm:prSet presAssocID="{AF8A8BED-4FA3-4995-8453-AC69263E4F7B}" presName="Name37" presStyleLbl="parChTrans1D3" presStyleIdx="18" presStyleCnt="23"/>
      <dgm:spPr/>
    </dgm:pt>
    <dgm:pt modelId="{97BD8D0C-FFF2-42EF-A9D9-2576A735AA38}" type="pres">
      <dgm:prSet presAssocID="{7CA0449F-2DC0-4961-8395-48C3E8E3BB41}" presName="hierRoot2" presStyleCnt="0">
        <dgm:presLayoutVars>
          <dgm:hierBranch val="init"/>
        </dgm:presLayoutVars>
      </dgm:prSet>
      <dgm:spPr/>
    </dgm:pt>
    <dgm:pt modelId="{673EAC19-9319-4AAC-87C9-6F0289EED33A}" type="pres">
      <dgm:prSet presAssocID="{7CA0449F-2DC0-4961-8395-48C3E8E3BB41}" presName="rootComposite" presStyleCnt="0"/>
      <dgm:spPr/>
    </dgm:pt>
    <dgm:pt modelId="{50ED118C-FD6F-4995-9C88-655CACB534B0}" type="pres">
      <dgm:prSet presAssocID="{7CA0449F-2DC0-4961-8395-48C3E8E3BB41}" presName="rootText" presStyleLbl="node3" presStyleIdx="18" presStyleCnt="23">
        <dgm:presLayoutVars>
          <dgm:chPref val="3"/>
        </dgm:presLayoutVars>
      </dgm:prSet>
      <dgm:spPr/>
    </dgm:pt>
    <dgm:pt modelId="{FFF2F7F3-4F8A-4989-9473-A935AF8F85D1}" type="pres">
      <dgm:prSet presAssocID="{7CA0449F-2DC0-4961-8395-48C3E8E3BB41}" presName="rootConnector" presStyleLbl="node3" presStyleIdx="18" presStyleCnt="23"/>
      <dgm:spPr/>
    </dgm:pt>
    <dgm:pt modelId="{6A99A882-0B47-4F2B-9983-AD7D869B7D6A}" type="pres">
      <dgm:prSet presAssocID="{7CA0449F-2DC0-4961-8395-48C3E8E3BB41}" presName="hierChild4" presStyleCnt="0"/>
      <dgm:spPr/>
    </dgm:pt>
    <dgm:pt modelId="{99A0D3D6-3E07-488E-A559-85B311396774}" type="pres">
      <dgm:prSet presAssocID="{7CA0449F-2DC0-4961-8395-48C3E8E3BB41}" presName="hierChild5" presStyleCnt="0"/>
      <dgm:spPr/>
    </dgm:pt>
    <dgm:pt modelId="{A6C3C22F-50C7-401B-AA59-08C36F3AD5FF}" type="pres">
      <dgm:prSet presAssocID="{3ADC823A-73D3-4229-869C-AF8C19F969B1}" presName="Name37" presStyleLbl="parChTrans1D3" presStyleIdx="19" presStyleCnt="23"/>
      <dgm:spPr/>
    </dgm:pt>
    <dgm:pt modelId="{48C859C3-E01E-4EFE-9AF9-E8A7891E88E8}" type="pres">
      <dgm:prSet presAssocID="{C15616C1-E6E5-4C73-BB55-3DF0B9C7E4CA}" presName="hierRoot2" presStyleCnt="0">
        <dgm:presLayoutVars>
          <dgm:hierBranch val="init"/>
        </dgm:presLayoutVars>
      </dgm:prSet>
      <dgm:spPr/>
    </dgm:pt>
    <dgm:pt modelId="{77B59A29-BD06-4E87-B009-878BEAB35C39}" type="pres">
      <dgm:prSet presAssocID="{C15616C1-E6E5-4C73-BB55-3DF0B9C7E4CA}" presName="rootComposite" presStyleCnt="0"/>
      <dgm:spPr/>
    </dgm:pt>
    <dgm:pt modelId="{8D0B0D71-5EB7-4544-92A0-4F1F9CC28B2A}" type="pres">
      <dgm:prSet presAssocID="{C15616C1-E6E5-4C73-BB55-3DF0B9C7E4CA}" presName="rootText" presStyleLbl="node3" presStyleIdx="19" presStyleCnt="23">
        <dgm:presLayoutVars>
          <dgm:chPref val="3"/>
        </dgm:presLayoutVars>
      </dgm:prSet>
      <dgm:spPr/>
    </dgm:pt>
    <dgm:pt modelId="{07E8B9D2-4452-4027-9655-C28071B502FF}" type="pres">
      <dgm:prSet presAssocID="{C15616C1-E6E5-4C73-BB55-3DF0B9C7E4CA}" presName="rootConnector" presStyleLbl="node3" presStyleIdx="19" presStyleCnt="23"/>
      <dgm:spPr/>
    </dgm:pt>
    <dgm:pt modelId="{709B1BBA-F50F-4384-BE52-BBA3DF349F29}" type="pres">
      <dgm:prSet presAssocID="{C15616C1-E6E5-4C73-BB55-3DF0B9C7E4CA}" presName="hierChild4" presStyleCnt="0"/>
      <dgm:spPr/>
    </dgm:pt>
    <dgm:pt modelId="{0B35E10B-1C52-492D-8FC9-7D14FA8F3ADA}" type="pres">
      <dgm:prSet presAssocID="{C15616C1-E6E5-4C73-BB55-3DF0B9C7E4CA}" presName="hierChild5" presStyleCnt="0"/>
      <dgm:spPr/>
    </dgm:pt>
    <dgm:pt modelId="{66859F49-5CAF-49A3-B800-DED4D28E832B}" type="pres">
      <dgm:prSet presAssocID="{D2848664-7F31-4C0E-8052-231E01AAD71A}" presName="Name37" presStyleLbl="parChTrans1D3" presStyleIdx="20" presStyleCnt="23"/>
      <dgm:spPr/>
    </dgm:pt>
    <dgm:pt modelId="{18B42742-8FDB-4170-8EDE-F0D6B3FF1F0A}" type="pres">
      <dgm:prSet presAssocID="{96D96C04-A735-4604-B971-E39763DFE27E}" presName="hierRoot2" presStyleCnt="0">
        <dgm:presLayoutVars>
          <dgm:hierBranch val="init"/>
        </dgm:presLayoutVars>
      </dgm:prSet>
      <dgm:spPr/>
    </dgm:pt>
    <dgm:pt modelId="{A9619A70-F8EA-41AC-B4F7-B48D81A10041}" type="pres">
      <dgm:prSet presAssocID="{96D96C04-A735-4604-B971-E39763DFE27E}" presName="rootComposite" presStyleCnt="0"/>
      <dgm:spPr/>
    </dgm:pt>
    <dgm:pt modelId="{5E61FF5F-169C-414C-B100-D42E86D2450C}" type="pres">
      <dgm:prSet presAssocID="{96D96C04-A735-4604-B971-E39763DFE27E}" presName="rootText" presStyleLbl="node3" presStyleIdx="20" presStyleCnt="23">
        <dgm:presLayoutVars>
          <dgm:chPref val="3"/>
        </dgm:presLayoutVars>
      </dgm:prSet>
      <dgm:spPr/>
    </dgm:pt>
    <dgm:pt modelId="{D037B0CF-C9AD-4490-B45E-1A6DFD6F0D7C}" type="pres">
      <dgm:prSet presAssocID="{96D96C04-A735-4604-B971-E39763DFE27E}" presName="rootConnector" presStyleLbl="node3" presStyleIdx="20" presStyleCnt="23"/>
      <dgm:spPr/>
    </dgm:pt>
    <dgm:pt modelId="{EB04D943-56EF-4F9B-99EE-BBEA7B2740B3}" type="pres">
      <dgm:prSet presAssocID="{96D96C04-A735-4604-B971-E39763DFE27E}" presName="hierChild4" presStyleCnt="0"/>
      <dgm:spPr/>
    </dgm:pt>
    <dgm:pt modelId="{9A299EBF-6BA7-4000-894C-03EABFC32E40}" type="pres">
      <dgm:prSet presAssocID="{96D96C04-A735-4604-B971-E39763DFE27E}" presName="hierChild5" presStyleCnt="0"/>
      <dgm:spPr/>
    </dgm:pt>
    <dgm:pt modelId="{D052C1F2-1B1D-4B1E-8DA4-759EF2C8EF0C}" type="pres">
      <dgm:prSet presAssocID="{99ADCBFC-F476-4BFA-AEB5-25A42EB301A1}" presName="Name37" presStyleLbl="parChTrans1D3" presStyleIdx="21" presStyleCnt="23"/>
      <dgm:spPr/>
    </dgm:pt>
    <dgm:pt modelId="{2E276396-0461-4A05-9C00-BBBC12BB672A}" type="pres">
      <dgm:prSet presAssocID="{F3E2038D-1AD3-4CDF-819D-1A3A0C7FCD4C}" presName="hierRoot2" presStyleCnt="0">
        <dgm:presLayoutVars>
          <dgm:hierBranch val="init"/>
        </dgm:presLayoutVars>
      </dgm:prSet>
      <dgm:spPr/>
    </dgm:pt>
    <dgm:pt modelId="{879907CA-3F12-488C-9290-4E7CC9FFE9F2}" type="pres">
      <dgm:prSet presAssocID="{F3E2038D-1AD3-4CDF-819D-1A3A0C7FCD4C}" presName="rootComposite" presStyleCnt="0"/>
      <dgm:spPr/>
    </dgm:pt>
    <dgm:pt modelId="{AA601002-A2E6-4518-95EF-B539F6CA8BBF}" type="pres">
      <dgm:prSet presAssocID="{F3E2038D-1AD3-4CDF-819D-1A3A0C7FCD4C}" presName="rootText" presStyleLbl="node3" presStyleIdx="21" presStyleCnt="23">
        <dgm:presLayoutVars>
          <dgm:chPref val="3"/>
        </dgm:presLayoutVars>
      </dgm:prSet>
      <dgm:spPr/>
    </dgm:pt>
    <dgm:pt modelId="{56665E3D-45B2-48A3-99F8-59B57C39E545}" type="pres">
      <dgm:prSet presAssocID="{F3E2038D-1AD3-4CDF-819D-1A3A0C7FCD4C}" presName="rootConnector" presStyleLbl="node3" presStyleIdx="21" presStyleCnt="23"/>
      <dgm:spPr/>
    </dgm:pt>
    <dgm:pt modelId="{39F2F689-51C5-4904-8C51-92F18012E4D8}" type="pres">
      <dgm:prSet presAssocID="{F3E2038D-1AD3-4CDF-819D-1A3A0C7FCD4C}" presName="hierChild4" presStyleCnt="0"/>
      <dgm:spPr/>
    </dgm:pt>
    <dgm:pt modelId="{2E228F93-096D-427D-B1FA-831B806F3B09}" type="pres">
      <dgm:prSet presAssocID="{F3E2038D-1AD3-4CDF-819D-1A3A0C7FCD4C}" presName="hierChild5" presStyleCnt="0"/>
      <dgm:spPr/>
    </dgm:pt>
    <dgm:pt modelId="{FBE801FF-A8BC-4A70-895F-95F8538AA72B}" type="pres">
      <dgm:prSet presAssocID="{ED2F10E8-8B2F-4CEC-B1CF-D58563DF5873}" presName="Name37" presStyleLbl="parChTrans1D3" presStyleIdx="22" presStyleCnt="23"/>
      <dgm:spPr/>
    </dgm:pt>
    <dgm:pt modelId="{3B030427-88F9-4F92-93A5-ED4817986A3D}" type="pres">
      <dgm:prSet presAssocID="{EAF3E1D3-0367-4412-B212-5DE37726A158}" presName="hierRoot2" presStyleCnt="0">
        <dgm:presLayoutVars>
          <dgm:hierBranch val="init"/>
        </dgm:presLayoutVars>
      </dgm:prSet>
      <dgm:spPr/>
    </dgm:pt>
    <dgm:pt modelId="{D34A95F4-E589-4F8C-9607-0B1C80C913EC}" type="pres">
      <dgm:prSet presAssocID="{EAF3E1D3-0367-4412-B212-5DE37726A158}" presName="rootComposite" presStyleCnt="0"/>
      <dgm:spPr/>
    </dgm:pt>
    <dgm:pt modelId="{A6C6976D-9D0D-443E-B9CE-12345B282C0E}" type="pres">
      <dgm:prSet presAssocID="{EAF3E1D3-0367-4412-B212-5DE37726A158}" presName="rootText" presStyleLbl="node3" presStyleIdx="22" presStyleCnt="23">
        <dgm:presLayoutVars>
          <dgm:chPref val="3"/>
        </dgm:presLayoutVars>
      </dgm:prSet>
      <dgm:spPr/>
    </dgm:pt>
    <dgm:pt modelId="{D4FCB51B-44A9-41E2-9CCE-0ACEBAE8B82C}" type="pres">
      <dgm:prSet presAssocID="{EAF3E1D3-0367-4412-B212-5DE37726A158}" presName="rootConnector" presStyleLbl="node3" presStyleIdx="22" presStyleCnt="23"/>
      <dgm:spPr/>
    </dgm:pt>
    <dgm:pt modelId="{8FEDA7C3-F776-4E00-88ED-E3C5FDAB8BE8}" type="pres">
      <dgm:prSet presAssocID="{EAF3E1D3-0367-4412-B212-5DE37726A158}" presName="hierChild4" presStyleCnt="0"/>
      <dgm:spPr/>
    </dgm:pt>
    <dgm:pt modelId="{89FE0DD3-A4B1-46D7-90B3-F6A373B1A1CE}" type="pres">
      <dgm:prSet presAssocID="{EAF3E1D3-0367-4412-B212-5DE37726A158}" presName="hierChild5" presStyleCnt="0"/>
      <dgm:spPr/>
    </dgm:pt>
    <dgm:pt modelId="{B95FC23A-E855-4F6E-84A0-A4CA0CEC7517}" type="pres">
      <dgm:prSet presAssocID="{A381C2D1-DE03-4852-858E-DCFCE792A1C1}" presName="hierChild5" presStyleCnt="0"/>
      <dgm:spPr/>
    </dgm:pt>
    <dgm:pt modelId="{5DECE4D5-91B9-4F39-AC83-3A7C65F2FD71}" type="pres">
      <dgm:prSet presAssocID="{D905062B-8226-40E6-B9D3-BD5ADF0F4FF2}" presName="hierChild3" presStyleCnt="0"/>
      <dgm:spPr/>
    </dgm:pt>
  </dgm:ptLst>
  <dgm:cxnLst>
    <dgm:cxn modelId="{05242500-7647-4E5C-9F3F-DE351606A2AB}" type="presOf" srcId="{923B5847-D916-4A69-B5C4-2102D56856F9}" destId="{E6D7069A-46E6-4274-8313-2335409E8EA2}" srcOrd="1" destOrd="0" presId="urn:microsoft.com/office/officeart/2005/8/layout/orgChart1"/>
    <dgm:cxn modelId="{6188D501-6888-4CAF-9B60-5AD0EDEB668D}" type="presOf" srcId="{4887F99A-64DF-489A-ACA0-FAD8795D0CD4}" destId="{99BC8703-A174-4025-85FF-C75DF46C60C6}" srcOrd="0" destOrd="0" presId="urn:microsoft.com/office/officeart/2005/8/layout/orgChart1"/>
    <dgm:cxn modelId="{E6A05002-F4B3-4766-A59F-BD13A38E0EBD}" type="presOf" srcId="{9CAEC793-A85E-45AF-802E-E537687945F7}" destId="{9104CC0E-926A-4D4E-8186-6E2AFDD1B9E9}" srcOrd="0" destOrd="0" presId="urn:microsoft.com/office/officeart/2005/8/layout/orgChart1"/>
    <dgm:cxn modelId="{9131A502-585F-4ACB-B007-29F1AA7F3EE1}" srcId="{A381C2D1-DE03-4852-858E-DCFCE792A1C1}" destId="{C15616C1-E6E5-4C73-BB55-3DF0B9C7E4CA}" srcOrd="1" destOrd="0" parTransId="{3ADC823A-73D3-4229-869C-AF8C19F969B1}" sibTransId="{DAF918D6-12EA-4D78-976A-5A6FCD0EE0FF}"/>
    <dgm:cxn modelId="{40AE6203-204A-4D1E-B5F2-C887EDBEC092}" srcId="{F748754C-8971-44BF-B5A1-F45A3E159A16}" destId="{52FB6789-BE22-4F60-869E-5D8E7BEC1916}" srcOrd="4" destOrd="0" parTransId="{0CBD26C0-1CF1-4BDA-A08A-B9155152675D}" sibTransId="{25DF7C2F-BE76-4AAE-A2B6-CB45DEBD89BF}"/>
    <dgm:cxn modelId="{A94EF605-F5E4-41AB-AFDE-B17EC3DC3C13}" type="presOf" srcId="{504BA2DC-B6AF-47BA-BFD0-41BD95BC0D1A}" destId="{98206F9B-7AF6-4652-AB5C-916166CB5354}" srcOrd="0" destOrd="0" presId="urn:microsoft.com/office/officeart/2005/8/layout/orgChart1"/>
    <dgm:cxn modelId="{88A25C09-C734-43D7-9D74-CCC03E9D6EB8}" type="presOf" srcId="{260BF826-EEE7-475B-8302-9EB7EF0FB178}" destId="{730CC6AA-114C-4C61-A978-4F15142158F1}" srcOrd="1" destOrd="0" presId="urn:microsoft.com/office/officeart/2005/8/layout/orgChart1"/>
    <dgm:cxn modelId="{F5F7100D-6D75-4A77-A37A-1CA6512AA8E1}" type="presOf" srcId="{CC553AFD-B2B1-4DF1-A50B-1B6FC648D82D}" destId="{C55A33CB-C485-4DB5-A2AE-246CE790321B}" srcOrd="0" destOrd="0" presId="urn:microsoft.com/office/officeart/2005/8/layout/orgChart1"/>
    <dgm:cxn modelId="{E4481A0D-D5E2-41DD-BF05-68247C889589}" type="presOf" srcId="{AC906E97-D03B-4750-9C07-2B06BC127A18}" destId="{0836C8B7-2F9E-4B03-B232-12F85155C072}" srcOrd="1" destOrd="0" presId="urn:microsoft.com/office/officeart/2005/8/layout/orgChart1"/>
    <dgm:cxn modelId="{2791F90D-6EB9-4B0A-A99B-C8E2BD184464}" type="presOf" srcId="{7F9603D1-82F1-42EE-BBE1-902CADE7C0B9}" destId="{4FD5750D-E42E-4CCF-BE26-0FEB82C8FDFE}" srcOrd="0" destOrd="0" presId="urn:microsoft.com/office/officeart/2005/8/layout/orgChart1"/>
    <dgm:cxn modelId="{B6174211-4C88-4BAA-9003-30930F88C5ED}" type="presOf" srcId="{147FBBE8-93CF-4731-9367-659C214A8742}" destId="{B3ED08DB-45AF-4ED5-BC41-036C6267D4B8}" srcOrd="0" destOrd="0" presId="urn:microsoft.com/office/officeart/2005/8/layout/orgChart1"/>
    <dgm:cxn modelId="{C9F90012-8515-47D2-9925-F2D5D262935A}" type="presOf" srcId="{0CBD26C0-1CF1-4BDA-A08A-B9155152675D}" destId="{9DD19C2F-17F6-4DCD-89CD-5E8F22A4790C}" srcOrd="0" destOrd="0" presId="urn:microsoft.com/office/officeart/2005/8/layout/orgChart1"/>
    <dgm:cxn modelId="{A359EB16-98F6-4573-B39D-ABF17F9BCFDD}" type="presOf" srcId="{003B6041-09E5-4A48-B44F-1F3631171B27}" destId="{96F10A2B-D5AE-4D86-B4ED-8CBC8A5C146F}" srcOrd="0" destOrd="0" presId="urn:microsoft.com/office/officeart/2005/8/layout/orgChart1"/>
    <dgm:cxn modelId="{C6D0F217-62A7-436E-8D07-03D8B1D79A39}" srcId="{F7343D46-28E1-4BB4-9755-6F666BF2AC39}" destId="{0C6601D7-0A69-45AB-81DF-DE749031B2F8}" srcOrd="0" destOrd="0" parTransId="{774D199A-B00B-48B4-8AA4-8B3EE0D9080E}" sibTransId="{877A540E-9A11-4063-9A89-00DD303093E3}"/>
    <dgm:cxn modelId="{99780918-2DB8-40FA-90D1-A9F71AD9B611}" type="presOf" srcId="{B064233E-C0FD-41D0-B557-FB28A877A36A}" destId="{12DE6807-D68C-414E-A400-EF24C3344119}" srcOrd="1" destOrd="0" presId="urn:microsoft.com/office/officeart/2005/8/layout/orgChart1"/>
    <dgm:cxn modelId="{FF1C241B-0BB7-4E5C-B933-A81C1D1AA822}" type="presOf" srcId="{212DAB52-4BFD-415C-80C7-4BD0F1D1D76E}" destId="{FBC60741-666D-4C9A-8E85-2FBDEFF75D1E}" srcOrd="0" destOrd="0" presId="urn:microsoft.com/office/officeart/2005/8/layout/orgChart1"/>
    <dgm:cxn modelId="{B71C8A1B-7386-4910-8D77-40DEFEF8A69E}" type="presOf" srcId="{3ADC823A-73D3-4229-869C-AF8C19F969B1}" destId="{A6C3C22F-50C7-401B-AA59-08C36F3AD5FF}" srcOrd="0" destOrd="0" presId="urn:microsoft.com/office/officeart/2005/8/layout/orgChart1"/>
    <dgm:cxn modelId="{BA236E21-B1EF-46AD-9005-CB196B5D215C}" type="presOf" srcId="{0C6601D7-0A69-45AB-81DF-DE749031B2F8}" destId="{F1B82CC1-9737-49D9-93AB-D12CDDEE964A}" srcOrd="0" destOrd="0" presId="urn:microsoft.com/office/officeart/2005/8/layout/orgChart1"/>
    <dgm:cxn modelId="{2DE33123-6C84-49CE-84A9-233277EC2BDD}" type="presOf" srcId="{F0DB0B84-B478-45DC-ABF5-28BFB655CB4B}" destId="{6B40063E-098E-4915-A050-6F44416CBFC9}" srcOrd="0" destOrd="0" presId="urn:microsoft.com/office/officeart/2005/8/layout/orgChart1"/>
    <dgm:cxn modelId="{A4420E24-C684-4775-A0B6-54FE666E283A}" type="presOf" srcId="{AF8A8BED-4FA3-4995-8453-AC69263E4F7B}" destId="{8430D391-D833-441C-A119-CB8CF75A5DE3}" srcOrd="0" destOrd="0" presId="urn:microsoft.com/office/officeart/2005/8/layout/orgChart1"/>
    <dgm:cxn modelId="{D99B7924-F157-4DFD-AE85-CCF307D81F5F}" type="presOf" srcId="{D8AEE7E7-572F-44A7-BBA5-B9C5A40CEBB2}" destId="{2E8ABDDA-4C1F-4F32-8341-D269558C7263}" srcOrd="0" destOrd="0" presId="urn:microsoft.com/office/officeart/2005/8/layout/orgChart1"/>
    <dgm:cxn modelId="{523DC027-A300-49D7-AB34-C8E37B16717B}" type="presOf" srcId="{368C539E-F086-4350-A582-AEFA06CC5086}" destId="{59B13B6D-559D-4577-B88C-E4EBB5B9330F}" srcOrd="0" destOrd="0" presId="urn:microsoft.com/office/officeart/2005/8/layout/orgChart1"/>
    <dgm:cxn modelId="{2C6C8029-9E2F-4948-BD42-F71CBD2B9721}" srcId="{D905062B-8226-40E6-B9D3-BD5ADF0F4FF2}" destId="{F748754C-8971-44BF-B5A1-F45A3E159A16}" srcOrd="3" destOrd="0" parTransId="{504BA2DC-B6AF-47BA-BFD0-41BD95BC0D1A}" sibTransId="{9892E78F-5B12-47E2-B5C6-1AF5CB95D4CA}"/>
    <dgm:cxn modelId="{DE69702A-10FF-4F37-A864-C8604FA39AC5}" type="presOf" srcId="{774D199A-B00B-48B4-8AA4-8B3EE0D9080E}" destId="{A990FBE3-536C-403B-A8A2-C6AB47DAC219}" srcOrd="0" destOrd="0" presId="urn:microsoft.com/office/officeart/2005/8/layout/orgChart1"/>
    <dgm:cxn modelId="{ED7BB92A-B12C-4E2B-A07C-0CF6A0D1CE43}" srcId="{D905062B-8226-40E6-B9D3-BD5ADF0F4FF2}" destId="{3E35C48A-0844-47A6-B895-00E2D0DC19B9}" srcOrd="2" destOrd="0" parTransId="{9AC7D920-61D4-4E31-A854-BC6BB6002098}" sibTransId="{5F56301C-57A1-4CE6-862C-5DEBFFEB19CD}"/>
    <dgm:cxn modelId="{5F51632B-99CE-4725-A281-74D4D61331A7}" type="presOf" srcId="{A381C2D1-DE03-4852-858E-DCFCE792A1C1}" destId="{300F72C8-423F-4D7A-8511-F54946BD9910}" srcOrd="0" destOrd="0" presId="urn:microsoft.com/office/officeart/2005/8/layout/orgChart1"/>
    <dgm:cxn modelId="{400B4A2D-1361-421C-9026-305CD2229105}" srcId="{D905062B-8226-40E6-B9D3-BD5ADF0F4FF2}" destId="{F7343D46-28E1-4BB4-9755-6F666BF2AC39}" srcOrd="0" destOrd="0" parTransId="{B905E722-AC71-4819-95D4-4A9D23D2E89F}" sibTransId="{B9BFA5A3-7132-47D5-B104-DE7991894459}"/>
    <dgm:cxn modelId="{92127A2E-695F-4EFE-B695-0929F96FF584}" type="presOf" srcId="{2F96FAFA-B8B5-46C0-BB50-CBD97A236D5C}" destId="{0E7A3006-04FB-4AB4-B887-60B4768C5D23}" srcOrd="0" destOrd="0" presId="urn:microsoft.com/office/officeart/2005/8/layout/orgChart1"/>
    <dgm:cxn modelId="{F29D0C37-0F82-45C7-9FD7-3D9B0CD23DB3}" srcId="{F7343D46-28E1-4BB4-9755-6F666BF2AC39}" destId="{4887F99A-64DF-489A-ACA0-FAD8795D0CD4}" srcOrd="1" destOrd="0" parTransId="{7C4C0EEC-AAB2-4686-B8A4-7FBC05124D11}" sibTransId="{6C1EF07C-2EC5-4112-BACE-C6DE4D2D2385}"/>
    <dgm:cxn modelId="{ACFC585D-68E0-42B8-A223-C5916F2DA5FD}" srcId="{FEFB6219-3A1F-44AD-A50F-5446D62D42C3}" destId="{147FBBE8-93CF-4731-9367-659C214A8742}" srcOrd="4" destOrd="0" parTransId="{C08DA3F1-3B71-450F-8F23-2BD5655189BC}" sibTransId="{D8B7CE80-ACEB-496A-A6EA-A90D9E02262F}"/>
    <dgm:cxn modelId="{3419BA5D-0C10-4BDE-B820-C791B2646072}" type="presOf" srcId="{52FB6789-BE22-4F60-869E-5D8E7BEC1916}" destId="{C1D893FA-15AF-4B87-9690-0131022377B6}" srcOrd="0" destOrd="0" presId="urn:microsoft.com/office/officeart/2005/8/layout/orgChart1"/>
    <dgm:cxn modelId="{98092041-88E3-4327-95B4-C3A7314F3640}" srcId="{FEFB6219-3A1F-44AD-A50F-5446D62D42C3}" destId="{24BECC70-CE8D-46BB-9181-BCA3B7D4F43E}" srcOrd="5" destOrd="0" parTransId="{506ED219-11C5-4CB9-9B02-07FB41E991C2}" sibTransId="{A5A695C1-F71B-4984-8258-628BAA8CA826}"/>
    <dgm:cxn modelId="{52C94461-F8DB-4A9A-B347-87A0DB22B45C}" type="presOf" srcId="{AC906E97-D03B-4750-9C07-2B06BC127A18}" destId="{3C0284F8-344A-4A27-A093-414F41BA38FC}" srcOrd="0" destOrd="0" presId="urn:microsoft.com/office/officeart/2005/8/layout/orgChart1"/>
    <dgm:cxn modelId="{2FFAE861-AFAB-4EEE-BD98-9BBE5179D49B}" srcId="{F748754C-8971-44BF-B5A1-F45A3E159A16}" destId="{17038732-669E-4CFA-A4E2-C3324C308E2A}" srcOrd="0" destOrd="0" parTransId="{163A612D-3C41-40C6-BF17-B48C88AF46DF}" sibTransId="{FEC8F457-80DA-4E41-8D84-A411280859AB}"/>
    <dgm:cxn modelId="{CA702262-7E88-41E8-B9C0-BD345B0A14A4}" srcId="{3E35C48A-0844-47A6-B895-00E2D0DC19B9}" destId="{9D51EBFB-6A18-427C-AA07-3C6CD8DEDEE4}" srcOrd="2" destOrd="0" parTransId="{7F9603D1-82F1-42EE-BBE1-902CADE7C0B9}" sibTransId="{1A1FCF3F-0CA4-4BAB-A912-201F31008FBC}"/>
    <dgm:cxn modelId="{A6982344-2E3E-4F3F-A2EC-8B5B0803354B}" type="presOf" srcId="{24BECC70-CE8D-46BB-9181-BCA3B7D4F43E}" destId="{8798F0A4-E69F-44B7-B4D1-F5B764859C7E}" srcOrd="0" destOrd="0" presId="urn:microsoft.com/office/officeart/2005/8/layout/orgChart1"/>
    <dgm:cxn modelId="{6A17D644-60B3-4CE2-B147-380E1144AD7A}" type="presOf" srcId="{F748754C-8971-44BF-B5A1-F45A3E159A16}" destId="{DB735B7A-28B8-4C3B-9863-B17BE7AC949F}" srcOrd="0" destOrd="0" presId="urn:microsoft.com/office/officeart/2005/8/layout/orgChart1"/>
    <dgm:cxn modelId="{6E376E65-07D3-4EC2-8AFA-FBAAB63DACDF}" type="presOf" srcId="{24BECC70-CE8D-46BB-9181-BCA3B7D4F43E}" destId="{19DD56F1-6781-4FD3-B2D5-1CBD33198261}" srcOrd="1" destOrd="0" presId="urn:microsoft.com/office/officeart/2005/8/layout/orgChart1"/>
    <dgm:cxn modelId="{772AD565-E83F-4A3E-9DB1-93C01A7F806A}" srcId="{FEFB6219-3A1F-44AD-A50F-5446D62D42C3}" destId="{9B690F89-C137-4480-A64F-8C9CC477881B}" srcOrd="1" destOrd="0" parTransId="{6327ACA4-8DD3-4D7E-92EE-CAB24854A3DE}" sibTransId="{B0C7F2E1-2CE9-46BA-B179-F02B3F349A3D}"/>
    <dgm:cxn modelId="{3B135367-5EEE-4E73-86BF-522C8831370D}" srcId="{3E35C48A-0844-47A6-B895-00E2D0DC19B9}" destId="{CDF4396E-1B7D-4555-A087-AE6E13AD9D68}" srcOrd="0" destOrd="0" parTransId="{147A607A-A690-40D6-959B-5784D34A879F}" sibTransId="{3DFDE7B5-DB99-45B9-8FBD-364289A3782A}"/>
    <dgm:cxn modelId="{DC38096A-90D8-4D09-9AEF-63A7D2D8791A}" type="presOf" srcId="{CDF4396E-1B7D-4555-A087-AE6E13AD9D68}" destId="{38FC13C1-621D-4608-A5D0-F96825BE43AC}" srcOrd="0" destOrd="0" presId="urn:microsoft.com/office/officeart/2005/8/layout/orgChart1"/>
    <dgm:cxn modelId="{6E5D354C-E248-4FBA-B35D-3FBB13F59909}" type="presOf" srcId="{9D51EBFB-6A18-427C-AA07-3C6CD8DEDEE4}" destId="{61CFD422-A143-4ABD-90B2-C18CF33305EA}" srcOrd="1" destOrd="0" presId="urn:microsoft.com/office/officeart/2005/8/layout/orgChart1"/>
    <dgm:cxn modelId="{EC973A6C-627D-4BEA-8EB3-192F6B2219B6}" srcId="{FEFB6219-3A1F-44AD-A50F-5446D62D42C3}" destId="{260BF826-EEE7-475B-8302-9EB7EF0FB178}" srcOrd="0" destOrd="0" parTransId="{D986DDF4-1EF7-454B-AAD9-CB8F8E5D05FE}" sibTransId="{50D2DE74-66EF-4834-9242-D4A1DCA8EF54}"/>
    <dgm:cxn modelId="{14E5804D-201D-4085-937A-9F7DEE8D14BC}" type="presOf" srcId="{7CA0449F-2DC0-4961-8395-48C3E8E3BB41}" destId="{50ED118C-FD6F-4995-9C88-655CACB534B0}" srcOrd="0" destOrd="0" presId="urn:microsoft.com/office/officeart/2005/8/layout/orgChart1"/>
    <dgm:cxn modelId="{55E4546E-6A60-4192-AA80-0AAC38FE8F72}" type="presOf" srcId="{D986DDF4-1EF7-454B-AAD9-CB8F8E5D05FE}" destId="{1E05FC00-71E5-4353-8E51-748779809F05}" srcOrd="0" destOrd="0" presId="urn:microsoft.com/office/officeart/2005/8/layout/orgChart1"/>
    <dgm:cxn modelId="{51D9BA50-A6FD-4ADC-914B-22F281AE28F0}" type="presOf" srcId="{163A612D-3C41-40C6-BF17-B48C88AF46DF}" destId="{55BB8BB7-0787-442C-BE1C-E402593ABB57}" srcOrd="0" destOrd="0" presId="urn:microsoft.com/office/officeart/2005/8/layout/orgChart1"/>
    <dgm:cxn modelId="{577E8B71-8E62-4296-A85F-748D36E923AB}" type="presOf" srcId="{EAF3E1D3-0367-4412-B212-5DE37726A158}" destId="{A6C6976D-9D0D-443E-B9CE-12345B282C0E}" srcOrd="0" destOrd="0" presId="urn:microsoft.com/office/officeart/2005/8/layout/orgChart1"/>
    <dgm:cxn modelId="{813C5D73-5655-4923-87D6-339FB51D1DDB}" type="presOf" srcId="{C15616C1-E6E5-4C73-BB55-3DF0B9C7E4CA}" destId="{8D0B0D71-5EB7-4544-92A0-4F1F9CC28B2A}" srcOrd="0" destOrd="0" presId="urn:microsoft.com/office/officeart/2005/8/layout/orgChart1"/>
    <dgm:cxn modelId="{0DFDF455-AE7D-4F41-8DDE-150904093A6E}" type="presOf" srcId="{835F6CC9-99D5-4275-9CA6-00661E7D5A45}" destId="{B62DE658-F46D-48CF-A277-F80B1D501F2A}" srcOrd="0" destOrd="0" presId="urn:microsoft.com/office/officeart/2005/8/layout/orgChart1"/>
    <dgm:cxn modelId="{D4EC7578-1338-4B29-ACDC-53394E071FD4}" srcId="{A381C2D1-DE03-4852-858E-DCFCE792A1C1}" destId="{7CA0449F-2DC0-4961-8395-48C3E8E3BB41}" srcOrd="0" destOrd="0" parTransId="{AF8A8BED-4FA3-4995-8453-AC69263E4F7B}" sibTransId="{C19F0CD0-6EC3-4E79-A51F-A2658BDDF63D}"/>
    <dgm:cxn modelId="{4827D959-9605-4135-983B-E7D3D243B78E}" type="presOf" srcId="{D905062B-8226-40E6-B9D3-BD5ADF0F4FF2}" destId="{CC99DF9B-DCE8-4B5E-9BF7-420995C8ECE2}" srcOrd="1" destOrd="0" presId="urn:microsoft.com/office/officeart/2005/8/layout/orgChart1"/>
    <dgm:cxn modelId="{00343C5A-30E3-4C1A-AC13-41D9C534FA63}" srcId="{F748754C-8971-44BF-B5A1-F45A3E159A16}" destId="{D8AEE7E7-572F-44A7-BBA5-B9C5A40CEBB2}" srcOrd="2" destOrd="0" parTransId="{911B80F1-669B-4FD6-824E-B64FC96BFD26}" sibTransId="{09AC59FC-8A80-459B-A1F6-31D8700C2680}"/>
    <dgm:cxn modelId="{EEC26F7A-B862-438E-B633-89D5067BC48D}" type="presOf" srcId="{FEFB6219-3A1F-44AD-A50F-5446D62D42C3}" destId="{908BBE12-63B8-4DBF-90F0-B9F05A5629A5}" srcOrd="0" destOrd="0" presId="urn:microsoft.com/office/officeart/2005/8/layout/orgChart1"/>
    <dgm:cxn modelId="{4724C97B-F8DD-4266-9E2A-06BFB0A7AEC2}" type="presOf" srcId="{ED2F10E8-8B2F-4CEC-B1CF-D58563DF5873}" destId="{FBE801FF-A8BC-4A70-895F-95F8538AA72B}" srcOrd="0" destOrd="0" presId="urn:microsoft.com/office/officeart/2005/8/layout/orgChart1"/>
    <dgm:cxn modelId="{4096E07B-1A98-47FF-8424-ADFAB344FD2E}" type="presOf" srcId="{9AC7D920-61D4-4E31-A854-BC6BB6002098}" destId="{4DAE45F1-F1F7-4C38-9A4C-62AFA5EAC6CC}" srcOrd="0" destOrd="0" presId="urn:microsoft.com/office/officeart/2005/8/layout/orgChart1"/>
    <dgm:cxn modelId="{E177417D-4654-4A7F-B503-1C080ED8C9E6}" type="presOf" srcId="{A381C2D1-DE03-4852-858E-DCFCE792A1C1}" destId="{87EEC985-6495-408B-BC43-9F3C0A3C6351}" srcOrd="1" destOrd="0" presId="urn:microsoft.com/office/officeart/2005/8/layout/orgChart1"/>
    <dgm:cxn modelId="{3021F27F-6465-493F-9DE5-E20CAB9F84DA}" type="presOf" srcId="{147FBBE8-93CF-4731-9367-659C214A8742}" destId="{1E041E7A-F72A-41DD-A7A9-2BA105FB9EB7}" srcOrd="1" destOrd="0" presId="urn:microsoft.com/office/officeart/2005/8/layout/orgChart1"/>
    <dgm:cxn modelId="{44220081-AB3B-4C97-8424-2FA47809D88F}" type="presOf" srcId="{147A607A-A690-40D6-959B-5784D34A879F}" destId="{5E8FD173-7E5A-42E3-A545-2787CC3B6D8A}" srcOrd="0" destOrd="0" presId="urn:microsoft.com/office/officeart/2005/8/layout/orgChart1"/>
    <dgm:cxn modelId="{B6DD5581-7985-4ECF-909D-F3980DF86775}" type="presOf" srcId="{7C4C0EEC-AAB2-4686-B8A4-7FBC05124D11}" destId="{D4279276-8483-4266-B8F7-191FD4B90472}" srcOrd="0" destOrd="0" presId="urn:microsoft.com/office/officeart/2005/8/layout/orgChart1"/>
    <dgm:cxn modelId="{444B6289-AAC7-494B-8F6C-952248D3A8B8}" type="presOf" srcId="{3E35C48A-0844-47A6-B895-00E2D0DC19B9}" destId="{29F7BD0C-3552-4BAA-8871-5765E9B8AE86}" srcOrd="1" destOrd="0" presId="urn:microsoft.com/office/officeart/2005/8/layout/orgChart1"/>
    <dgm:cxn modelId="{EDF7AE8B-C553-40E5-A6A0-0D19F7812517}" type="presOf" srcId="{260BF826-EEE7-475B-8302-9EB7EF0FB178}" destId="{A9C2D33E-16D5-4DC6-8C89-25D55E2E6FE5}" srcOrd="0" destOrd="0" presId="urn:microsoft.com/office/officeart/2005/8/layout/orgChart1"/>
    <dgm:cxn modelId="{26615D8D-17D5-4729-AB4F-9CB76364C26C}" type="presOf" srcId="{96D96C04-A735-4604-B971-E39763DFE27E}" destId="{5E61FF5F-169C-414C-B100-D42E86D2450C}" srcOrd="0" destOrd="0" presId="urn:microsoft.com/office/officeart/2005/8/layout/orgChart1"/>
    <dgm:cxn modelId="{092B7794-C453-4E55-846A-3C304DA45833}" type="presOf" srcId="{9D51EBFB-6A18-427C-AA07-3C6CD8DEDEE4}" destId="{27D047DE-1A9A-4C54-AAA6-F091AF0193F7}" srcOrd="0" destOrd="0" presId="urn:microsoft.com/office/officeart/2005/8/layout/orgChart1"/>
    <dgm:cxn modelId="{3213A094-8DA0-40AA-AC8D-62771FEBD7F5}" type="presOf" srcId="{7CA0449F-2DC0-4961-8395-48C3E8E3BB41}" destId="{FFF2F7F3-4F8A-4989-9473-A935AF8F85D1}" srcOrd="1" destOrd="0" presId="urn:microsoft.com/office/officeart/2005/8/layout/orgChart1"/>
    <dgm:cxn modelId="{EFBF2E98-AF87-4745-8B81-32073F597C98}" type="presOf" srcId="{3E35C48A-0844-47A6-B895-00E2D0DC19B9}" destId="{36944AE6-02F6-4A89-9A7B-7E7511698CC8}" srcOrd="0" destOrd="0" presId="urn:microsoft.com/office/officeart/2005/8/layout/orgChart1"/>
    <dgm:cxn modelId="{1B4C8B99-1BFD-4DBA-A10F-2A944EA36EC2}" type="presOf" srcId="{90A91D39-FEAF-44E6-B740-D7179E12338F}" destId="{0F6704C5-DAB1-42E0-A5C8-8CBC24A564AD}" srcOrd="1" destOrd="0" presId="urn:microsoft.com/office/officeart/2005/8/layout/orgChart1"/>
    <dgm:cxn modelId="{E592DB9D-9A61-4C4A-9805-2AC3C71B4AB2}" type="presOf" srcId="{28300C0E-DDB8-49E5-982F-4D999D7C60E1}" destId="{26738142-5499-4D58-B4BA-85EA2A4F31F7}" srcOrd="1" destOrd="0" presId="urn:microsoft.com/office/officeart/2005/8/layout/orgChart1"/>
    <dgm:cxn modelId="{60A3129E-5C7D-4245-8935-85717BEA6075}" srcId="{A381C2D1-DE03-4852-858E-DCFCE792A1C1}" destId="{96D96C04-A735-4604-B971-E39763DFE27E}" srcOrd="2" destOrd="0" parTransId="{D2848664-7F31-4C0E-8052-231E01AAD71A}" sibTransId="{FFC6279B-D47C-46C9-9035-BFE4825877D1}"/>
    <dgm:cxn modelId="{3BDDEB9F-E6C4-468F-8F7C-A805AC7C58A6}" type="presOf" srcId="{F3E2038D-1AD3-4CDF-819D-1A3A0C7FCD4C}" destId="{56665E3D-45B2-48A3-99F8-59B57C39E545}" srcOrd="1" destOrd="0" presId="urn:microsoft.com/office/officeart/2005/8/layout/orgChart1"/>
    <dgm:cxn modelId="{62BBECAC-30BD-407A-BEF7-B4D252F8431C}" type="presOf" srcId="{C15616C1-E6E5-4C73-BB55-3DF0B9C7E4CA}" destId="{07E8B9D2-4452-4027-9655-C28071B502FF}" srcOrd="1" destOrd="0" presId="urn:microsoft.com/office/officeart/2005/8/layout/orgChart1"/>
    <dgm:cxn modelId="{49F4E9B0-9E57-4099-8C7B-6872E9616C1B}" type="presOf" srcId="{368C539E-F086-4350-A582-AEFA06CC5086}" destId="{61AC0E62-BBAB-4EAC-B3BD-17AC83B422D3}" srcOrd="1" destOrd="0" presId="urn:microsoft.com/office/officeart/2005/8/layout/orgChart1"/>
    <dgm:cxn modelId="{7D74E1B1-9C62-4D7D-8A0D-242CB8AC81E4}" srcId="{A381C2D1-DE03-4852-858E-DCFCE792A1C1}" destId="{EAF3E1D3-0367-4412-B212-5DE37726A158}" srcOrd="4" destOrd="0" parTransId="{ED2F10E8-8B2F-4CEC-B1CF-D58563DF5873}" sibTransId="{E95E638E-E049-4237-8628-0DE3FFD8BF97}"/>
    <dgm:cxn modelId="{9FF2A6B3-6739-40F4-8CFE-3C814577178C}" type="presOf" srcId="{506ED219-11C5-4CB9-9B02-07FB41E991C2}" destId="{B70B2555-E90A-438E-B9A6-E1456D48282F}" srcOrd="0" destOrd="0" presId="urn:microsoft.com/office/officeart/2005/8/layout/orgChart1"/>
    <dgm:cxn modelId="{CE58FCB6-0043-4F7D-8CD4-D7E73220D79D}" type="presOf" srcId="{D8AEE7E7-572F-44A7-BBA5-B9C5A40CEBB2}" destId="{1C021391-D7A5-4281-AB0C-FDC549130B26}" srcOrd="1" destOrd="0" presId="urn:microsoft.com/office/officeart/2005/8/layout/orgChart1"/>
    <dgm:cxn modelId="{837C10B8-D181-4537-9877-3D7AA67E9ECD}" type="presOf" srcId="{923B5847-D916-4A69-B5C4-2102D56856F9}" destId="{482104FF-545B-428F-9A99-CF5DB32512B0}" srcOrd="0" destOrd="0" presId="urn:microsoft.com/office/officeart/2005/8/layout/orgChart1"/>
    <dgm:cxn modelId="{C93E4DB9-F640-4A89-A361-7C0D32C7BE0B}" srcId="{FEFB6219-3A1F-44AD-A50F-5446D62D42C3}" destId="{B064233E-C0FD-41D0-B557-FB28A877A36A}" srcOrd="3" destOrd="0" parTransId="{2F96FAFA-B8B5-46C0-BB50-CBD97A236D5C}" sibTransId="{61A292B9-ECE0-443C-B218-4A6C31061C61}"/>
    <dgm:cxn modelId="{8FC782B9-29C6-4504-B988-D32D6983353F}" type="presOf" srcId="{B064233E-C0FD-41D0-B557-FB28A877A36A}" destId="{7E7C973D-B32E-4B8F-972A-21AF2D1F604D}" srcOrd="0" destOrd="0" presId="urn:microsoft.com/office/officeart/2005/8/layout/orgChart1"/>
    <dgm:cxn modelId="{70F82DBA-0F40-4563-96AF-CD24FFD3B48C}" type="presOf" srcId="{911B80F1-669B-4FD6-824E-B64FC96BFD26}" destId="{AF28D9E9-CA05-4B17-9A23-6089D2F985A0}" srcOrd="0" destOrd="0" presId="urn:microsoft.com/office/officeart/2005/8/layout/orgChart1"/>
    <dgm:cxn modelId="{7E302EBA-87EC-4509-B41E-4B59B1875834}" type="presOf" srcId="{28300C0E-DDB8-49E5-982F-4D999D7C60E1}" destId="{1501263F-B79C-468E-8CDD-A7468950138E}" srcOrd="0" destOrd="0" presId="urn:microsoft.com/office/officeart/2005/8/layout/orgChart1"/>
    <dgm:cxn modelId="{4DD26CBC-F670-4CAA-B2CE-4C4A9C7E956C}" type="presOf" srcId="{D2848664-7F31-4C0E-8052-231E01AAD71A}" destId="{66859F49-5CAF-49A3-B800-DED4D28E832B}" srcOrd="0" destOrd="0" presId="urn:microsoft.com/office/officeart/2005/8/layout/orgChart1"/>
    <dgm:cxn modelId="{FA7632C0-B00C-461A-8B94-D3CC274ED95D}" type="presOf" srcId="{D905062B-8226-40E6-B9D3-BD5ADF0F4FF2}" destId="{A0E82846-5497-460E-8F7C-0C44AE56CA51}" srcOrd="0" destOrd="0" presId="urn:microsoft.com/office/officeart/2005/8/layout/orgChart1"/>
    <dgm:cxn modelId="{8E772CC1-7A05-4824-921D-92854553E57B}" type="presOf" srcId="{F3E2038D-1AD3-4CDF-819D-1A3A0C7FCD4C}" destId="{AA601002-A2E6-4518-95EF-B539F6CA8BBF}" srcOrd="0" destOrd="0" presId="urn:microsoft.com/office/officeart/2005/8/layout/orgChart1"/>
    <dgm:cxn modelId="{AED3DEC1-6E06-4989-B803-5B493ABD2BE2}" type="presOf" srcId="{17038732-669E-4CFA-A4E2-C3324C308E2A}" destId="{186BDEA5-4E36-4323-8EB9-0985FE26F52D}" srcOrd="0" destOrd="0" presId="urn:microsoft.com/office/officeart/2005/8/layout/orgChart1"/>
    <dgm:cxn modelId="{71A096C4-8BD9-4BFE-9801-1B00366BE3AA}" type="presOf" srcId="{C08DA3F1-3B71-450F-8F23-2BD5655189BC}" destId="{0755148B-E93C-4E8D-BDA3-FD11FEC3ECB7}" srcOrd="0" destOrd="0" presId="urn:microsoft.com/office/officeart/2005/8/layout/orgChart1"/>
    <dgm:cxn modelId="{063E9BC4-005F-422C-9E39-AD6513E81169}" type="presOf" srcId="{740F2894-59B8-43C7-8CD2-4B398F95904D}" destId="{97DB5454-A1A5-4903-AE11-921987EBD896}" srcOrd="0" destOrd="0" presId="urn:microsoft.com/office/officeart/2005/8/layout/orgChart1"/>
    <dgm:cxn modelId="{8CEF9FC4-DA48-4949-B5B2-E1AC9CED93CF}" type="presOf" srcId="{DBCFF9A3-D454-42EC-874B-22220F04B4CA}" destId="{F749EA20-C4CF-43FF-A607-AC516B713D48}" srcOrd="0" destOrd="0" presId="urn:microsoft.com/office/officeart/2005/8/layout/orgChart1"/>
    <dgm:cxn modelId="{1665CFC5-25DD-43F6-A8AF-167D82720667}" srcId="{F748754C-8971-44BF-B5A1-F45A3E159A16}" destId="{90A91D39-FEAF-44E6-B740-D7179E12338F}" srcOrd="1" destOrd="0" parTransId="{003B6041-09E5-4A48-B44F-1F3631171B27}" sibTransId="{E70A4A29-D3B8-4586-8754-F56D8AAAB2FD}"/>
    <dgm:cxn modelId="{4B4C69C9-CEA3-4A70-B99C-790BF6EC61CD}" srcId="{D905062B-8226-40E6-B9D3-BD5ADF0F4FF2}" destId="{FEFB6219-3A1F-44AD-A50F-5446D62D42C3}" srcOrd="1" destOrd="0" parTransId="{212DAB52-4BFD-415C-80C7-4BD0F1D1D76E}" sibTransId="{ADEA8BBA-E9F3-4D8A-96E4-431914DBC7B1}"/>
    <dgm:cxn modelId="{DE21A9C9-CCAB-4FEA-9FB5-EC7B14281FCB}" type="presOf" srcId="{0C6601D7-0A69-45AB-81DF-DE749031B2F8}" destId="{60A56FCB-9DC3-4407-B3DA-F4BD5E660A9C}" srcOrd="1" destOrd="0" presId="urn:microsoft.com/office/officeart/2005/8/layout/orgChart1"/>
    <dgm:cxn modelId="{463327CE-14C8-49AB-8EA9-66D9396B2333}" srcId="{F748754C-8971-44BF-B5A1-F45A3E159A16}" destId="{368C539E-F086-4350-A582-AEFA06CC5086}" srcOrd="3" destOrd="0" parTransId="{CC553AFD-B2B1-4DF1-A50B-1B6FC648D82D}" sibTransId="{79CCBA3B-E2FF-4901-9338-A9CE087931B8}"/>
    <dgm:cxn modelId="{E2FD4CCF-ED46-4850-98BC-B96E2AF5E2A8}" type="presOf" srcId="{9B690F89-C137-4480-A64F-8C9CC477881B}" destId="{918AC6D2-EA80-4EBD-A3E5-86BA4A401766}" srcOrd="1" destOrd="0" presId="urn:microsoft.com/office/officeart/2005/8/layout/orgChart1"/>
    <dgm:cxn modelId="{841F99D0-DDF2-4DEC-8F3D-F5538B25C84B}" type="presOf" srcId="{4887F99A-64DF-489A-ACA0-FAD8795D0CD4}" destId="{8638C478-68E5-4ABD-9740-7FFB0B7FAACF}" srcOrd="1" destOrd="0" presId="urn:microsoft.com/office/officeart/2005/8/layout/orgChart1"/>
    <dgm:cxn modelId="{9E5D24D1-B8CF-45F8-ADBD-DA2811FEFC9B}" srcId="{D905062B-8226-40E6-B9D3-BD5ADF0F4FF2}" destId="{A381C2D1-DE03-4852-858E-DCFCE792A1C1}" srcOrd="4" destOrd="0" parTransId="{14470683-9FD1-4582-B1C7-784629B41B81}" sibTransId="{9F35D008-BD22-4D6C-BD61-F184C550B2E3}"/>
    <dgm:cxn modelId="{564E8AD1-C699-40C3-B426-55EE6991721E}" type="presOf" srcId="{CDF4396E-1B7D-4555-A087-AE6E13AD9D68}" destId="{D28191E5-28C5-4EF5-8D20-044A1D26FE3D}" srcOrd="1" destOrd="0" presId="urn:microsoft.com/office/officeart/2005/8/layout/orgChart1"/>
    <dgm:cxn modelId="{DC425DD2-741A-4390-B72F-82AC8948608B}" type="presOf" srcId="{F748754C-8971-44BF-B5A1-F45A3E159A16}" destId="{5288D403-DA7D-4D90-ACC5-7542244978B1}" srcOrd="1" destOrd="0" presId="urn:microsoft.com/office/officeart/2005/8/layout/orgChart1"/>
    <dgm:cxn modelId="{D9D07AD3-08FA-4BB2-B857-143EB6A2ADCC}" type="presOf" srcId="{17038732-669E-4CFA-A4E2-C3324C308E2A}" destId="{36F773C9-1692-4725-A234-4A3182F5E222}" srcOrd="1" destOrd="0" presId="urn:microsoft.com/office/officeart/2005/8/layout/orgChart1"/>
    <dgm:cxn modelId="{06D21ED6-E58B-45C3-9182-6827EDE3A5BD}" srcId="{FEFB6219-3A1F-44AD-A50F-5446D62D42C3}" destId="{923B5847-D916-4A69-B5C4-2102D56856F9}" srcOrd="6" destOrd="0" parTransId="{9CAEC793-A85E-45AF-802E-E537687945F7}" sibTransId="{1FE63736-852B-4577-ADE1-641C3CF71C70}"/>
    <dgm:cxn modelId="{53A07EDA-E498-4897-BD57-0C04E6E69495}" type="presOf" srcId="{B905E722-AC71-4819-95D4-4A9D23D2E89F}" destId="{2DC919CE-908A-49EB-911F-4D459ACDF8E3}" srcOrd="0" destOrd="0" presId="urn:microsoft.com/office/officeart/2005/8/layout/orgChart1"/>
    <dgm:cxn modelId="{797B02DB-77D6-4C0F-BEFC-7B759F3FA843}" type="presOf" srcId="{6327ACA4-8DD3-4D7E-92EE-CAB24854A3DE}" destId="{99EABC6F-1778-4829-96CB-7C411F523956}" srcOrd="0" destOrd="0" presId="urn:microsoft.com/office/officeart/2005/8/layout/orgChart1"/>
    <dgm:cxn modelId="{A30930DB-7284-40A6-96EF-9FD3ED1CDAAE}" type="presOf" srcId="{F7343D46-28E1-4BB4-9755-6F666BF2AC39}" destId="{1A40FA0F-2AF1-4E66-A0F5-6139F3E60436}" srcOrd="0" destOrd="0" presId="urn:microsoft.com/office/officeart/2005/8/layout/orgChart1"/>
    <dgm:cxn modelId="{4DC2A5DD-482D-4D8F-9724-35DA4B5ABFD5}" type="presOf" srcId="{99ADCBFC-F476-4BFA-AEB5-25A42EB301A1}" destId="{D052C1F2-1B1D-4B1E-8DA4-759EF2C8EF0C}" srcOrd="0" destOrd="0" presId="urn:microsoft.com/office/officeart/2005/8/layout/orgChart1"/>
    <dgm:cxn modelId="{26013DE0-31CA-44CE-96EB-6DFE3BA29069}" type="presOf" srcId="{90A91D39-FEAF-44E6-B740-D7179E12338F}" destId="{FF141B75-6FE3-4973-BC64-406FA62900D8}" srcOrd="0" destOrd="0" presId="urn:microsoft.com/office/officeart/2005/8/layout/orgChart1"/>
    <dgm:cxn modelId="{26F9A3E0-4563-45AF-8E37-B58992488664}" srcId="{F7343D46-28E1-4BB4-9755-6F666BF2AC39}" destId="{28300C0E-DDB8-49E5-982F-4D999D7C60E1}" srcOrd="2" destOrd="0" parTransId="{E9D89CC5-C93E-42E8-A6AF-B05F6B6557D3}" sibTransId="{0CF67339-F005-4942-A529-D74585273812}"/>
    <dgm:cxn modelId="{9711B1E0-0EC9-445C-82C1-7A9CB7C46006}" type="presOf" srcId="{14470683-9FD1-4582-B1C7-784629B41B81}" destId="{81953FDB-271D-4ADF-976F-14F165D0B507}" srcOrd="0" destOrd="0" presId="urn:microsoft.com/office/officeart/2005/8/layout/orgChart1"/>
    <dgm:cxn modelId="{DCDA0DE7-5DD2-405F-93C4-0C9921444F10}" type="presOf" srcId="{740F2894-59B8-43C7-8CD2-4B398F95904D}" destId="{A0CA81C2-85C4-4A94-B993-EA99591ED629}" srcOrd="1" destOrd="0" presId="urn:microsoft.com/office/officeart/2005/8/layout/orgChart1"/>
    <dgm:cxn modelId="{982542E8-9CDB-4F09-89CB-8E664DF217CE}" srcId="{A381C2D1-DE03-4852-858E-DCFCE792A1C1}" destId="{F3E2038D-1AD3-4CDF-819D-1A3A0C7FCD4C}" srcOrd="3" destOrd="0" parTransId="{99ADCBFC-F476-4BFA-AEB5-25A42EB301A1}" sibTransId="{82DA2162-893E-4FAA-AA93-FF1008D28D94}"/>
    <dgm:cxn modelId="{072CF7EA-2C21-4B94-9CAA-CBE143BF81F3}" type="presOf" srcId="{FEFB6219-3A1F-44AD-A50F-5446D62D42C3}" destId="{BA7BF887-DD7B-423E-BD50-F92D1E63C723}" srcOrd="1" destOrd="0" presId="urn:microsoft.com/office/officeart/2005/8/layout/orgChart1"/>
    <dgm:cxn modelId="{BCD86FEB-CF6D-464B-A04F-7C9C512F51C1}" type="presOf" srcId="{E9D89CC5-C93E-42E8-A6AF-B05F6B6557D3}" destId="{DEFAFE0B-A2EE-411F-93B8-F317A7E63A52}" srcOrd="0" destOrd="0" presId="urn:microsoft.com/office/officeart/2005/8/layout/orgChart1"/>
    <dgm:cxn modelId="{1BE9F7EE-7C17-4002-9102-1D7FF1D6DB64}" type="presOf" srcId="{9B690F89-C137-4480-A64F-8C9CC477881B}" destId="{EE1AC892-4167-4426-98A0-16DF128B4DD0}" srcOrd="0" destOrd="0" presId="urn:microsoft.com/office/officeart/2005/8/layout/orgChart1"/>
    <dgm:cxn modelId="{3EE91DEF-A4FA-419E-8E01-9BD99D3116F3}" type="presOf" srcId="{96D96C04-A735-4604-B971-E39763DFE27E}" destId="{D037B0CF-C9AD-4490-B45E-1A6DFD6F0D7C}" srcOrd="1" destOrd="0" presId="urn:microsoft.com/office/officeart/2005/8/layout/orgChart1"/>
    <dgm:cxn modelId="{E7037AF1-F269-4870-B946-561705CD4B39}" srcId="{3E35C48A-0844-47A6-B895-00E2D0DC19B9}" destId="{740F2894-59B8-43C7-8CD2-4B398F95904D}" srcOrd="1" destOrd="0" parTransId="{DBCFF9A3-D454-42EC-874B-22220F04B4CA}" sibTransId="{1F229F17-A2F1-478D-A96B-D4C0FBC8F999}"/>
    <dgm:cxn modelId="{903549F2-0E2A-48CB-9FC7-C25DE9334B69}" type="presOf" srcId="{EAF3E1D3-0367-4412-B212-5DE37726A158}" destId="{D4FCB51B-44A9-41E2-9CCE-0ACEBAE8B82C}" srcOrd="1" destOrd="0" presId="urn:microsoft.com/office/officeart/2005/8/layout/orgChart1"/>
    <dgm:cxn modelId="{EFD1C8F2-E234-4139-9626-3499B081EBEE}" srcId="{FEFB6219-3A1F-44AD-A50F-5446D62D42C3}" destId="{AC906E97-D03B-4750-9C07-2B06BC127A18}" srcOrd="2" destOrd="0" parTransId="{835F6CC9-99D5-4275-9CA6-00661E7D5A45}" sibTransId="{B23F22EF-0D08-4E71-B5F5-ACDB292EBCD3}"/>
    <dgm:cxn modelId="{585B48FB-0566-4310-A8BC-00DF2A49046D}" type="presOf" srcId="{F7343D46-28E1-4BB4-9755-6F666BF2AC39}" destId="{C9482B7F-5113-4664-83EA-F3761973AA3F}" srcOrd="1" destOrd="0" presId="urn:microsoft.com/office/officeart/2005/8/layout/orgChart1"/>
    <dgm:cxn modelId="{B6C53EFC-5BC9-48CC-BFB0-A0EEE186C6BB}" srcId="{F0DB0B84-B478-45DC-ABF5-28BFB655CB4B}" destId="{D905062B-8226-40E6-B9D3-BD5ADF0F4FF2}" srcOrd="0" destOrd="0" parTransId="{36EDEBC1-FD4B-48A5-8A31-04DC8AE2BACA}" sibTransId="{E7AAB7DF-AE68-4897-B209-16CDAF80B241}"/>
    <dgm:cxn modelId="{DCEDEEFF-221E-4E04-B57B-D373E9309381}" type="presOf" srcId="{52FB6789-BE22-4F60-869E-5D8E7BEC1916}" destId="{3E48039E-7EF6-48C5-9DED-BBFA2764DBCB}" srcOrd="1" destOrd="0" presId="urn:microsoft.com/office/officeart/2005/8/layout/orgChart1"/>
    <dgm:cxn modelId="{98C9EBFF-E30B-4A1E-9AC4-E6DCA676F1D2}" type="presParOf" srcId="{6B40063E-098E-4915-A050-6F44416CBFC9}" destId="{9E907512-75C1-468D-AE9B-DE60B67D59DB}" srcOrd="0" destOrd="0" presId="urn:microsoft.com/office/officeart/2005/8/layout/orgChart1"/>
    <dgm:cxn modelId="{8897D9CA-ACFE-4600-8C50-4B14BA97028B}" type="presParOf" srcId="{9E907512-75C1-468D-AE9B-DE60B67D59DB}" destId="{EC6544AE-19F6-459D-960C-9ED6BB8E5D6C}" srcOrd="0" destOrd="0" presId="urn:microsoft.com/office/officeart/2005/8/layout/orgChart1"/>
    <dgm:cxn modelId="{4A0597F7-ADB2-423F-8C56-8BFCB9AC202C}" type="presParOf" srcId="{EC6544AE-19F6-459D-960C-9ED6BB8E5D6C}" destId="{A0E82846-5497-460E-8F7C-0C44AE56CA51}" srcOrd="0" destOrd="0" presId="urn:microsoft.com/office/officeart/2005/8/layout/orgChart1"/>
    <dgm:cxn modelId="{81F31C71-8C4D-495F-9A75-7D1267E964B1}" type="presParOf" srcId="{EC6544AE-19F6-459D-960C-9ED6BB8E5D6C}" destId="{CC99DF9B-DCE8-4B5E-9BF7-420995C8ECE2}" srcOrd="1" destOrd="0" presId="urn:microsoft.com/office/officeart/2005/8/layout/orgChart1"/>
    <dgm:cxn modelId="{5EDACF75-4816-4CA7-AA52-EDF850E012D4}" type="presParOf" srcId="{9E907512-75C1-468D-AE9B-DE60B67D59DB}" destId="{814408D5-F49D-468D-9057-0373677A51C2}" srcOrd="1" destOrd="0" presId="urn:microsoft.com/office/officeart/2005/8/layout/orgChart1"/>
    <dgm:cxn modelId="{ECBEA12E-BCE6-45C6-867F-1EC93E3781E3}" type="presParOf" srcId="{814408D5-F49D-468D-9057-0373677A51C2}" destId="{2DC919CE-908A-49EB-911F-4D459ACDF8E3}" srcOrd="0" destOrd="0" presId="urn:microsoft.com/office/officeart/2005/8/layout/orgChart1"/>
    <dgm:cxn modelId="{A9D481EB-84B7-4E57-AC71-7C16F05B147F}" type="presParOf" srcId="{814408D5-F49D-468D-9057-0373677A51C2}" destId="{C7B990F8-2663-4746-B7F4-C1245ED3E5B1}" srcOrd="1" destOrd="0" presId="urn:microsoft.com/office/officeart/2005/8/layout/orgChart1"/>
    <dgm:cxn modelId="{30FF7DC9-8150-432B-8F16-37E44C1B5AAB}" type="presParOf" srcId="{C7B990F8-2663-4746-B7F4-C1245ED3E5B1}" destId="{B07B1001-641A-4F49-B4ED-E75414EFF215}" srcOrd="0" destOrd="0" presId="urn:microsoft.com/office/officeart/2005/8/layout/orgChart1"/>
    <dgm:cxn modelId="{BA0F24A9-3ED6-43BA-AAF8-88EB5BF6B18F}" type="presParOf" srcId="{B07B1001-641A-4F49-B4ED-E75414EFF215}" destId="{1A40FA0F-2AF1-4E66-A0F5-6139F3E60436}" srcOrd="0" destOrd="0" presId="urn:microsoft.com/office/officeart/2005/8/layout/orgChart1"/>
    <dgm:cxn modelId="{B69049FB-C761-4BFE-9DF8-0BA534648F96}" type="presParOf" srcId="{B07B1001-641A-4F49-B4ED-E75414EFF215}" destId="{C9482B7F-5113-4664-83EA-F3761973AA3F}" srcOrd="1" destOrd="0" presId="urn:microsoft.com/office/officeart/2005/8/layout/orgChart1"/>
    <dgm:cxn modelId="{D6355790-EB96-4313-BC7C-42BDA6F6DADC}" type="presParOf" srcId="{C7B990F8-2663-4746-B7F4-C1245ED3E5B1}" destId="{FF1D9FCB-3EA4-402D-AE3E-7DFE5F6B4C49}" srcOrd="1" destOrd="0" presId="urn:microsoft.com/office/officeart/2005/8/layout/orgChart1"/>
    <dgm:cxn modelId="{05C76408-32EB-4ED0-9850-8E0282388E24}" type="presParOf" srcId="{FF1D9FCB-3EA4-402D-AE3E-7DFE5F6B4C49}" destId="{A990FBE3-536C-403B-A8A2-C6AB47DAC219}" srcOrd="0" destOrd="0" presId="urn:microsoft.com/office/officeart/2005/8/layout/orgChart1"/>
    <dgm:cxn modelId="{4CA464D4-68D3-429F-9C8C-1CF7D3C36E98}" type="presParOf" srcId="{FF1D9FCB-3EA4-402D-AE3E-7DFE5F6B4C49}" destId="{259E1D5B-A5DF-421C-8EC1-6683355B1F6E}" srcOrd="1" destOrd="0" presId="urn:microsoft.com/office/officeart/2005/8/layout/orgChart1"/>
    <dgm:cxn modelId="{B7D6ACAE-8A92-48E1-BAE3-4B1D262C5869}" type="presParOf" srcId="{259E1D5B-A5DF-421C-8EC1-6683355B1F6E}" destId="{48CB387C-BEC7-4E5A-B8D9-A8C5936AD958}" srcOrd="0" destOrd="0" presId="urn:microsoft.com/office/officeart/2005/8/layout/orgChart1"/>
    <dgm:cxn modelId="{52860DC8-9DBD-4147-813A-DE5A7E1DF131}" type="presParOf" srcId="{48CB387C-BEC7-4E5A-B8D9-A8C5936AD958}" destId="{F1B82CC1-9737-49D9-93AB-D12CDDEE964A}" srcOrd="0" destOrd="0" presId="urn:microsoft.com/office/officeart/2005/8/layout/orgChart1"/>
    <dgm:cxn modelId="{5854DAA8-0AD5-4F08-B855-A7AC1F3C1EF1}" type="presParOf" srcId="{48CB387C-BEC7-4E5A-B8D9-A8C5936AD958}" destId="{60A56FCB-9DC3-4407-B3DA-F4BD5E660A9C}" srcOrd="1" destOrd="0" presId="urn:microsoft.com/office/officeart/2005/8/layout/orgChart1"/>
    <dgm:cxn modelId="{E34B0D1F-7A50-4894-AB19-6FD457555629}" type="presParOf" srcId="{259E1D5B-A5DF-421C-8EC1-6683355B1F6E}" destId="{CCAD6F85-1E80-4710-866F-801100DF1FDF}" srcOrd="1" destOrd="0" presId="urn:microsoft.com/office/officeart/2005/8/layout/orgChart1"/>
    <dgm:cxn modelId="{186579A3-E3D5-49F6-B4BA-B38D9FAA7407}" type="presParOf" srcId="{259E1D5B-A5DF-421C-8EC1-6683355B1F6E}" destId="{FA4CC0D7-B956-46E8-8528-322363223872}" srcOrd="2" destOrd="0" presId="urn:microsoft.com/office/officeart/2005/8/layout/orgChart1"/>
    <dgm:cxn modelId="{13E7CF6D-B771-4F4D-9D87-1D5273CAD635}" type="presParOf" srcId="{FF1D9FCB-3EA4-402D-AE3E-7DFE5F6B4C49}" destId="{D4279276-8483-4266-B8F7-191FD4B90472}" srcOrd="2" destOrd="0" presId="urn:microsoft.com/office/officeart/2005/8/layout/orgChart1"/>
    <dgm:cxn modelId="{9FABBCF3-7731-4C2D-B2DF-BF7645563907}" type="presParOf" srcId="{FF1D9FCB-3EA4-402D-AE3E-7DFE5F6B4C49}" destId="{98882BF4-FCA0-498B-8971-AB1B07FA5C6A}" srcOrd="3" destOrd="0" presId="urn:microsoft.com/office/officeart/2005/8/layout/orgChart1"/>
    <dgm:cxn modelId="{59F28016-590F-4C7F-94E0-FE2B405F9BE9}" type="presParOf" srcId="{98882BF4-FCA0-498B-8971-AB1B07FA5C6A}" destId="{AA0FDED6-25E5-494B-A59F-29B94D267E04}" srcOrd="0" destOrd="0" presId="urn:microsoft.com/office/officeart/2005/8/layout/orgChart1"/>
    <dgm:cxn modelId="{FDB03AFA-0E31-4597-B42D-A8D8F54E2723}" type="presParOf" srcId="{AA0FDED6-25E5-494B-A59F-29B94D267E04}" destId="{99BC8703-A174-4025-85FF-C75DF46C60C6}" srcOrd="0" destOrd="0" presId="urn:microsoft.com/office/officeart/2005/8/layout/orgChart1"/>
    <dgm:cxn modelId="{70A2813D-A152-46DE-9CC5-3E01D13D72ED}" type="presParOf" srcId="{AA0FDED6-25E5-494B-A59F-29B94D267E04}" destId="{8638C478-68E5-4ABD-9740-7FFB0B7FAACF}" srcOrd="1" destOrd="0" presId="urn:microsoft.com/office/officeart/2005/8/layout/orgChart1"/>
    <dgm:cxn modelId="{3CC1C161-2C2C-45BC-8A9C-6E754154A343}" type="presParOf" srcId="{98882BF4-FCA0-498B-8971-AB1B07FA5C6A}" destId="{0C13A68B-311C-49D4-8215-73FE538749C3}" srcOrd="1" destOrd="0" presId="urn:microsoft.com/office/officeart/2005/8/layout/orgChart1"/>
    <dgm:cxn modelId="{FCE2B578-E0A2-4F48-B4B3-A0A13B66E07F}" type="presParOf" srcId="{98882BF4-FCA0-498B-8971-AB1B07FA5C6A}" destId="{92C3082D-61E0-4AB5-82A7-0DB14C4C3EEA}" srcOrd="2" destOrd="0" presId="urn:microsoft.com/office/officeart/2005/8/layout/orgChart1"/>
    <dgm:cxn modelId="{C2FB0D61-F7BB-414A-A116-2B740A76BC06}" type="presParOf" srcId="{FF1D9FCB-3EA4-402D-AE3E-7DFE5F6B4C49}" destId="{DEFAFE0B-A2EE-411F-93B8-F317A7E63A52}" srcOrd="4" destOrd="0" presId="urn:microsoft.com/office/officeart/2005/8/layout/orgChart1"/>
    <dgm:cxn modelId="{703DE4FF-B2E2-4C9C-8ABA-2349DC296552}" type="presParOf" srcId="{FF1D9FCB-3EA4-402D-AE3E-7DFE5F6B4C49}" destId="{120419E7-097E-4DCE-89B1-776FE6C5AC11}" srcOrd="5" destOrd="0" presId="urn:microsoft.com/office/officeart/2005/8/layout/orgChart1"/>
    <dgm:cxn modelId="{498DAFD5-90AA-4529-A466-E96F919EFFC3}" type="presParOf" srcId="{120419E7-097E-4DCE-89B1-776FE6C5AC11}" destId="{E2EC8099-929B-4762-8937-A2E4BCA94E1E}" srcOrd="0" destOrd="0" presId="urn:microsoft.com/office/officeart/2005/8/layout/orgChart1"/>
    <dgm:cxn modelId="{34B69D73-AD0F-4CD4-81FC-5929385181F3}" type="presParOf" srcId="{E2EC8099-929B-4762-8937-A2E4BCA94E1E}" destId="{1501263F-B79C-468E-8CDD-A7468950138E}" srcOrd="0" destOrd="0" presId="urn:microsoft.com/office/officeart/2005/8/layout/orgChart1"/>
    <dgm:cxn modelId="{51E32EDE-392A-4962-8862-F41ACBBE2E6D}" type="presParOf" srcId="{E2EC8099-929B-4762-8937-A2E4BCA94E1E}" destId="{26738142-5499-4D58-B4BA-85EA2A4F31F7}" srcOrd="1" destOrd="0" presId="urn:microsoft.com/office/officeart/2005/8/layout/orgChart1"/>
    <dgm:cxn modelId="{204AAC3E-E000-4BF0-A64A-8C9AEDFF603E}" type="presParOf" srcId="{120419E7-097E-4DCE-89B1-776FE6C5AC11}" destId="{13D3CE6A-A94E-4A1C-B7C6-49903CACEE00}" srcOrd="1" destOrd="0" presId="urn:microsoft.com/office/officeart/2005/8/layout/orgChart1"/>
    <dgm:cxn modelId="{8544FE53-F46A-45C5-8A8E-2CEE29B09F35}" type="presParOf" srcId="{120419E7-097E-4DCE-89B1-776FE6C5AC11}" destId="{02CE83D3-1194-4C0D-ADBE-41C703F7539B}" srcOrd="2" destOrd="0" presId="urn:microsoft.com/office/officeart/2005/8/layout/orgChart1"/>
    <dgm:cxn modelId="{7B0E29A2-8D8E-4DEB-A6DD-44C95546FB0A}" type="presParOf" srcId="{C7B990F8-2663-4746-B7F4-C1245ED3E5B1}" destId="{2450479A-65C6-4E02-B15F-639A70291F72}" srcOrd="2" destOrd="0" presId="urn:microsoft.com/office/officeart/2005/8/layout/orgChart1"/>
    <dgm:cxn modelId="{75DEA79A-891D-4053-99EC-C97A26FE4ECB}" type="presParOf" srcId="{814408D5-F49D-468D-9057-0373677A51C2}" destId="{FBC60741-666D-4C9A-8E85-2FBDEFF75D1E}" srcOrd="2" destOrd="0" presId="urn:microsoft.com/office/officeart/2005/8/layout/orgChart1"/>
    <dgm:cxn modelId="{952F15FC-5150-4EC2-82C7-EFDAEE955C8E}" type="presParOf" srcId="{814408D5-F49D-468D-9057-0373677A51C2}" destId="{36D8BEBA-ECC0-4DEB-88F4-D5FFAFF94A47}" srcOrd="3" destOrd="0" presId="urn:microsoft.com/office/officeart/2005/8/layout/orgChart1"/>
    <dgm:cxn modelId="{DC071889-C789-493A-BBE8-924F5D142A1E}" type="presParOf" srcId="{36D8BEBA-ECC0-4DEB-88F4-D5FFAFF94A47}" destId="{29E9B7E3-EF0E-4C1A-9A6C-DF5133FE7179}" srcOrd="0" destOrd="0" presId="urn:microsoft.com/office/officeart/2005/8/layout/orgChart1"/>
    <dgm:cxn modelId="{568D1201-01F9-4D3F-BB59-153C4781CCD6}" type="presParOf" srcId="{29E9B7E3-EF0E-4C1A-9A6C-DF5133FE7179}" destId="{908BBE12-63B8-4DBF-90F0-B9F05A5629A5}" srcOrd="0" destOrd="0" presId="urn:microsoft.com/office/officeart/2005/8/layout/orgChart1"/>
    <dgm:cxn modelId="{F3032BDE-55EE-41DD-A914-49FAFF9B335F}" type="presParOf" srcId="{29E9B7E3-EF0E-4C1A-9A6C-DF5133FE7179}" destId="{BA7BF887-DD7B-423E-BD50-F92D1E63C723}" srcOrd="1" destOrd="0" presId="urn:microsoft.com/office/officeart/2005/8/layout/orgChart1"/>
    <dgm:cxn modelId="{6D3D5649-601C-4393-A28C-67996E8D7133}" type="presParOf" srcId="{36D8BEBA-ECC0-4DEB-88F4-D5FFAFF94A47}" destId="{92CA8C9E-36EB-4161-B350-D2C91C5AF90A}" srcOrd="1" destOrd="0" presId="urn:microsoft.com/office/officeart/2005/8/layout/orgChart1"/>
    <dgm:cxn modelId="{93C4FA73-14D2-4C05-9438-728710D54FDF}" type="presParOf" srcId="{92CA8C9E-36EB-4161-B350-D2C91C5AF90A}" destId="{1E05FC00-71E5-4353-8E51-748779809F05}" srcOrd="0" destOrd="0" presId="urn:microsoft.com/office/officeart/2005/8/layout/orgChart1"/>
    <dgm:cxn modelId="{8B0D2C1A-1BB2-4BE0-93D5-D4AC4F153C76}" type="presParOf" srcId="{92CA8C9E-36EB-4161-B350-D2C91C5AF90A}" destId="{63A9F861-96F1-4C15-B57E-978286DA849A}" srcOrd="1" destOrd="0" presId="urn:microsoft.com/office/officeart/2005/8/layout/orgChart1"/>
    <dgm:cxn modelId="{73877D0E-9F2B-4B7B-9176-7F5428813807}" type="presParOf" srcId="{63A9F861-96F1-4C15-B57E-978286DA849A}" destId="{E3987617-DB39-42CD-8DA9-720C0B0AEAD9}" srcOrd="0" destOrd="0" presId="urn:microsoft.com/office/officeart/2005/8/layout/orgChart1"/>
    <dgm:cxn modelId="{37578065-4376-49D0-9B86-7E80C35D9E73}" type="presParOf" srcId="{E3987617-DB39-42CD-8DA9-720C0B0AEAD9}" destId="{A9C2D33E-16D5-4DC6-8C89-25D55E2E6FE5}" srcOrd="0" destOrd="0" presId="urn:microsoft.com/office/officeart/2005/8/layout/orgChart1"/>
    <dgm:cxn modelId="{24BD6479-DFC2-40F0-B4B3-400854E13D37}" type="presParOf" srcId="{E3987617-DB39-42CD-8DA9-720C0B0AEAD9}" destId="{730CC6AA-114C-4C61-A978-4F15142158F1}" srcOrd="1" destOrd="0" presId="urn:microsoft.com/office/officeart/2005/8/layout/orgChart1"/>
    <dgm:cxn modelId="{8A9BC791-52CF-4E0B-8D1F-98D4BA882363}" type="presParOf" srcId="{63A9F861-96F1-4C15-B57E-978286DA849A}" destId="{91D868B7-2CFC-4245-B203-3EE9E6EE0D6F}" srcOrd="1" destOrd="0" presId="urn:microsoft.com/office/officeart/2005/8/layout/orgChart1"/>
    <dgm:cxn modelId="{7BC41A48-656F-4ADD-9D73-EB164DCDCE4A}" type="presParOf" srcId="{63A9F861-96F1-4C15-B57E-978286DA849A}" destId="{A3B7A3FF-4F74-4B9B-A146-FFB292D9A2F7}" srcOrd="2" destOrd="0" presId="urn:microsoft.com/office/officeart/2005/8/layout/orgChart1"/>
    <dgm:cxn modelId="{3D62F528-00F0-4702-8447-FF846E4EA0DC}" type="presParOf" srcId="{92CA8C9E-36EB-4161-B350-D2C91C5AF90A}" destId="{99EABC6F-1778-4829-96CB-7C411F523956}" srcOrd="2" destOrd="0" presId="urn:microsoft.com/office/officeart/2005/8/layout/orgChart1"/>
    <dgm:cxn modelId="{7DB2DBD4-A40F-4287-847B-7834A00C01B0}" type="presParOf" srcId="{92CA8C9E-36EB-4161-B350-D2C91C5AF90A}" destId="{92249DE9-002F-41E0-B8F4-ABE324F8279B}" srcOrd="3" destOrd="0" presId="urn:microsoft.com/office/officeart/2005/8/layout/orgChart1"/>
    <dgm:cxn modelId="{DC8B76F8-B2F1-4CCC-9467-DF3E20594090}" type="presParOf" srcId="{92249DE9-002F-41E0-B8F4-ABE324F8279B}" destId="{A7BD13A3-AF24-47D8-96D4-EA649C11E851}" srcOrd="0" destOrd="0" presId="urn:microsoft.com/office/officeart/2005/8/layout/orgChart1"/>
    <dgm:cxn modelId="{AEC4DDF0-BA81-4DC5-8F14-512D403EF8FE}" type="presParOf" srcId="{A7BD13A3-AF24-47D8-96D4-EA649C11E851}" destId="{EE1AC892-4167-4426-98A0-16DF128B4DD0}" srcOrd="0" destOrd="0" presId="urn:microsoft.com/office/officeart/2005/8/layout/orgChart1"/>
    <dgm:cxn modelId="{D1D09C94-C722-41D3-A550-CAA2C10F1BD7}" type="presParOf" srcId="{A7BD13A3-AF24-47D8-96D4-EA649C11E851}" destId="{918AC6D2-EA80-4EBD-A3E5-86BA4A401766}" srcOrd="1" destOrd="0" presId="urn:microsoft.com/office/officeart/2005/8/layout/orgChart1"/>
    <dgm:cxn modelId="{D6D50ABD-8F2D-481E-A2CA-904F53BFB3D7}" type="presParOf" srcId="{92249DE9-002F-41E0-B8F4-ABE324F8279B}" destId="{EBEC8069-B751-4665-BC8D-763673FB6B73}" srcOrd="1" destOrd="0" presId="urn:microsoft.com/office/officeart/2005/8/layout/orgChart1"/>
    <dgm:cxn modelId="{D45DCAD6-2D9A-4585-9828-E5F03ACFAFB5}" type="presParOf" srcId="{92249DE9-002F-41E0-B8F4-ABE324F8279B}" destId="{14F4B553-E9B6-4D1F-AA36-CAE8252C90C4}" srcOrd="2" destOrd="0" presId="urn:microsoft.com/office/officeart/2005/8/layout/orgChart1"/>
    <dgm:cxn modelId="{01AF5CA4-5DF4-47AC-A64B-A94FB38F4C62}" type="presParOf" srcId="{92CA8C9E-36EB-4161-B350-D2C91C5AF90A}" destId="{B62DE658-F46D-48CF-A277-F80B1D501F2A}" srcOrd="4" destOrd="0" presId="urn:microsoft.com/office/officeart/2005/8/layout/orgChart1"/>
    <dgm:cxn modelId="{7A7B1353-5D47-45A3-B948-4DA4365F4C8F}" type="presParOf" srcId="{92CA8C9E-36EB-4161-B350-D2C91C5AF90A}" destId="{8252A61A-8ADD-4142-A2E1-018349C51CB0}" srcOrd="5" destOrd="0" presId="urn:microsoft.com/office/officeart/2005/8/layout/orgChart1"/>
    <dgm:cxn modelId="{F3A647BA-7B66-454D-B475-A8A00F792515}" type="presParOf" srcId="{8252A61A-8ADD-4142-A2E1-018349C51CB0}" destId="{6F92D9DB-CBE6-49AB-BCB3-A5B6F40DDD39}" srcOrd="0" destOrd="0" presId="urn:microsoft.com/office/officeart/2005/8/layout/orgChart1"/>
    <dgm:cxn modelId="{2A845C2D-0F68-4FD8-A66E-9AADB04214C9}" type="presParOf" srcId="{6F92D9DB-CBE6-49AB-BCB3-A5B6F40DDD39}" destId="{3C0284F8-344A-4A27-A093-414F41BA38FC}" srcOrd="0" destOrd="0" presId="urn:microsoft.com/office/officeart/2005/8/layout/orgChart1"/>
    <dgm:cxn modelId="{D233EA7F-D84B-4AF0-BB29-6FD8D40969FE}" type="presParOf" srcId="{6F92D9DB-CBE6-49AB-BCB3-A5B6F40DDD39}" destId="{0836C8B7-2F9E-4B03-B232-12F85155C072}" srcOrd="1" destOrd="0" presId="urn:microsoft.com/office/officeart/2005/8/layout/orgChart1"/>
    <dgm:cxn modelId="{80F754FA-AB08-4F41-8AC6-A56221ACF73E}" type="presParOf" srcId="{8252A61A-8ADD-4142-A2E1-018349C51CB0}" destId="{A43CE897-8F1C-4ED9-BB28-861C89E27F34}" srcOrd="1" destOrd="0" presId="urn:microsoft.com/office/officeart/2005/8/layout/orgChart1"/>
    <dgm:cxn modelId="{A8EB8B11-D490-42C9-951B-E7D200CEC046}" type="presParOf" srcId="{8252A61A-8ADD-4142-A2E1-018349C51CB0}" destId="{AB5C97C5-ECCC-479B-9FB2-9CA60E01594D}" srcOrd="2" destOrd="0" presId="urn:microsoft.com/office/officeart/2005/8/layout/orgChart1"/>
    <dgm:cxn modelId="{7E69B230-61C6-428B-A11B-2E1177F6BE8D}" type="presParOf" srcId="{92CA8C9E-36EB-4161-B350-D2C91C5AF90A}" destId="{0E7A3006-04FB-4AB4-B887-60B4768C5D23}" srcOrd="6" destOrd="0" presId="urn:microsoft.com/office/officeart/2005/8/layout/orgChart1"/>
    <dgm:cxn modelId="{29BF2CF2-08AD-42C2-A6EC-DB889C4D3FD9}" type="presParOf" srcId="{92CA8C9E-36EB-4161-B350-D2C91C5AF90A}" destId="{EDBFAE12-1675-460B-A5D6-2899EADF486E}" srcOrd="7" destOrd="0" presId="urn:microsoft.com/office/officeart/2005/8/layout/orgChart1"/>
    <dgm:cxn modelId="{F4A4B075-7592-4A63-A7BB-548FEF7CA501}" type="presParOf" srcId="{EDBFAE12-1675-460B-A5D6-2899EADF486E}" destId="{7DDAEA4B-B501-46D1-B473-98AA84D757EC}" srcOrd="0" destOrd="0" presId="urn:microsoft.com/office/officeart/2005/8/layout/orgChart1"/>
    <dgm:cxn modelId="{0E23E482-573B-4019-B823-DC985E79872F}" type="presParOf" srcId="{7DDAEA4B-B501-46D1-B473-98AA84D757EC}" destId="{7E7C973D-B32E-4B8F-972A-21AF2D1F604D}" srcOrd="0" destOrd="0" presId="urn:microsoft.com/office/officeart/2005/8/layout/orgChart1"/>
    <dgm:cxn modelId="{7E43AB36-D315-475C-AB6D-D5DF2687D887}" type="presParOf" srcId="{7DDAEA4B-B501-46D1-B473-98AA84D757EC}" destId="{12DE6807-D68C-414E-A400-EF24C3344119}" srcOrd="1" destOrd="0" presId="urn:microsoft.com/office/officeart/2005/8/layout/orgChart1"/>
    <dgm:cxn modelId="{A95A0F57-BD3A-41A1-B8AB-C2B7411FC928}" type="presParOf" srcId="{EDBFAE12-1675-460B-A5D6-2899EADF486E}" destId="{E53AE4AA-7A00-4EBE-A644-57052C42FC1D}" srcOrd="1" destOrd="0" presId="urn:microsoft.com/office/officeart/2005/8/layout/orgChart1"/>
    <dgm:cxn modelId="{FAC40DE7-B7CD-4753-8E5D-64CB0F679449}" type="presParOf" srcId="{EDBFAE12-1675-460B-A5D6-2899EADF486E}" destId="{A9625A63-B10A-42F6-A154-5C536AF30A75}" srcOrd="2" destOrd="0" presId="urn:microsoft.com/office/officeart/2005/8/layout/orgChart1"/>
    <dgm:cxn modelId="{1F0D3428-1FEE-45C2-80AC-5B5D27DF8EC8}" type="presParOf" srcId="{92CA8C9E-36EB-4161-B350-D2C91C5AF90A}" destId="{0755148B-E93C-4E8D-BDA3-FD11FEC3ECB7}" srcOrd="8" destOrd="0" presId="urn:microsoft.com/office/officeart/2005/8/layout/orgChart1"/>
    <dgm:cxn modelId="{8A67E6BB-01F6-4767-8A42-F16AEAEA20A7}" type="presParOf" srcId="{92CA8C9E-36EB-4161-B350-D2C91C5AF90A}" destId="{FBAFA07D-9E3A-45BA-97E8-873C93FE6666}" srcOrd="9" destOrd="0" presId="urn:microsoft.com/office/officeart/2005/8/layout/orgChart1"/>
    <dgm:cxn modelId="{0E0CD26D-20D8-4A72-8910-FED89135C8E6}" type="presParOf" srcId="{FBAFA07D-9E3A-45BA-97E8-873C93FE6666}" destId="{7E740527-9E6A-416E-8AAE-779AC67EE124}" srcOrd="0" destOrd="0" presId="urn:microsoft.com/office/officeart/2005/8/layout/orgChart1"/>
    <dgm:cxn modelId="{C6FE204B-9D5B-424C-B8EE-4097D5AAC075}" type="presParOf" srcId="{7E740527-9E6A-416E-8AAE-779AC67EE124}" destId="{B3ED08DB-45AF-4ED5-BC41-036C6267D4B8}" srcOrd="0" destOrd="0" presId="urn:microsoft.com/office/officeart/2005/8/layout/orgChart1"/>
    <dgm:cxn modelId="{775BEF42-8EB9-49C2-AB80-0D591DFA3537}" type="presParOf" srcId="{7E740527-9E6A-416E-8AAE-779AC67EE124}" destId="{1E041E7A-F72A-41DD-A7A9-2BA105FB9EB7}" srcOrd="1" destOrd="0" presId="urn:microsoft.com/office/officeart/2005/8/layout/orgChart1"/>
    <dgm:cxn modelId="{BC92BAA9-BE03-4918-B53C-B4DA27A10970}" type="presParOf" srcId="{FBAFA07D-9E3A-45BA-97E8-873C93FE6666}" destId="{D0179442-0557-4144-AE61-C49CEF364545}" srcOrd="1" destOrd="0" presId="urn:microsoft.com/office/officeart/2005/8/layout/orgChart1"/>
    <dgm:cxn modelId="{C1C2D89F-7230-4CED-AFBD-2D5D8F22A108}" type="presParOf" srcId="{FBAFA07D-9E3A-45BA-97E8-873C93FE6666}" destId="{043DAF7D-5E06-4BBB-A348-3BE7F86EFAA8}" srcOrd="2" destOrd="0" presId="urn:microsoft.com/office/officeart/2005/8/layout/orgChart1"/>
    <dgm:cxn modelId="{12C985AF-E58E-4C3B-8A03-C196A1BEF47A}" type="presParOf" srcId="{92CA8C9E-36EB-4161-B350-D2C91C5AF90A}" destId="{B70B2555-E90A-438E-B9A6-E1456D48282F}" srcOrd="10" destOrd="0" presId="urn:microsoft.com/office/officeart/2005/8/layout/orgChart1"/>
    <dgm:cxn modelId="{849DD4F9-E04D-4653-AE97-6300A4024577}" type="presParOf" srcId="{92CA8C9E-36EB-4161-B350-D2C91C5AF90A}" destId="{4003B07E-6CF6-4209-95A1-67337B924169}" srcOrd="11" destOrd="0" presId="urn:microsoft.com/office/officeart/2005/8/layout/orgChart1"/>
    <dgm:cxn modelId="{2C21EBF9-1249-4D04-80B1-094C2502FD81}" type="presParOf" srcId="{4003B07E-6CF6-4209-95A1-67337B924169}" destId="{E4A32333-C1C8-4835-A684-DC7147D71BE5}" srcOrd="0" destOrd="0" presId="urn:microsoft.com/office/officeart/2005/8/layout/orgChart1"/>
    <dgm:cxn modelId="{EF419E63-A251-4FC9-9EB4-FB9E37D9BD51}" type="presParOf" srcId="{E4A32333-C1C8-4835-A684-DC7147D71BE5}" destId="{8798F0A4-E69F-44B7-B4D1-F5B764859C7E}" srcOrd="0" destOrd="0" presId="urn:microsoft.com/office/officeart/2005/8/layout/orgChart1"/>
    <dgm:cxn modelId="{3ADB51CC-EDF1-4E05-A701-B77F237C5885}" type="presParOf" srcId="{E4A32333-C1C8-4835-A684-DC7147D71BE5}" destId="{19DD56F1-6781-4FD3-B2D5-1CBD33198261}" srcOrd="1" destOrd="0" presId="urn:microsoft.com/office/officeart/2005/8/layout/orgChart1"/>
    <dgm:cxn modelId="{94D3FA47-8021-4EE7-BC35-8B796ABAA49B}" type="presParOf" srcId="{4003B07E-6CF6-4209-95A1-67337B924169}" destId="{C95DA7A5-7434-4CFE-964A-636AEF0BC574}" srcOrd="1" destOrd="0" presId="urn:microsoft.com/office/officeart/2005/8/layout/orgChart1"/>
    <dgm:cxn modelId="{D6966488-2FA9-4466-BD08-506F27B60802}" type="presParOf" srcId="{4003B07E-6CF6-4209-95A1-67337B924169}" destId="{23D7EFC4-86C7-497A-8D7E-97A71587F7BF}" srcOrd="2" destOrd="0" presId="urn:microsoft.com/office/officeart/2005/8/layout/orgChart1"/>
    <dgm:cxn modelId="{7D753BCA-5655-40CC-AD1C-E0B1AC58268E}" type="presParOf" srcId="{92CA8C9E-36EB-4161-B350-D2C91C5AF90A}" destId="{9104CC0E-926A-4D4E-8186-6E2AFDD1B9E9}" srcOrd="12" destOrd="0" presId="urn:microsoft.com/office/officeart/2005/8/layout/orgChart1"/>
    <dgm:cxn modelId="{1FDCB31A-BB87-45F5-88BD-18EAD18E3F7E}" type="presParOf" srcId="{92CA8C9E-36EB-4161-B350-D2C91C5AF90A}" destId="{C9DB83FD-52CE-49C5-B0F7-110EFA60FC0D}" srcOrd="13" destOrd="0" presId="urn:microsoft.com/office/officeart/2005/8/layout/orgChart1"/>
    <dgm:cxn modelId="{D519F409-DB77-4B88-95BF-C7A27F5C4A67}" type="presParOf" srcId="{C9DB83FD-52CE-49C5-B0F7-110EFA60FC0D}" destId="{EC30A907-0AB4-4A01-9B75-33FDEF0E5BF9}" srcOrd="0" destOrd="0" presId="urn:microsoft.com/office/officeart/2005/8/layout/orgChart1"/>
    <dgm:cxn modelId="{5AD5580F-955A-4B91-BB8D-35D1D6FABCC4}" type="presParOf" srcId="{EC30A907-0AB4-4A01-9B75-33FDEF0E5BF9}" destId="{482104FF-545B-428F-9A99-CF5DB32512B0}" srcOrd="0" destOrd="0" presId="urn:microsoft.com/office/officeart/2005/8/layout/orgChart1"/>
    <dgm:cxn modelId="{8B526348-B59C-4258-B096-C8DC65873559}" type="presParOf" srcId="{EC30A907-0AB4-4A01-9B75-33FDEF0E5BF9}" destId="{E6D7069A-46E6-4274-8313-2335409E8EA2}" srcOrd="1" destOrd="0" presId="urn:microsoft.com/office/officeart/2005/8/layout/orgChart1"/>
    <dgm:cxn modelId="{4AE495B1-307C-4D51-A8C2-E8924833A153}" type="presParOf" srcId="{C9DB83FD-52CE-49C5-B0F7-110EFA60FC0D}" destId="{0590CE13-D1E1-41E5-A06B-BE1ADFB5C966}" srcOrd="1" destOrd="0" presId="urn:microsoft.com/office/officeart/2005/8/layout/orgChart1"/>
    <dgm:cxn modelId="{EBED0F76-9FF8-4EA0-8387-98E0DD424AB9}" type="presParOf" srcId="{C9DB83FD-52CE-49C5-B0F7-110EFA60FC0D}" destId="{78DB99C5-608A-4547-A940-4CE38500B67E}" srcOrd="2" destOrd="0" presId="urn:microsoft.com/office/officeart/2005/8/layout/orgChart1"/>
    <dgm:cxn modelId="{A740AC4C-E0A0-4BDD-9931-2F0F7E65A267}" type="presParOf" srcId="{36D8BEBA-ECC0-4DEB-88F4-D5FFAFF94A47}" destId="{2E3F9D8B-E1E6-4511-AE19-1A99CAA624D7}" srcOrd="2" destOrd="0" presId="urn:microsoft.com/office/officeart/2005/8/layout/orgChart1"/>
    <dgm:cxn modelId="{1D2F400A-31BA-46E0-8FF2-F4785EA01AF3}" type="presParOf" srcId="{814408D5-F49D-468D-9057-0373677A51C2}" destId="{4DAE45F1-F1F7-4C38-9A4C-62AFA5EAC6CC}" srcOrd="4" destOrd="0" presId="urn:microsoft.com/office/officeart/2005/8/layout/orgChart1"/>
    <dgm:cxn modelId="{DA2EB63B-9EFD-4CEA-85FD-2723A47702D0}" type="presParOf" srcId="{814408D5-F49D-468D-9057-0373677A51C2}" destId="{4AEDAC77-FDB7-4C52-A7C3-B6200BAC8703}" srcOrd="5" destOrd="0" presId="urn:microsoft.com/office/officeart/2005/8/layout/orgChart1"/>
    <dgm:cxn modelId="{15F9BC06-F86E-4039-BFA1-39F29B09CCDF}" type="presParOf" srcId="{4AEDAC77-FDB7-4C52-A7C3-B6200BAC8703}" destId="{69C08878-DE9A-49C0-819A-EFCB58FAC444}" srcOrd="0" destOrd="0" presId="urn:microsoft.com/office/officeart/2005/8/layout/orgChart1"/>
    <dgm:cxn modelId="{5D699D64-9115-4797-80D4-ABA53959AE15}" type="presParOf" srcId="{69C08878-DE9A-49C0-819A-EFCB58FAC444}" destId="{36944AE6-02F6-4A89-9A7B-7E7511698CC8}" srcOrd="0" destOrd="0" presId="urn:microsoft.com/office/officeart/2005/8/layout/orgChart1"/>
    <dgm:cxn modelId="{7176EF2D-AB6A-4A0A-ADC2-6B5243399E31}" type="presParOf" srcId="{69C08878-DE9A-49C0-819A-EFCB58FAC444}" destId="{29F7BD0C-3552-4BAA-8871-5765E9B8AE86}" srcOrd="1" destOrd="0" presId="urn:microsoft.com/office/officeart/2005/8/layout/orgChart1"/>
    <dgm:cxn modelId="{523C03FF-B840-4344-B57D-51CADD3E1807}" type="presParOf" srcId="{4AEDAC77-FDB7-4C52-A7C3-B6200BAC8703}" destId="{9A51B2D9-4861-4DC7-9D4B-3F98065F6FEF}" srcOrd="1" destOrd="0" presId="urn:microsoft.com/office/officeart/2005/8/layout/orgChart1"/>
    <dgm:cxn modelId="{51F70DF4-3867-450B-9042-5C720F1FE4FC}" type="presParOf" srcId="{9A51B2D9-4861-4DC7-9D4B-3F98065F6FEF}" destId="{5E8FD173-7E5A-42E3-A545-2787CC3B6D8A}" srcOrd="0" destOrd="0" presId="urn:microsoft.com/office/officeart/2005/8/layout/orgChart1"/>
    <dgm:cxn modelId="{22238FBD-418A-427D-9AE7-A11120BD48DE}" type="presParOf" srcId="{9A51B2D9-4861-4DC7-9D4B-3F98065F6FEF}" destId="{27A85B1B-7952-4181-A034-B263F35ACC5E}" srcOrd="1" destOrd="0" presId="urn:microsoft.com/office/officeart/2005/8/layout/orgChart1"/>
    <dgm:cxn modelId="{3EB087B5-6A55-4376-94AD-CED49BB6FB16}" type="presParOf" srcId="{27A85B1B-7952-4181-A034-B263F35ACC5E}" destId="{7550810A-8A10-45E1-8F0F-385A74DFBF5A}" srcOrd="0" destOrd="0" presId="urn:microsoft.com/office/officeart/2005/8/layout/orgChart1"/>
    <dgm:cxn modelId="{3E33B231-0128-4C1C-951F-CCE9D0112C4B}" type="presParOf" srcId="{7550810A-8A10-45E1-8F0F-385A74DFBF5A}" destId="{38FC13C1-621D-4608-A5D0-F96825BE43AC}" srcOrd="0" destOrd="0" presId="urn:microsoft.com/office/officeart/2005/8/layout/orgChart1"/>
    <dgm:cxn modelId="{ECA4B268-9D16-4FC0-BF40-DF3976283A9B}" type="presParOf" srcId="{7550810A-8A10-45E1-8F0F-385A74DFBF5A}" destId="{D28191E5-28C5-4EF5-8D20-044A1D26FE3D}" srcOrd="1" destOrd="0" presId="urn:microsoft.com/office/officeart/2005/8/layout/orgChart1"/>
    <dgm:cxn modelId="{98ACC25A-5568-4405-B281-F249EE43A485}" type="presParOf" srcId="{27A85B1B-7952-4181-A034-B263F35ACC5E}" destId="{E6B63FCD-21CF-4881-B05E-E43C63E01EDE}" srcOrd="1" destOrd="0" presId="urn:microsoft.com/office/officeart/2005/8/layout/orgChart1"/>
    <dgm:cxn modelId="{405996CC-72B4-4034-86C6-9ABE5C8E2019}" type="presParOf" srcId="{27A85B1B-7952-4181-A034-B263F35ACC5E}" destId="{B0ED5D27-06FA-4309-8AD9-30BB37442164}" srcOrd="2" destOrd="0" presId="urn:microsoft.com/office/officeart/2005/8/layout/orgChart1"/>
    <dgm:cxn modelId="{40BF5084-8994-46BE-A3EA-825C948AC973}" type="presParOf" srcId="{9A51B2D9-4861-4DC7-9D4B-3F98065F6FEF}" destId="{F749EA20-C4CF-43FF-A607-AC516B713D48}" srcOrd="2" destOrd="0" presId="urn:microsoft.com/office/officeart/2005/8/layout/orgChart1"/>
    <dgm:cxn modelId="{4CB8D99B-1018-4AA6-9C09-6A88D294ABEB}" type="presParOf" srcId="{9A51B2D9-4861-4DC7-9D4B-3F98065F6FEF}" destId="{33629036-AC1F-45B7-B58B-8DBF2393CAF2}" srcOrd="3" destOrd="0" presId="urn:microsoft.com/office/officeart/2005/8/layout/orgChart1"/>
    <dgm:cxn modelId="{F9F03BEC-8B54-4C31-B72C-91C9260510EB}" type="presParOf" srcId="{33629036-AC1F-45B7-B58B-8DBF2393CAF2}" destId="{CEA303A6-4AA7-4C2B-83D8-81613699450C}" srcOrd="0" destOrd="0" presId="urn:microsoft.com/office/officeart/2005/8/layout/orgChart1"/>
    <dgm:cxn modelId="{548B1BA7-6459-4049-A1DA-DD01C7180FE9}" type="presParOf" srcId="{CEA303A6-4AA7-4C2B-83D8-81613699450C}" destId="{97DB5454-A1A5-4903-AE11-921987EBD896}" srcOrd="0" destOrd="0" presId="urn:microsoft.com/office/officeart/2005/8/layout/orgChart1"/>
    <dgm:cxn modelId="{59DEE783-34BC-454B-AF09-7A3E37AFAABD}" type="presParOf" srcId="{CEA303A6-4AA7-4C2B-83D8-81613699450C}" destId="{A0CA81C2-85C4-4A94-B993-EA99591ED629}" srcOrd="1" destOrd="0" presId="urn:microsoft.com/office/officeart/2005/8/layout/orgChart1"/>
    <dgm:cxn modelId="{EF47D21A-9556-4A34-9838-CB6738FF5202}" type="presParOf" srcId="{33629036-AC1F-45B7-B58B-8DBF2393CAF2}" destId="{2AFA8F4A-25DF-451C-BFDA-EE80A9332BB4}" srcOrd="1" destOrd="0" presId="urn:microsoft.com/office/officeart/2005/8/layout/orgChart1"/>
    <dgm:cxn modelId="{B1179AF7-7060-4901-B34C-8A8ADE368F69}" type="presParOf" srcId="{33629036-AC1F-45B7-B58B-8DBF2393CAF2}" destId="{6C786E06-C5CE-4DF1-A0A7-D09DB5A6C927}" srcOrd="2" destOrd="0" presId="urn:microsoft.com/office/officeart/2005/8/layout/orgChart1"/>
    <dgm:cxn modelId="{D99E3909-EA26-4F35-B0E2-043CA89EF6AE}" type="presParOf" srcId="{9A51B2D9-4861-4DC7-9D4B-3F98065F6FEF}" destId="{4FD5750D-E42E-4CCF-BE26-0FEB82C8FDFE}" srcOrd="4" destOrd="0" presId="urn:microsoft.com/office/officeart/2005/8/layout/orgChart1"/>
    <dgm:cxn modelId="{4B5CF056-C342-4B2D-B0AA-32FA46B558DA}" type="presParOf" srcId="{9A51B2D9-4861-4DC7-9D4B-3F98065F6FEF}" destId="{1A8A847E-A82F-4344-9EF0-26CF20D0FF04}" srcOrd="5" destOrd="0" presId="urn:microsoft.com/office/officeart/2005/8/layout/orgChart1"/>
    <dgm:cxn modelId="{9B7559C2-228B-4218-A9F8-A2ABA8C160D8}" type="presParOf" srcId="{1A8A847E-A82F-4344-9EF0-26CF20D0FF04}" destId="{E1E27AC6-05BC-4AAF-8062-6D461374578D}" srcOrd="0" destOrd="0" presId="urn:microsoft.com/office/officeart/2005/8/layout/orgChart1"/>
    <dgm:cxn modelId="{8F64085C-D356-48DA-9B67-A107953281D5}" type="presParOf" srcId="{E1E27AC6-05BC-4AAF-8062-6D461374578D}" destId="{27D047DE-1A9A-4C54-AAA6-F091AF0193F7}" srcOrd="0" destOrd="0" presId="urn:microsoft.com/office/officeart/2005/8/layout/orgChart1"/>
    <dgm:cxn modelId="{68F4F619-43BF-4048-9E49-5BB4E5C2EA9A}" type="presParOf" srcId="{E1E27AC6-05BC-4AAF-8062-6D461374578D}" destId="{61CFD422-A143-4ABD-90B2-C18CF33305EA}" srcOrd="1" destOrd="0" presId="urn:microsoft.com/office/officeart/2005/8/layout/orgChart1"/>
    <dgm:cxn modelId="{AAB628D7-F9DB-46A2-B24B-5FCB9CCD16C0}" type="presParOf" srcId="{1A8A847E-A82F-4344-9EF0-26CF20D0FF04}" destId="{4E41EAFF-3427-432C-BB10-29D4FF930C43}" srcOrd="1" destOrd="0" presId="urn:microsoft.com/office/officeart/2005/8/layout/orgChart1"/>
    <dgm:cxn modelId="{3B7E7075-422B-4C9F-99CB-5AA487B0B37B}" type="presParOf" srcId="{1A8A847E-A82F-4344-9EF0-26CF20D0FF04}" destId="{E699E4F8-7D03-4B93-AB4B-C147D010D3D8}" srcOrd="2" destOrd="0" presId="urn:microsoft.com/office/officeart/2005/8/layout/orgChart1"/>
    <dgm:cxn modelId="{56687DEF-7E51-4FFE-9B13-11BD96325A26}" type="presParOf" srcId="{4AEDAC77-FDB7-4C52-A7C3-B6200BAC8703}" destId="{04A8C231-AB08-41A0-A1F8-D60C462885AD}" srcOrd="2" destOrd="0" presId="urn:microsoft.com/office/officeart/2005/8/layout/orgChart1"/>
    <dgm:cxn modelId="{CF260E4D-9C77-446A-BE60-08B49470F190}" type="presParOf" srcId="{814408D5-F49D-468D-9057-0373677A51C2}" destId="{98206F9B-7AF6-4652-AB5C-916166CB5354}" srcOrd="6" destOrd="0" presId="urn:microsoft.com/office/officeart/2005/8/layout/orgChart1"/>
    <dgm:cxn modelId="{51E6D56E-127D-4605-B580-C001E2155BB9}" type="presParOf" srcId="{814408D5-F49D-468D-9057-0373677A51C2}" destId="{A6E7F5B6-58A5-4877-A0ED-8BDF50258A6C}" srcOrd="7" destOrd="0" presId="urn:microsoft.com/office/officeart/2005/8/layout/orgChart1"/>
    <dgm:cxn modelId="{117601F8-0093-484F-BD89-99B472BF6CA9}" type="presParOf" srcId="{A6E7F5B6-58A5-4877-A0ED-8BDF50258A6C}" destId="{ABD2755D-CF84-4801-BBBF-3CE39529B6C7}" srcOrd="0" destOrd="0" presId="urn:microsoft.com/office/officeart/2005/8/layout/orgChart1"/>
    <dgm:cxn modelId="{9492D569-BD32-4A71-AD53-F36B12EFD12C}" type="presParOf" srcId="{ABD2755D-CF84-4801-BBBF-3CE39529B6C7}" destId="{DB735B7A-28B8-4C3B-9863-B17BE7AC949F}" srcOrd="0" destOrd="0" presId="urn:microsoft.com/office/officeart/2005/8/layout/orgChart1"/>
    <dgm:cxn modelId="{682A45D2-33E9-4E62-B19C-4C4671BCA262}" type="presParOf" srcId="{ABD2755D-CF84-4801-BBBF-3CE39529B6C7}" destId="{5288D403-DA7D-4D90-ACC5-7542244978B1}" srcOrd="1" destOrd="0" presId="urn:microsoft.com/office/officeart/2005/8/layout/orgChart1"/>
    <dgm:cxn modelId="{9BCDE514-E7B3-43A5-9560-BFFAA34661B7}" type="presParOf" srcId="{A6E7F5B6-58A5-4877-A0ED-8BDF50258A6C}" destId="{02EA4003-4F62-49C0-B5A6-569F97624EF7}" srcOrd="1" destOrd="0" presId="urn:microsoft.com/office/officeart/2005/8/layout/orgChart1"/>
    <dgm:cxn modelId="{C1DAAE79-3942-407E-A333-CD58539D48E6}" type="presParOf" srcId="{02EA4003-4F62-49C0-B5A6-569F97624EF7}" destId="{55BB8BB7-0787-442C-BE1C-E402593ABB57}" srcOrd="0" destOrd="0" presId="urn:microsoft.com/office/officeart/2005/8/layout/orgChart1"/>
    <dgm:cxn modelId="{0369B0CA-A7B4-4781-9A2D-0CF558DF5039}" type="presParOf" srcId="{02EA4003-4F62-49C0-B5A6-569F97624EF7}" destId="{F89E7CCF-3BC3-41DC-9AB3-0F43CB0EB7D4}" srcOrd="1" destOrd="0" presId="urn:microsoft.com/office/officeart/2005/8/layout/orgChart1"/>
    <dgm:cxn modelId="{490D76FE-7992-46C2-9B9E-E02C6D02F47E}" type="presParOf" srcId="{F89E7CCF-3BC3-41DC-9AB3-0F43CB0EB7D4}" destId="{61DA9F15-FD08-4E21-9931-77BAACC27E44}" srcOrd="0" destOrd="0" presId="urn:microsoft.com/office/officeart/2005/8/layout/orgChart1"/>
    <dgm:cxn modelId="{AE504F07-498C-4C08-A532-AD678C8D222D}" type="presParOf" srcId="{61DA9F15-FD08-4E21-9931-77BAACC27E44}" destId="{186BDEA5-4E36-4323-8EB9-0985FE26F52D}" srcOrd="0" destOrd="0" presId="urn:microsoft.com/office/officeart/2005/8/layout/orgChart1"/>
    <dgm:cxn modelId="{76CC2D94-ECED-42F7-8CE8-AA7AFD13B05E}" type="presParOf" srcId="{61DA9F15-FD08-4E21-9931-77BAACC27E44}" destId="{36F773C9-1692-4725-A234-4A3182F5E222}" srcOrd="1" destOrd="0" presId="urn:microsoft.com/office/officeart/2005/8/layout/orgChart1"/>
    <dgm:cxn modelId="{B1CFF558-52C2-4102-94AF-2E448F7AB33D}" type="presParOf" srcId="{F89E7CCF-3BC3-41DC-9AB3-0F43CB0EB7D4}" destId="{6A7A8F02-DD45-4009-A317-8DC94804B4C6}" srcOrd="1" destOrd="0" presId="urn:microsoft.com/office/officeart/2005/8/layout/orgChart1"/>
    <dgm:cxn modelId="{EC15AA2C-72A2-4509-A4C8-829DE2B5E41B}" type="presParOf" srcId="{F89E7CCF-3BC3-41DC-9AB3-0F43CB0EB7D4}" destId="{0FC79DED-2E35-4848-8DF8-D3F4051EA46C}" srcOrd="2" destOrd="0" presId="urn:microsoft.com/office/officeart/2005/8/layout/orgChart1"/>
    <dgm:cxn modelId="{82FE9ECA-C5E7-4B36-BEA9-ED0E48D22A02}" type="presParOf" srcId="{02EA4003-4F62-49C0-B5A6-569F97624EF7}" destId="{96F10A2B-D5AE-4D86-B4ED-8CBC8A5C146F}" srcOrd="2" destOrd="0" presId="urn:microsoft.com/office/officeart/2005/8/layout/orgChart1"/>
    <dgm:cxn modelId="{87AA6908-D2D3-422B-8A97-109E9E114B10}" type="presParOf" srcId="{02EA4003-4F62-49C0-B5A6-569F97624EF7}" destId="{12667947-7024-4DAE-838D-54F356E5A566}" srcOrd="3" destOrd="0" presId="urn:microsoft.com/office/officeart/2005/8/layout/orgChart1"/>
    <dgm:cxn modelId="{6DB3684B-4B03-4D45-A0FD-0FEE39682807}" type="presParOf" srcId="{12667947-7024-4DAE-838D-54F356E5A566}" destId="{2660E5A6-817A-42B9-A6A2-B99A74848F01}" srcOrd="0" destOrd="0" presId="urn:microsoft.com/office/officeart/2005/8/layout/orgChart1"/>
    <dgm:cxn modelId="{CB46E0D8-53B4-4936-9DA8-945C61299072}" type="presParOf" srcId="{2660E5A6-817A-42B9-A6A2-B99A74848F01}" destId="{FF141B75-6FE3-4973-BC64-406FA62900D8}" srcOrd="0" destOrd="0" presId="urn:microsoft.com/office/officeart/2005/8/layout/orgChart1"/>
    <dgm:cxn modelId="{DA9DD9F7-C370-45E5-9D6A-FD39654F4D5D}" type="presParOf" srcId="{2660E5A6-817A-42B9-A6A2-B99A74848F01}" destId="{0F6704C5-DAB1-42E0-A5C8-8CBC24A564AD}" srcOrd="1" destOrd="0" presId="urn:microsoft.com/office/officeart/2005/8/layout/orgChart1"/>
    <dgm:cxn modelId="{3DAB1E1F-3400-4386-A5AB-F0F13DF056AA}" type="presParOf" srcId="{12667947-7024-4DAE-838D-54F356E5A566}" destId="{BAE89365-C6B4-4329-9820-D6A0A128EE9F}" srcOrd="1" destOrd="0" presId="urn:microsoft.com/office/officeart/2005/8/layout/orgChart1"/>
    <dgm:cxn modelId="{7DF72BB6-7406-4ED4-91A6-AF48A5F9212F}" type="presParOf" srcId="{12667947-7024-4DAE-838D-54F356E5A566}" destId="{069F81F4-FE26-45CF-9757-7C25F14D0B3F}" srcOrd="2" destOrd="0" presId="urn:microsoft.com/office/officeart/2005/8/layout/orgChart1"/>
    <dgm:cxn modelId="{3A8E8424-2FC0-4F23-9D2A-0044B338B43A}" type="presParOf" srcId="{02EA4003-4F62-49C0-B5A6-569F97624EF7}" destId="{AF28D9E9-CA05-4B17-9A23-6089D2F985A0}" srcOrd="4" destOrd="0" presId="urn:microsoft.com/office/officeart/2005/8/layout/orgChart1"/>
    <dgm:cxn modelId="{8527833D-93C6-4380-A733-1B327D288D7C}" type="presParOf" srcId="{02EA4003-4F62-49C0-B5A6-569F97624EF7}" destId="{6C809F5F-9905-4542-ACB0-FD4B32206D82}" srcOrd="5" destOrd="0" presId="urn:microsoft.com/office/officeart/2005/8/layout/orgChart1"/>
    <dgm:cxn modelId="{C873C1B8-E0A9-41DD-B3BD-868A995EE098}" type="presParOf" srcId="{6C809F5F-9905-4542-ACB0-FD4B32206D82}" destId="{B81C2A15-6233-4061-BD41-D6D01901D175}" srcOrd="0" destOrd="0" presId="urn:microsoft.com/office/officeart/2005/8/layout/orgChart1"/>
    <dgm:cxn modelId="{6BD4CA3F-336E-4230-AF68-4E5A98644CD9}" type="presParOf" srcId="{B81C2A15-6233-4061-BD41-D6D01901D175}" destId="{2E8ABDDA-4C1F-4F32-8341-D269558C7263}" srcOrd="0" destOrd="0" presId="urn:microsoft.com/office/officeart/2005/8/layout/orgChart1"/>
    <dgm:cxn modelId="{0A8AF1BE-9ED9-4ED1-982D-8B5C885B79EB}" type="presParOf" srcId="{B81C2A15-6233-4061-BD41-D6D01901D175}" destId="{1C021391-D7A5-4281-AB0C-FDC549130B26}" srcOrd="1" destOrd="0" presId="urn:microsoft.com/office/officeart/2005/8/layout/orgChart1"/>
    <dgm:cxn modelId="{2D04AD9C-7337-4F37-B324-D215C44CA5BE}" type="presParOf" srcId="{6C809F5F-9905-4542-ACB0-FD4B32206D82}" destId="{AE999D4B-27BD-4906-9AE2-5E8419E8FBBD}" srcOrd="1" destOrd="0" presId="urn:microsoft.com/office/officeart/2005/8/layout/orgChart1"/>
    <dgm:cxn modelId="{B4201DA2-FCDA-4A6B-A000-55C73417D339}" type="presParOf" srcId="{6C809F5F-9905-4542-ACB0-FD4B32206D82}" destId="{4CE2F647-09B6-49BB-8374-415B2D451C35}" srcOrd="2" destOrd="0" presId="urn:microsoft.com/office/officeart/2005/8/layout/orgChart1"/>
    <dgm:cxn modelId="{7C5CB50C-83CF-44EF-BBD9-617D82BF0881}" type="presParOf" srcId="{02EA4003-4F62-49C0-B5A6-569F97624EF7}" destId="{C55A33CB-C485-4DB5-A2AE-246CE790321B}" srcOrd="6" destOrd="0" presId="urn:microsoft.com/office/officeart/2005/8/layout/orgChart1"/>
    <dgm:cxn modelId="{152E4851-24A5-4D4E-B402-34DAD5B13A55}" type="presParOf" srcId="{02EA4003-4F62-49C0-B5A6-569F97624EF7}" destId="{F928EE23-443F-4931-AE9E-E3AC91F26437}" srcOrd="7" destOrd="0" presId="urn:microsoft.com/office/officeart/2005/8/layout/orgChart1"/>
    <dgm:cxn modelId="{6A5FD7BE-C108-42CF-8D01-B1688ED20EE9}" type="presParOf" srcId="{F928EE23-443F-4931-AE9E-E3AC91F26437}" destId="{539A9AB9-895E-4DC1-B72D-5060A12C15E5}" srcOrd="0" destOrd="0" presId="urn:microsoft.com/office/officeart/2005/8/layout/orgChart1"/>
    <dgm:cxn modelId="{716B7BB7-BA24-4D10-9342-A654DAA34720}" type="presParOf" srcId="{539A9AB9-895E-4DC1-B72D-5060A12C15E5}" destId="{59B13B6D-559D-4577-B88C-E4EBB5B9330F}" srcOrd="0" destOrd="0" presId="urn:microsoft.com/office/officeart/2005/8/layout/orgChart1"/>
    <dgm:cxn modelId="{0F6E30AE-089B-48E9-A3C8-EA5F4D4BCB24}" type="presParOf" srcId="{539A9AB9-895E-4DC1-B72D-5060A12C15E5}" destId="{61AC0E62-BBAB-4EAC-B3BD-17AC83B422D3}" srcOrd="1" destOrd="0" presId="urn:microsoft.com/office/officeart/2005/8/layout/orgChart1"/>
    <dgm:cxn modelId="{B6DBD26C-B0D7-404D-B5C4-091B9B25B610}" type="presParOf" srcId="{F928EE23-443F-4931-AE9E-E3AC91F26437}" destId="{748A93CC-9704-40F9-8173-6B038CDCD33F}" srcOrd="1" destOrd="0" presId="urn:microsoft.com/office/officeart/2005/8/layout/orgChart1"/>
    <dgm:cxn modelId="{9CB04037-8131-4890-883E-2EAE589E5978}" type="presParOf" srcId="{F928EE23-443F-4931-AE9E-E3AC91F26437}" destId="{16E63225-4D62-459D-80F7-24F3966DC046}" srcOrd="2" destOrd="0" presId="urn:microsoft.com/office/officeart/2005/8/layout/orgChart1"/>
    <dgm:cxn modelId="{36E4C9B6-ABEB-49F7-850F-8092DFCDD92C}" type="presParOf" srcId="{02EA4003-4F62-49C0-B5A6-569F97624EF7}" destId="{9DD19C2F-17F6-4DCD-89CD-5E8F22A4790C}" srcOrd="8" destOrd="0" presId="urn:microsoft.com/office/officeart/2005/8/layout/orgChart1"/>
    <dgm:cxn modelId="{84B4F9E8-C71B-4C80-9266-F6E8A05AEED1}" type="presParOf" srcId="{02EA4003-4F62-49C0-B5A6-569F97624EF7}" destId="{1824C079-82A6-419C-AF98-27E5A426E23F}" srcOrd="9" destOrd="0" presId="urn:microsoft.com/office/officeart/2005/8/layout/orgChart1"/>
    <dgm:cxn modelId="{6E4CB5E8-36D2-4C4A-9FD1-96F49E13C5D5}" type="presParOf" srcId="{1824C079-82A6-419C-AF98-27E5A426E23F}" destId="{C042200B-FA2A-439E-8F06-8E1396B0D8E7}" srcOrd="0" destOrd="0" presId="urn:microsoft.com/office/officeart/2005/8/layout/orgChart1"/>
    <dgm:cxn modelId="{2C562A06-6CC2-4FCC-A7EC-EBCE8E246817}" type="presParOf" srcId="{C042200B-FA2A-439E-8F06-8E1396B0D8E7}" destId="{C1D893FA-15AF-4B87-9690-0131022377B6}" srcOrd="0" destOrd="0" presId="urn:microsoft.com/office/officeart/2005/8/layout/orgChart1"/>
    <dgm:cxn modelId="{482C6734-5AC9-40FC-8BD7-746317525F7A}" type="presParOf" srcId="{C042200B-FA2A-439E-8F06-8E1396B0D8E7}" destId="{3E48039E-7EF6-48C5-9DED-BBFA2764DBCB}" srcOrd="1" destOrd="0" presId="urn:microsoft.com/office/officeart/2005/8/layout/orgChart1"/>
    <dgm:cxn modelId="{9D0EBC18-8C6D-4670-B2B3-876E7EEA870F}" type="presParOf" srcId="{1824C079-82A6-419C-AF98-27E5A426E23F}" destId="{95F8B9B3-E7E9-47F9-841F-91AA083BC335}" srcOrd="1" destOrd="0" presId="urn:microsoft.com/office/officeart/2005/8/layout/orgChart1"/>
    <dgm:cxn modelId="{63F2F198-1915-4B9A-AC12-3F613E8F03EE}" type="presParOf" srcId="{1824C079-82A6-419C-AF98-27E5A426E23F}" destId="{A5BD1076-D21C-4648-985F-C824D17F1175}" srcOrd="2" destOrd="0" presId="urn:microsoft.com/office/officeart/2005/8/layout/orgChart1"/>
    <dgm:cxn modelId="{39ACF239-241A-4172-8558-C740CBA3F718}" type="presParOf" srcId="{A6E7F5B6-58A5-4877-A0ED-8BDF50258A6C}" destId="{992539FE-DC18-4B3C-BDED-2DFFE5802CB6}" srcOrd="2" destOrd="0" presId="urn:microsoft.com/office/officeart/2005/8/layout/orgChart1"/>
    <dgm:cxn modelId="{5D846667-1DA7-4326-A21B-DFA83A230C48}" type="presParOf" srcId="{814408D5-F49D-468D-9057-0373677A51C2}" destId="{81953FDB-271D-4ADF-976F-14F165D0B507}" srcOrd="8" destOrd="0" presId="urn:microsoft.com/office/officeart/2005/8/layout/orgChart1"/>
    <dgm:cxn modelId="{8048409B-A21B-40A8-92CC-EB758A8D4CF6}" type="presParOf" srcId="{814408D5-F49D-468D-9057-0373677A51C2}" destId="{D3732F57-D65F-490F-AC22-A19DAD63BCCF}" srcOrd="9" destOrd="0" presId="urn:microsoft.com/office/officeart/2005/8/layout/orgChart1"/>
    <dgm:cxn modelId="{B3F59112-03EF-47EA-858D-30F85A5F0712}" type="presParOf" srcId="{D3732F57-D65F-490F-AC22-A19DAD63BCCF}" destId="{31BB9B38-8FD9-4986-918D-B58B4D72BC8D}" srcOrd="0" destOrd="0" presId="urn:microsoft.com/office/officeart/2005/8/layout/orgChart1"/>
    <dgm:cxn modelId="{E4A8C895-9DC9-4DE8-860E-378DCD525284}" type="presParOf" srcId="{31BB9B38-8FD9-4986-918D-B58B4D72BC8D}" destId="{300F72C8-423F-4D7A-8511-F54946BD9910}" srcOrd="0" destOrd="0" presId="urn:microsoft.com/office/officeart/2005/8/layout/orgChart1"/>
    <dgm:cxn modelId="{3FAEAB20-B68B-402B-8409-75407E3AC69F}" type="presParOf" srcId="{31BB9B38-8FD9-4986-918D-B58B4D72BC8D}" destId="{87EEC985-6495-408B-BC43-9F3C0A3C6351}" srcOrd="1" destOrd="0" presId="urn:microsoft.com/office/officeart/2005/8/layout/orgChart1"/>
    <dgm:cxn modelId="{24EE0C9C-ED90-47BF-8B7F-B21914152A03}" type="presParOf" srcId="{D3732F57-D65F-490F-AC22-A19DAD63BCCF}" destId="{E8812FE2-75B7-4EE1-8234-7954E1B1C2B0}" srcOrd="1" destOrd="0" presId="urn:microsoft.com/office/officeart/2005/8/layout/orgChart1"/>
    <dgm:cxn modelId="{1D4727DC-0130-4B0E-AAF4-21C38392A346}" type="presParOf" srcId="{E8812FE2-75B7-4EE1-8234-7954E1B1C2B0}" destId="{8430D391-D833-441C-A119-CB8CF75A5DE3}" srcOrd="0" destOrd="0" presId="urn:microsoft.com/office/officeart/2005/8/layout/orgChart1"/>
    <dgm:cxn modelId="{28524F95-E54B-4195-AA6D-5AD3AAED4F4C}" type="presParOf" srcId="{E8812FE2-75B7-4EE1-8234-7954E1B1C2B0}" destId="{97BD8D0C-FFF2-42EF-A9D9-2576A735AA38}" srcOrd="1" destOrd="0" presId="urn:microsoft.com/office/officeart/2005/8/layout/orgChart1"/>
    <dgm:cxn modelId="{B211AB66-1514-4618-8DF7-4C873174C2EF}" type="presParOf" srcId="{97BD8D0C-FFF2-42EF-A9D9-2576A735AA38}" destId="{673EAC19-9319-4AAC-87C9-6F0289EED33A}" srcOrd="0" destOrd="0" presId="urn:microsoft.com/office/officeart/2005/8/layout/orgChart1"/>
    <dgm:cxn modelId="{98CD4E77-F504-4CF0-A37F-EF0D43D54045}" type="presParOf" srcId="{673EAC19-9319-4AAC-87C9-6F0289EED33A}" destId="{50ED118C-FD6F-4995-9C88-655CACB534B0}" srcOrd="0" destOrd="0" presId="urn:microsoft.com/office/officeart/2005/8/layout/orgChart1"/>
    <dgm:cxn modelId="{22D089B0-07A8-4988-8AF6-015E1114247D}" type="presParOf" srcId="{673EAC19-9319-4AAC-87C9-6F0289EED33A}" destId="{FFF2F7F3-4F8A-4989-9473-A935AF8F85D1}" srcOrd="1" destOrd="0" presId="urn:microsoft.com/office/officeart/2005/8/layout/orgChart1"/>
    <dgm:cxn modelId="{63AC3F8E-5CC9-4DF6-90CB-332A92756A50}" type="presParOf" srcId="{97BD8D0C-FFF2-42EF-A9D9-2576A735AA38}" destId="{6A99A882-0B47-4F2B-9983-AD7D869B7D6A}" srcOrd="1" destOrd="0" presId="urn:microsoft.com/office/officeart/2005/8/layout/orgChart1"/>
    <dgm:cxn modelId="{9175F97B-2878-45BB-98D0-3AF589BD5C3F}" type="presParOf" srcId="{97BD8D0C-FFF2-42EF-A9D9-2576A735AA38}" destId="{99A0D3D6-3E07-488E-A559-85B311396774}" srcOrd="2" destOrd="0" presId="urn:microsoft.com/office/officeart/2005/8/layout/orgChart1"/>
    <dgm:cxn modelId="{D1097BAC-00DD-448D-B00D-07AA19F0F188}" type="presParOf" srcId="{E8812FE2-75B7-4EE1-8234-7954E1B1C2B0}" destId="{A6C3C22F-50C7-401B-AA59-08C36F3AD5FF}" srcOrd="2" destOrd="0" presId="urn:microsoft.com/office/officeart/2005/8/layout/orgChart1"/>
    <dgm:cxn modelId="{D9A1D752-53CB-4B0B-8059-22BAF9C47ABB}" type="presParOf" srcId="{E8812FE2-75B7-4EE1-8234-7954E1B1C2B0}" destId="{48C859C3-E01E-4EFE-9AF9-E8A7891E88E8}" srcOrd="3" destOrd="0" presId="urn:microsoft.com/office/officeart/2005/8/layout/orgChart1"/>
    <dgm:cxn modelId="{8489DFC4-3980-4669-8F4A-257764AA74EF}" type="presParOf" srcId="{48C859C3-E01E-4EFE-9AF9-E8A7891E88E8}" destId="{77B59A29-BD06-4E87-B009-878BEAB35C39}" srcOrd="0" destOrd="0" presId="urn:microsoft.com/office/officeart/2005/8/layout/orgChart1"/>
    <dgm:cxn modelId="{BA910E36-07F9-4428-B51B-15A77360FD8A}" type="presParOf" srcId="{77B59A29-BD06-4E87-B009-878BEAB35C39}" destId="{8D0B0D71-5EB7-4544-92A0-4F1F9CC28B2A}" srcOrd="0" destOrd="0" presId="urn:microsoft.com/office/officeart/2005/8/layout/orgChart1"/>
    <dgm:cxn modelId="{71B22670-CE09-4B79-B728-A3DC077EA4C7}" type="presParOf" srcId="{77B59A29-BD06-4E87-B009-878BEAB35C39}" destId="{07E8B9D2-4452-4027-9655-C28071B502FF}" srcOrd="1" destOrd="0" presId="urn:microsoft.com/office/officeart/2005/8/layout/orgChart1"/>
    <dgm:cxn modelId="{96056D23-01E9-451B-88CE-14212D3CAC97}" type="presParOf" srcId="{48C859C3-E01E-4EFE-9AF9-E8A7891E88E8}" destId="{709B1BBA-F50F-4384-BE52-BBA3DF349F29}" srcOrd="1" destOrd="0" presId="urn:microsoft.com/office/officeart/2005/8/layout/orgChart1"/>
    <dgm:cxn modelId="{04CAD37F-F2E6-4564-93FC-818B374F29D3}" type="presParOf" srcId="{48C859C3-E01E-4EFE-9AF9-E8A7891E88E8}" destId="{0B35E10B-1C52-492D-8FC9-7D14FA8F3ADA}" srcOrd="2" destOrd="0" presId="urn:microsoft.com/office/officeart/2005/8/layout/orgChart1"/>
    <dgm:cxn modelId="{FA70F922-5EC7-41CA-8E9E-D8B5ED53632E}" type="presParOf" srcId="{E8812FE2-75B7-4EE1-8234-7954E1B1C2B0}" destId="{66859F49-5CAF-49A3-B800-DED4D28E832B}" srcOrd="4" destOrd="0" presId="urn:microsoft.com/office/officeart/2005/8/layout/orgChart1"/>
    <dgm:cxn modelId="{5B43BF61-478C-48CB-BBE0-A872DE0F2A73}" type="presParOf" srcId="{E8812FE2-75B7-4EE1-8234-7954E1B1C2B0}" destId="{18B42742-8FDB-4170-8EDE-F0D6B3FF1F0A}" srcOrd="5" destOrd="0" presId="urn:microsoft.com/office/officeart/2005/8/layout/orgChart1"/>
    <dgm:cxn modelId="{2086448B-924D-4912-BBBE-C112510F4894}" type="presParOf" srcId="{18B42742-8FDB-4170-8EDE-F0D6B3FF1F0A}" destId="{A9619A70-F8EA-41AC-B4F7-B48D81A10041}" srcOrd="0" destOrd="0" presId="urn:microsoft.com/office/officeart/2005/8/layout/orgChart1"/>
    <dgm:cxn modelId="{FAB6A732-45BF-463B-880A-AA1D562270B9}" type="presParOf" srcId="{A9619A70-F8EA-41AC-B4F7-B48D81A10041}" destId="{5E61FF5F-169C-414C-B100-D42E86D2450C}" srcOrd="0" destOrd="0" presId="urn:microsoft.com/office/officeart/2005/8/layout/orgChart1"/>
    <dgm:cxn modelId="{13708B6B-AA28-467F-991B-5078EFDF1DB7}" type="presParOf" srcId="{A9619A70-F8EA-41AC-B4F7-B48D81A10041}" destId="{D037B0CF-C9AD-4490-B45E-1A6DFD6F0D7C}" srcOrd="1" destOrd="0" presId="urn:microsoft.com/office/officeart/2005/8/layout/orgChart1"/>
    <dgm:cxn modelId="{3D4E6F75-9B8A-4DD1-B5A0-58A59ED04C2D}" type="presParOf" srcId="{18B42742-8FDB-4170-8EDE-F0D6B3FF1F0A}" destId="{EB04D943-56EF-4F9B-99EE-BBEA7B2740B3}" srcOrd="1" destOrd="0" presId="urn:microsoft.com/office/officeart/2005/8/layout/orgChart1"/>
    <dgm:cxn modelId="{BA3910E4-C23D-430D-8BC8-6D42673F5CC4}" type="presParOf" srcId="{18B42742-8FDB-4170-8EDE-F0D6B3FF1F0A}" destId="{9A299EBF-6BA7-4000-894C-03EABFC32E40}" srcOrd="2" destOrd="0" presId="urn:microsoft.com/office/officeart/2005/8/layout/orgChart1"/>
    <dgm:cxn modelId="{32CAD70C-8A9C-402A-8FAE-831DA21DE799}" type="presParOf" srcId="{E8812FE2-75B7-4EE1-8234-7954E1B1C2B0}" destId="{D052C1F2-1B1D-4B1E-8DA4-759EF2C8EF0C}" srcOrd="6" destOrd="0" presId="urn:microsoft.com/office/officeart/2005/8/layout/orgChart1"/>
    <dgm:cxn modelId="{4A3041B2-48EA-4528-8088-10FC14DD0773}" type="presParOf" srcId="{E8812FE2-75B7-4EE1-8234-7954E1B1C2B0}" destId="{2E276396-0461-4A05-9C00-BBBC12BB672A}" srcOrd="7" destOrd="0" presId="urn:microsoft.com/office/officeart/2005/8/layout/orgChart1"/>
    <dgm:cxn modelId="{747BD6E0-BB1D-4351-A6E5-32D0248EAC3A}" type="presParOf" srcId="{2E276396-0461-4A05-9C00-BBBC12BB672A}" destId="{879907CA-3F12-488C-9290-4E7CC9FFE9F2}" srcOrd="0" destOrd="0" presId="urn:microsoft.com/office/officeart/2005/8/layout/orgChart1"/>
    <dgm:cxn modelId="{048FB9BC-05E1-4C94-8DC3-555CF140A1E6}" type="presParOf" srcId="{879907CA-3F12-488C-9290-4E7CC9FFE9F2}" destId="{AA601002-A2E6-4518-95EF-B539F6CA8BBF}" srcOrd="0" destOrd="0" presId="urn:microsoft.com/office/officeart/2005/8/layout/orgChart1"/>
    <dgm:cxn modelId="{C8EF720B-1C54-4943-858C-B0D86F15DFA9}" type="presParOf" srcId="{879907CA-3F12-488C-9290-4E7CC9FFE9F2}" destId="{56665E3D-45B2-48A3-99F8-59B57C39E545}" srcOrd="1" destOrd="0" presId="urn:microsoft.com/office/officeart/2005/8/layout/orgChart1"/>
    <dgm:cxn modelId="{17AA20A3-C6AA-4305-8018-D33FCE739100}" type="presParOf" srcId="{2E276396-0461-4A05-9C00-BBBC12BB672A}" destId="{39F2F689-51C5-4904-8C51-92F18012E4D8}" srcOrd="1" destOrd="0" presId="urn:microsoft.com/office/officeart/2005/8/layout/orgChart1"/>
    <dgm:cxn modelId="{1608724E-F3EF-4E82-9610-54B64872F87A}" type="presParOf" srcId="{2E276396-0461-4A05-9C00-BBBC12BB672A}" destId="{2E228F93-096D-427D-B1FA-831B806F3B09}" srcOrd="2" destOrd="0" presId="urn:microsoft.com/office/officeart/2005/8/layout/orgChart1"/>
    <dgm:cxn modelId="{C01A49DA-864B-4B3F-A621-7B0BC38DFA36}" type="presParOf" srcId="{E8812FE2-75B7-4EE1-8234-7954E1B1C2B0}" destId="{FBE801FF-A8BC-4A70-895F-95F8538AA72B}" srcOrd="8" destOrd="0" presId="urn:microsoft.com/office/officeart/2005/8/layout/orgChart1"/>
    <dgm:cxn modelId="{0DA7E85B-9F6E-4E01-97FC-1BEE614DA636}" type="presParOf" srcId="{E8812FE2-75B7-4EE1-8234-7954E1B1C2B0}" destId="{3B030427-88F9-4F92-93A5-ED4817986A3D}" srcOrd="9" destOrd="0" presId="urn:microsoft.com/office/officeart/2005/8/layout/orgChart1"/>
    <dgm:cxn modelId="{4387D434-03F4-4113-936F-9354D663103F}" type="presParOf" srcId="{3B030427-88F9-4F92-93A5-ED4817986A3D}" destId="{D34A95F4-E589-4F8C-9607-0B1C80C913EC}" srcOrd="0" destOrd="0" presId="urn:microsoft.com/office/officeart/2005/8/layout/orgChart1"/>
    <dgm:cxn modelId="{0D1318D2-F0E5-4419-9FFE-4427566D4B3B}" type="presParOf" srcId="{D34A95F4-E589-4F8C-9607-0B1C80C913EC}" destId="{A6C6976D-9D0D-443E-B9CE-12345B282C0E}" srcOrd="0" destOrd="0" presId="urn:microsoft.com/office/officeart/2005/8/layout/orgChart1"/>
    <dgm:cxn modelId="{DB0E788D-A025-45A8-97AA-0C25195C0EBB}" type="presParOf" srcId="{D34A95F4-E589-4F8C-9607-0B1C80C913EC}" destId="{D4FCB51B-44A9-41E2-9CCE-0ACEBAE8B82C}" srcOrd="1" destOrd="0" presId="urn:microsoft.com/office/officeart/2005/8/layout/orgChart1"/>
    <dgm:cxn modelId="{3B1C284C-3888-4174-94FE-06600CCF20F9}" type="presParOf" srcId="{3B030427-88F9-4F92-93A5-ED4817986A3D}" destId="{8FEDA7C3-F776-4E00-88ED-E3C5FDAB8BE8}" srcOrd="1" destOrd="0" presId="urn:microsoft.com/office/officeart/2005/8/layout/orgChart1"/>
    <dgm:cxn modelId="{0D05DF0A-E87D-47E0-ADD5-130830E3D9D2}" type="presParOf" srcId="{3B030427-88F9-4F92-93A5-ED4817986A3D}" destId="{89FE0DD3-A4B1-46D7-90B3-F6A373B1A1CE}" srcOrd="2" destOrd="0" presId="urn:microsoft.com/office/officeart/2005/8/layout/orgChart1"/>
    <dgm:cxn modelId="{A81F8F7B-E72C-420C-A59A-1A7951CE48E5}" type="presParOf" srcId="{D3732F57-D65F-490F-AC22-A19DAD63BCCF}" destId="{B95FC23A-E855-4F6E-84A0-A4CA0CEC7517}" srcOrd="2" destOrd="0" presId="urn:microsoft.com/office/officeart/2005/8/layout/orgChart1"/>
    <dgm:cxn modelId="{6CE6991B-2DF0-4BFD-A2DF-FA4F1D6F03CE}" type="presParOf" srcId="{9E907512-75C1-468D-AE9B-DE60B67D59DB}" destId="{5DECE4D5-91B9-4F39-AC83-3A7C65F2FD71}" srcOrd="2" destOrd="0" presId="urn:microsoft.com/office/officeart/2005/8/layout/orgChart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DB0B84-B478-45DC-ABF5-28BFB655CB4B}" type="doc">
      <dgm:prSet loTypeId="urn:microsoft.com/office/officeart/2005/8/layout/orgChart1" loCatId="hierarchy" qsTypeId="urn:microsoft.com/office/officeart/2005/8/quickstyle/simple4" qsCatId="simple" csTypeId="urn:microsoft.com/office/officeart/2005/8/colors/colorful1" csCatId="colorful" phldr="1"/>
      <dgm:spPr/>
      <dgm:t>
        <a:bodyPr/>
        <a:lstStyle/>
        <a:p>
          <a:endParaRPr lang="de-DE"/>
        </a:p>
      </dgm:t>
    </dgm:pt>
    <dgm:pt modelId="{D905062B-8226-40E6-B9D3-BD5ADF0F4FF2}">
      <dgm:prSet/>
      <dgm:spPr/>
      <dgm:t>
        <a:bodyPr/>
        <a:lstStyle/>
        <a:p>
          <a:r>
            <a:rPr lang="de-DE"/>
            <a:t>KFZ</a:t>
          </a:r>
        </a:p>
      </dgm:t>
    </dgm:pt>
    <dgm:pt modelId="{36EDEBC1-FD4B-48A5-8A31-04DC8AE2BACA}" type="parTrans" cxnId="{B6C53EFC-5BC9-48CC-BFB0-A0EEE186C6BB}">
      <dgm:prSet/>
      <dgm:spPr/>
      <dgm:t>
        <a:bodyPr/>
        <a:lstStyle/>
        <a:p>
          <a:endParaRPr lang="de-DE"/>
        </a:p>
      </dgm:t>
    </dgm:pt>
    <dgm:pt modelId="{E7AAB7DF-AE68-4897-B209-16CDAF80B241}" type="sibTrans" cxnId="{B6C53EFC-5BC9-48CC-BFB0-A0EEE186C6BB}">
      <dgm:prSet/>
      <dgm:spPr/>
      <dgm:t>
        <a:bodyPr/>
        <a:lstStyle/>
        <a:p>
          <a:endParaRPr lang="de-DE"/>
        </a:p>
      </dgm:t>
    </dgm:pt>
    <dgm:pt modelId="{260BF826-EEE7-475B-8302-9EB7EF0FB178}">
      <dgm:prSet custT="1"/>
      <dgm:spPr/>
      <dgm:t>
        <a:bodyPr/>
        <a:lstStyle/>
        <a:p>
          <a:r>
            <a:rPr lang="de-DE" sz="1200" dirty="0" err="1"/>
            <a:t>Kun_id</a:t>
          </a:r>
          <a:endParaRPr lang="de-DE" sz="1200" dirty="0"/>
        </a:p>
      </dgm:t>
    </dgm:pt>
    <dgm:pt modelId="{D986DDF4-1EF7-454B-AAD9-CB8F8E5D05FE}" type="parTrans" cxnId="{EC973A6C-627D-4BEA-8EB3-192F6B2219B6}">
      <dgm:prSet/>
      <dgm:spPr/>
      <dgm:t>
        <a:bodyPr/>
        <a:lstStyle/>
        <a:p>
          <a:endParaRPr lang="de-DE"/>
        </a:p>
      </dgm:t>
    </dgm:pt>
    <dgm:pt modelId="{50D2DE74-66EF-4834-9242-D4A1DCA8EF54}" type="sibTrans" cxnId="{EC973A6C-627D-4BEA-8EB3-192F6B2219B6}">
      <dgm:prSet/>
      <dgm:spPr/>
      <dgm:t>
        <a:bodyPr/>
        <a:lstStyle/>
        <a:p>
          <a:endParaRPr lang="de-DE"/>
        </a:p>
      </dgm:t>
    </dgm:pt>
    <dgm:pt modelId="{9B690F89-C137-4480-A64F-8C9CC477881B}">
      <dgm:prSet custT="1"/>
      <dgm:spPr/>
      <dgm:t>
        <a:bodyPr/>
        <a:lstStyle/>
        <a:p>
          <a:r>
            <a:rPr lang="de-DE" sz="1200" dirty="0"/>
            <a:t>Kun_-name</a:t>
          </a:r>
        </a:p>
      </dgm:t>
    </dgm:pt>
    <dgm:pt modelId="{6327ACA4-8DD3-4D7E-92EE-CAB24854A3DE}" type="parTrans" cxnId="{772AD565-E83F-4A3E-9DB1-93C01A7F806A}">
      <dgm:prSet/>
      <dgm:spPr/>
      <dgm:t>
        <a:bodyPr/>
        <a:lstStyle/>
        <a:p>
          <a:endParaRPr lang="de-DE"/>
        </a:p>
      </dgm:t>
    </dgm:pt>
    <dgm:pt modelId="{B0C7F2E1-2CE9-46BA-B179-F02B3F349A3D}" type="sibTrans" cxnId="{772AD565-E83F-4A3E-9DB1-93C01A7F806A}">
      <dgm:prSet/>
      <dgm:spPr/>
      <dgm:t>
        <a:bodyPr/>
        <a:lstStyle/>
        <a:p>
          <a:endParaRPr lang="de-DE"/>
        </a:p>
      </dgm:t>
    </dgm:pt>
    <dgm:pt modelId="{AC906E97-D03B-4750-9C07-2B06BC127A18}">
      <dgm:prSet custT="1"/>
      <dgm:spPr/>
      <dgm:t>
        <a:bodyPr/>
        <a:lstStyle/>
        <a:p>
          <a:r>
            <a:rPr lang="de-DE" sz="1200" dirty="0"/>
            <a:t>Straße</a:t>
          </a:r>
        </a:p>
      </dgm:t>
    </dgm:pt>
    <dgm:pt modelId="{835F6CC9-99D5-4275-9CA6-00661E7D5A45}" type="parTrans" cxnId="{EFD1C8F2-E234-4139-9626-3499B081EBEE}">
      <dgm:prSet/>
      <dgm:spPr/>
      <dgm:t>
        <a:bodyPr/>
        <a:lstStyle/>
        <a:p>
          <a:endParaRPr lang="de-DE"/>
        </a:p>
      </dgm:t>
    </dgm:pt>
    <dgm:pt modelId="{B23F22EF-0D08-4E71-B5F5-ACDB292EBCD3}" type="sibTrans" cxnId="{EFD1C8F2-E234-4139-9626-3499B081EBEE}">
      <dgm:prSet/>
      <dgm:spPr/>
      <dgm:t>
        <a:bodyPr/>
        <a:lstStyle/>
        <a:p>
          <a:endParaRPr lang="de-DE"/>
        </a:p>
      </dgm:t>
    </dgm:pt>
    <dgm:pt modelId="{147FBBE8-93CF-4731-9367-659C214A8742}">
      <dgm:prSet custT="1"/>
      <dgm:spPr/>
      <dgm:t>
        <a:bodyPr/>
        <a:lstStyle/>
        <a:p>
          <a:r>
            <a:rPr lang="de-DE" sz="1200" dirty="0"/>
            <a:t>Telefon</a:t>
          </a:r>
        </a:p>
      </dgm:t>
    </dgm:pt>
    <dgm:pt modelId="{C08DA3F1-3B71-450F-8F23-2BD5655189BC}" type="parTrans" cxnId="{ACFC585D-68E0-42B8-A223-C5916F2DA5FD}">
      <dgm:prSet/>
      <dgm:spPr/>
      <dgm:t>
        <a:bodyPr/>
        <a:lstStyle/>
        <a:p>
          <a:endParaRPr lang="de-DE"/>
        </a:p>
      </dgm:t>
    </dgm:pt>
    <dgm:pt modelId="{D8B7CE80-ACEB-496A-A6EA-A90D9E02262F}" type="sibTrans" cxnId="{ACFC585D-68E0-42B8-A223-C5916F2DA5FD}">
      <dgm:prSet/>
      <dgm:spPr/>
      <dgm:t>
        <a:bodyPr/>
        <a:lstStyle/>
        <a:p>
          <a:endParaRPr lang="de-DE"/>
        </a:p>
      </dgm:t>
    </dgm:pt>
    <dgm:pt modelId="{24BECC70-CE8D-46BB-9181-BCA3B7D4F43E}">
      <dgm:prSet custT="1"/>
      <dgm:spPr/>
      <dgm:t>
        <a:bodyPr/>
        <a:lstStyle/>
        <a:p>
          <a:r>
            <a:rPr lang="de-DE" sz="1200" dirty="0"/>
            <a:t>E-Mail</a:t>
          </a:r>
        </a:p>
      </dgm:t>
    </dgm:pt>
    <dgm:pt modelId="{506ED219-11C5-4CB9-9B02-07FB41E991C2}" type="parTrans" cxnId="{98092041-88E3-4327-95B4-C3A7314F3640}">
      <dgm:prSet/>
      <dgm:spPr/>
      <dgm:t>
        <a:bodyPr/>
        <a:lstStyle/>
        <a:p>
          <a:endParaRPr lang="de-DE"/>
        </a:p>
      </dgm:t>
    </dgm:pt>
    <dgm:pt modelId="{A5A695C1-F71B-4984-8258-628BAA8CA826}" type="sibTrans" cxnId="{98092041-88E3-4327-95B4-C3A7314F3640}">
      <dgm:prSet/>
      <dgm:spPr/>
      <dgm:t>
        <a:bodyPr/>
        <a:lstStyle/>
        <a:p>
          <a:endParaRPr lang="de-DE"/>
        </a:p>
      </dgm:t>
    </dgm:pt>
    <dgm:pt modelId="{923B5847-D916-4A69-B5C4-2102D56856F9}">
      <dgm:prSet custT="1"/>
      <dgm:spPr/>
      <dgm:t>
        <a:bodyPr/>
        <a:lstStyle/>
        <a:p>
          <a:r>
            <a:rPr lang="de-DE" sz="1200" dirty="0" err="1"/>
            <a:t>Ort_id_f</a:t>
          </a:r>
          <a:endParaRPr lang="de-DE" sz="1200" dirty="0"/>
        </a:p>
      </dgm:t>
    </dgm:pt>
    <dgm:pt modelId="{9CAEC793-A85E-45AF-802E-E537687945F7}" type="parTrans" cxnId="{06D21ED6-E58B-45C3-9182-6827EDE3A5BD}">
      <dgm:prSet/>
      <dgm:spPr/>
      <dgm:t>
        <a:bodyPr/>
        <a:lstStyle/>
        <a:p>
          <a:endParaRPr lang="de-DE"/>
        </a:p>
      </dgm:t>
    </dgm:pt>
    <dgm:pt modelId="{1FE63736-852B-4577-ADE1-641C3CF71C70}" type="sibTrans" cxnId="{06D21ED6-E58B-45C3-9182-6827EDE3A5BD}">
      <dgm:prSet/>
      <dgm:spPr/>
      <dgm:t>
        <a:bodyPr/>
        <a:lstStyle/>
        <a:p>
          <a:endParaRPr lang="de-DE"/>
        </a:p>
      </dgm:t>
    </dgm:pt>
    <dgm:pt modelId="{B064233E-C0FD-41D0-B557-FB28A877A36A}">
      <dgm:prSet custT="1"/>
      <dgm:spPr/>
      <dgm:t>
        <a:bodyPr/>
        <a:lstStyle/>
        <a:p>
          <a:r>
            <a:rPr lang="de-DE" sz="1200" dirty="0"/>
            <a:t>Haus-nummer</a:t>
          </a:r>
        </a:p>
      </dgm:t>
    </dgm:pt>
    <dgm:pt modelId="{2F96FAFA-B8B5-46C0-BB50-CBD97A236D5C}" type="parTrans" cxnId="{C93E4DB9-F640-4A89-A361-7C0D32C7BE0B}">
      <dgm:prSet/>
      <dgm:spPr/>
      <dgm:t>
        <a:bodyPr/>
        <a:lstStyle/>
        <a:p>
          <a:endParaRPr lang="de-DE"/>
        </a:p>
      </dgm:t>
    </dgm:pt>
    <dgm:pt modelId="{61A292B9-ECE0-443C-B218-4A6C31061C61}" type="sibTrans" cxnId="{C93E4DB9-F640-4A89-A361-7C0D32C7BE0B}">
      <dgm:prSet/>
      <dgm:spPr/>
      <dgm:t>
        <a:bodyPr/>
        <a:lstStyle/>
        <a:p>
          <a:endParaRPr lang="de-DE"/>
        </a:p>
      </dgm:t>
    </dgm:pt>
    <dgm:pt modelId="{F7343D46-28E1-4BB4-9755-6F666BF2AC39}">
      <dgm:prSet custT="1"/>
      <dgm:spPr/>
      <dgm:t>
        <a:bodyPr/>
        <a:lstStyle/>
        <a:p>
          <a:r>
            <a:rPr lang="de-DE" sz="1400" dirty="0"/>
            <a:t>Ort</a:t>
          </a:r>
        </a:p>
      </dgm:t>
    </dgm:pt>
    <dgm:pt modelId="{B905E722-AC71-4819-95D4-4A9D23D2E89F}" type="parTrans" cxnId="{400B4A2D-1361-421C-9026-305CD2229105}">
      <dgm:prSet/>
      <dgm:spPr/>
      <dgm:t>
        <a:bodyPr/>
        <a:lstStyle/>
        <a:p>
          <a:endParaRPr lang="de-DE"/>
        </a:p>
      </dgm:t>
    </dgm:pt>
    <dgm:pt modelId="{B9BFA5A3-7132-47D5-B104-DE7991894459}" type="sibTrans" cxnId="{400B4A2D-1361-421C-9026-305CD2229105}">
      <dgm:prSet/>
      <dgm:spPr/>
      <dgm:t>
        <a:bodyPr/>
        <a:lstStyle/>
        <a:p>
          <a:endParaRPr lang="de-DE"/>
        </a:p>
      </dgm:t>
    </dgm:pt>
    <dgm:pt modelId="{0C6601D7-0A69-45AB-81DF-DE749031B2F8}">
      <dgm:prSet custT="1"/>
      <dgm:spPr/>
      <dgm:t>
        <a:bodyPr/>
        <a:lstStyle/>
        <a:p>
          <a:r>
            <a:rPr lang="de-DE" sz="1400" dirty="0" err="1"/>
            <a:t>Ort_id</a:t>
          </a:r>
          <a:endParaRPr lang="de-DE" sz="1400" dirty="0"/>
        </a:p>
      </dgm:t>
    </dgm:pt>
    <dgm:pt modelId="{774D199A-B00B-48B4-8AA4-8B3EE0D9080E}" type="parTrans" cxnId="{C6D0F217-62A7-436E-8D07-03D8B1D79A39}">
      <dgm:prSet/>
      <dgm:spPr/>
      <dgm:t>
        <a:bodyPr/>
        <a:lstStyle/>
        <a:p>
          <a:endParaRPr lang="de-DE"/>
        </a:p>
      </dgm:t>
    </dgm:pt>
    <dgm:pt modelId="{877A540E-9A11-4063-9A89-00DD303093E3}" type="sibTrans" cxnId="{C6D0F217-62A7-436E-8D07-03D8B1D79A39}">
      <dgm:prSet/>
      <dgm:spPr/>
      <dgm:t>
        <a:bodyPr/>
        <a:lstStyle/>
        <a:p>
          <a:endParaRPr lang="de-DE"/>
        </a:p>
      </dgm:t>
    </dgm:pt>
    <dgm:pt modelId="{4887F99A-64DF-489A-ACA0-FAD8795D0CD4}">
      <dgm:prSet custT="1"/>
      <dgm:spPr/>
      <dgm:t>
        <a:bodyPr/>
        <a:lstStyle/>
        <a:p>
          <a:r>
            <a:rPr lang="de-DE" sz="1400" dirty="0"/>
            <a:t>PLZ</a:t>
          </a:r>
        </a:p>
      </dgm:t>
    </dgm:pt>
    <dgm:pt modelId="{7C4C0EEC-AAB2-4686-B8A4-7FBC05124D11}" type="parTrans" cxnId="{F29D0C37-0F82-45C7-9FD7-3D9B0CD23DB3}">
      <dgm:prSet/>
      <dgm:spPr/>
      <dgm:t>
        <a:bodyPr/>
        <a:lstStyle/>
        <a:p>
          <a:endParaRPr lang="de-DE"/>
        </a:p>
      </dgm:t>
    </dgm:pt>
    <dgm:pt modelId="{6C1EF07C-2EC5-4112-BACE-C6DE4D2D2385}" type="sibTrans" cxnId="{F29D0C37-0F82-45C7-9FD7-3D9B0CD23DB3}">
      <dgm:prSet/>
      <dgm:spPr/>
      <dgm:t>
        <a:bodyPr/>
        <a:lstStyle/>
        <a:p>
          <a:endParaRPr lang="de-DE"/>
        </a:p>
      </dgm:t>
    </dgm:pt>
    <dgm:pt modelId="{28300C0E-DDB8-49E5-982F-4D999D7C60E1}">
      <dgm:prSet custT="1"/>
      <dgm:spPr/>
      <dgm:t>
        <a:bodyPr/>
        <a:lstStyle/>
        <a:p>
          <a:r>
            <a:rPr lang="de-DE" sz="1400" dirty="0"/>
            <a:t>Ortsname</a:t>
          </a:r>
        </a:p>
      </dgm:t>
    </dgm:pt>
    <dgm:pt modelId="{E9D89CC5-C93E-42E8-A6AF-B05F6B6557D3}" type="parTrans" cxnId="{26F9A3E0-4563-45AF-8E37-B58992488664}">
      <dgm:prSet/>
      <dgm:spPr/>
      <dgm:t>
        <a:bodyPr/>
        <a:lstStyle/>
        <a:p>
          <a:endParaRPr lang="de-DE"/>
        </a:p>
      </dgm:t>
    </dgm:pt>
    <dgm:pt modelId="{0CF67339-F005-4942-A529-D74585273812}" type="sibTrans" cxnId="{26F9A3E0-4563-45AF-8E37-B58992488664}">
      <dgm:prSet/>
      <dgm:spPr/>
      <dgm:t>
        <a:bodyPr/>
        <a:lstStyle/>
        <a:p>
          <a:endParaRPr lang="de-DE"/>
        </a:p>
      </dgm:t>
    </dgm:pt>
    <dgm:pt modelId="{FEFB6219-3A1F-44AD-A50F-5446D62D42C3}">
      <dgm:prSet custT="1"/>
      <dgm:spPr/>
      <dgm:t>
        <a:bodyPr/>
        <a:lstStyle/>
        <a:p>
          <a:r>
            <a:rPr lang="de-DE" sz="1400" dirty="0"/>
            <a:t>Kunde</a:t>
          </a:r>
          <a:endParaRPr lang="de-DE" dirty="0"/>
        </a:p>
      </dgm:t>
    </dgm:pt>
    <dgm:pt modelId="{ADEA8BBA-E9F3-4D8A-96E4-431914DBC7B1}" type="sibTrans" cxnId="{4B4C69C9-CEA3-4A70-B99C-790BF6EC61CD}">
      <dgm:prSet/>
      <dgm:spPr/>
      <dgm:t>
        <a:bodyPr/>
        <a:lstStyle/>
        <a:p>
          <a:endParaRPr lang="de-DE"/>
        </a:p>
      </dgm:t>
    </dgm:pt>
    <dgm:pt modelId="{212DAB52-4BFD-415C-80C7-4BD0F1D1D76E}" type="parTrans" cxnId="{4B4C69C9-CEA3-4A70-B99C-790BF6EC61CD}">
      <dgm:prSet/>
      <dgm:spPr/>
      <dgm:t>
        <a:bodyPr/>
        <a:lstStyle/>
        <a:p>
          <a:endParaRPr lang="de-DE"/>
        </a:p>
      </dgm:t>
    </dgm:pt>
    <dgm:pt modelId="{3E35C48A-0844-47A6-B895-00E2D0DC19B9}">
      <dgm:prSet custT="1"/>
      <dgm:spPr/>
      <dgm:t>
        <a:bodyPr/>
        <a:lstStyle/>
        <a:p>
          <a:r>
            <a:rPr lang="de-DE" sz="1200" dirty="0"/>
            <a:t>Auftrag</a:t>
          </a:r>
        </a:p>
      </dgm:t>
    </dgm:pt>
    <dgm:pt modelId="{9AC7D920-61D4-4E31-A854-BC6BB6002098}" type="parTrans" cxnId="{ED7BB92A-B12C-4E2B-A07C-0CF6A0D1CE43}">
      <dgm:prSet/>
      <dgm:spPr/>
      <dgm:t>
        <a:bodyPr/>
        <a:lstStyle/>
        <a:p>
          <a:endParaRPr lang="de-DE"/>
        </a:p>
      </dgm:t>
    </dgm:pt>
    <dgm:pt modelId="{5F56301C-57A1-4CE6-862C-5DEBFFEB19CD}" type="sibTrans" cxnId="{ED7BB92A-B12C-4E2B-A07C-0CF6A0D1CE43}">
      <dgm:prSet/>
      <dgm:spPr/>
      <dgm:t>
        <a:bodyPr/>
        <a:lstStyle/>
        <a:p>
          <a:endParaRPr lang="de-DE"/>
        </a:p>
      </dgm:t>
    </dgm:pt>
    <dgm:pt modelId="{CDF4396E-1B7D-4555-A087-AE6E13AD9D68}">
      <dgm:prSet/>
      <dgm:spPr/>
      <dgm:t>
        <a:bodyPr/>
        <a:lstStyle/>
        <a:p>
          <a:r>
            <a:rPr lang="de-DE" dirty="0" err="1"/>
            <a:t>Auf_id</a:t>
          </a:r>
          <a:endParaRPr lang="de-DE" dirty="0"/>
        </a:p>
      </dgm:t>
    </dgm:pt>
    <dgm:pt modelId="{147A607A-A690-40D6-959B-5784D34A879F}" type="parTrans" cxnId="{3B135367-5EEE-4E73-86BF-522C8831370D}">
      <dgm:prSet/>
      <dgm:spPr/>
      <dgm:t>
        <a:bodyPr/>
        <a:lstStyle/>
        <a:p>
          <a:endParaRPr lang="de-DE"/>
        </a:p>
      </dgm:t>
    </dgm:pt>
    <dgm:pt modelId="{3DFDE7B5-DB99-45B9-8FBD-364289A3782A}" type="sibTrans" cxnId="{3B135367-5EEE-4E73-86BF-522C8831370D}">
      <dgm:prSet/>
      <dgm:spPr/>
      <dgm:t>
        <a:bodyPr/>
        <a:lstStyle/>
        <a:p>
          <a:endParaRPr lang="de-DE"/>
        </a:p>
      </dgm:t>
    </dgm:pt>
    <dgm:pt modelId="{740F2894-59B8-43C7-8CD2-4B398F95904D}">
      <dgm:prSet/>
      <dgm:spPr/>
      <dgm:t>
        <a:bodyPr/>
        <a:lstStyle/>
        <a:p>
          <a:r>
            <a:rPr lang="de-DE" dirty="0" err="1"/>
            <a:t>Kun_id_f</a:t>
          </a:r>
          <a:endParaRPr lang="de-DE" dirty="0"/>
        </a:p>
      </dgm:t>
    </dgm:pt>
    <dgm:pt modelId="{DBCFF9A3-D454-42EC-874B-22220F04B4CA}" type="parTrans" cxnId="{E7037AF1-F269-4870-B946-561705CD4B39}">
      <dgm:prSet/>
      <dgm:spPr/>
      <dgm:t>
        <a:bodyPr/>
        <a:lstStyle/>
        <a:p>
          <a:endParaRPr lang="de-DE"/>
        </a:p>
      </dgm:t>
    </dgm:pt>
    <dgm:pt modelId="{1F229F17-A2F1-478D-A96B-D4C0FBC8F999}" type="sibTrans" cxnId="{E7037AF1-F269-4870-B946-561705CD4B39}">
      <dgm:prSet/>
      <dgm:spPr/>
      <dgm:t>
        <a:bodyPr/>
        <a:lstStyle/>
        <a:p>
          <a:endParaRPr lang="de-DE"/>
        </a:p>
      </dgm:t>
    </dgm:pt>
    <dgm:pt modelId="{9D51EBFB-6A18-427C-AA07-3C6CD8DEDEE4}">
      <dgm:prSet/>
      <dgm:spPr/>
      <dgm:t>
        <a:bodyPr/>
        <a:lstStyle/>
        <a:p>
          <a:r>
            <a:rPr lang="de-DE" dirty="0"/>
            <a:t>Bestell-datum</a:t>
          </a:r>
        </a:p>
      </dgm:t>
    </dgm:pt>
    <dgm:pt modelId="{7F9603D1-82F1-42EE-BBE1-902CADE7C0B9}" type="parTrans" cxnId="{CA702262-7E88-41E8-B9C0-BD345B0A14A4}">
      <dgm:prSet/>
      <dgm:spPr/>
      <dgm:t>
        <a:bodyPr/>
        <a:lstStyle/>
        <a:p>
          <a:endParaRPr lang="de-DE"/>
        </a:p>
      </dgm:t>
    </dgm:pt>
    <dgm:pt modelId="{1A1FCF3F-0CA4-4BAB-A912-201F31008FBC}" type="sibTrans" cxnId="{CA702262-7E88-41E8-B9C0-BD345B0A14A4}">
      <dgm:prSet/>
      <dgm:spPr/>
      <dgm:t>
        <a:bodyPr/>
        <a:lstStyle/>
        <a:p>
          <a:endParaRPr lang="de-DE"/>
        </a:p>
      </dgm:t>
    </dgm:pt>
    <dgm:pt modelId="{F748754C-8971-44BF-B5A1-F45A3E159A16}">
      <dgm:prSet/>
      <dgm:spPr/>
      <dgm:t>
        <a:bodyPr/>
        <a:lstStyle/>
        <a:p>
          <a:r>
            <a:rPr lang="de-DE" dirty="0"/>
            <a:t>Position</a:t>
          </a:r>
        </a:p>
      </dgm:t>
    </dgm:pt>
    <dgm:pt modelId="{504BA2DC-B6AF-47BA-BFD0-41BD95BC0D1A}" type="parTrans" cxnId="{2C6C8029-9E2F-4948-BD42-F71CBD2B9721}">
      <dgm:prSet/>
      <dgm:spPr/>
      <dgm:t>
        <a:bodyPr/>
        <a:lstStyle/>
        <a:p>
          <a:endParaRPr lang="de-DE"/>
        </a:p>
      </dgm:t>
    </dgm:pt>
    <dgm:pt modelId="{9892E78F-5B12-47E2-B5C6-1AF5CB95D4CA}" type="sibTrans" cxnId="{2C6C8029-9E2F-4948-BD42-F71CBD2B9721}">
      <dgm:prSet/>
      <dgm:spPr/>
      <dgm:t>
        <a:bodyPr/>
        <a:lstStyle/>
        <a:p>
          <a:endParaRPr lang="de-DE"/>
        </a:p>
      </dgm:t>
    </dgm:pt>
    <dgm:pt modelId="{17038732-669E-4CFA-A4E2-C3324C308E2A}">
      <dgm:prSet/>
      <dgm:spPr/>
      <dgm:t>
        <a:bodyPr/>
        <a:lstStyle/>
        <a:p>
          <a:r>
            <a:rPr lang="de-DE" dirty="0" err="1"/>
            <a:t>Pos_id</a:t>
          </a:r>
          <a:endParaRPr lang="de-DE" dirty="0"/>
        </a:p>
      </dgm:t>
    </dgm:pt>
    <dgm:pt modelId="{163A612D-3C41-40C6-BF17-B48C88AF46DF}" type="parTrans" cxnId="{2FFAE861-AFAB-4EEE-BD98-9BBE5179D49B}">
      <dgm:prSet/>
      <dgm:spPr/>
      <dgm:t>
        <a:bodyPr/>
        <a:lstStyle/>
        <a:p>
          <a:endParaRPr lang="de-DE"/>
        </a:p>
      </dgm:t>
    </dgm:pt>
    <dgm:pt modelId="{FEC8F457-80DA-4E41-8D84-A411280859AB}" type="sibTrans" cxnId="{2FFAE861-AFAB-4EEE-BD98-9BBE5179D49B}">
      <dgm:prSet/>
      <dgm:spPr/>
      <dgm:t>
        <a:bodyPr/>
        <a:lstStyle/>
        <a:p>
          <a:endParaRPr lang="de-DE"/>
        </a:p>
      </dgm:t>
    </dgm:pt>
    <dgm:pt modelId="{90A91D39-FEAF-44E6-B740-D7179E12338F}">
      <dgm:prSet/>
      <dgm:spPr/>
      <dgm:t>
        <a:bodyPr/>
        <a:lstStyle/>
        <a:p>
          <a:r>
            <a:rPr lang="de-DE" dirty="0" err="1"/>
            <a:t>Art_id_f</a:t>
          </a:r>
          <a:endParaRPr lang="de-DE" dirty="0"/>
        </a:p>
      </dgm:t>
    </dgm:pt>
    <dgm:pt modelId="{003B6041-09E5-4A48-B44F-1F3631171B27}" type="parTrans" cxnId="{1665CFC5-25DD-43F6-A8AF-167D82720667}">
      <dgm:prSet/>
      <dgm:spPr/>
      <dgm:t>
        <a:bodyPr/>
        <a:lstStyle/>
        <a:p>
          <a:endParaRPr lang="de-DE"/>
        </a:p>
      </dgm:t>
    </dgm:pt>
    <dgm:pt modelId="{E70A4A29-D3B8-4586-8754-F56D8AAAB2FD}" type="sibTrans" cxnId="{1665CFC5-25DD-43F6-A8AF-167D82720667}">
      <dgm:prSet/>
      <dgm:spPr/>
      <dgm:t>
        <a:bodyPr/>
        <a:lstStyle/>
        <a:p>
          <a:endParaRPr lang="de-DE"/>
        </a:p>
      </dgm:t>
    </dgm:pt>
    <dgm:pt modelId="{D8AEE7E7-572F-44A7-BBA5-B9C5A40CEBB2}">
      <dgm:prSet/>
      <dgm:spPr/>
      <dgm:t>
        <a:bodyPr/>
        <a:lstStyle/>
        <a:p>
          <a:r>
            <a:rPr lang="de-DE" dirty="0" err="1"/>
            <a:t>Auf_id_f</a:t>
          </a:r>
          <a:endParaRPr lang="de-DE" dirty="0"/>
        </a:p>
      </dgm:t>
    </dgm:pt>
    <dgm:pt modelId="{911B80F1-669B-4FD6-824E-B64FC96BFD26}" type="parTrans" cxnId="{00343C5A-30E3-4C1A-AC13-41D9C534FA63}">
      <dgm:prSet/>
      <dgm:spPr/>
      <dgm:t>
        <a:bodyPr/>
        <a:lstStyle/>
        <a:p>
          <a:endParaRPr lang="de-DE"/>
        </a:p>
      </dgm:t>
    </dgm:pt>
    <dgm:pt modelId="{09AC59FC-8A80-459B-A1F6-31D8700C2680}" type="sibTrans" cxnId="{00343C5A-30E3-4C1A-AC13-41D9C534FA63}">
      <dgm:prSet/>
      <dgm:spPr/>
      <dgm:t>
        <a:bodyPr/>
        <a:lstStyle/>
        <a:p>
          <a:endParaRPr lang="de-DE"/>
        </a:p>
      </dgm:t>
    </dgm:pt>
    <dgm:pt modelId="{368C539E-F086-4350-A582-AEFA06CC5086}">
      <dgm:prSet/>
      <dgm:spPr/>
      <dgm:t>
        <a:bodyPr/>
        <a:lstStyle/>
        <a:p>
          <a:r>
            <a:rPr lang="de-DE" dirty="0"/>
            <a:t>Menge</a:t>
          </a:r>
        </a:p>
      </dgm:t>
    </dgm:pt>
    <dgm:pt modelId="{CC553AFD-B2B1-4DF1-A50B-1B6FC648D82D}" type="parTrans" cxnId="{463327CE-14C8-49AB-8EA9-66D9396B2333}">
      <dgm:prSet/>
      <dgm:spPr/>
      <dgm:t>
        <a:bodyPr/>
        <a:lstStyle/>
        <a:p>
          <a:endParaRPr lang="de-DE"/>
        </a:p>
      </dgm:t>
    </dgm:pt>
    <dgm:pt modelId="{79CCBA3B-E2FF-4901-9338-A9CE087931B8}" type="sibTrans" cxnId="{463327CE-14C8-49AB-8EA9-66D9396B2333}">
      <dgm:prSet/>
      <dgm:spPr/>
      <dgm:t>
        <a:bodyPr/>
        <a:lstStyle/>
        <a:p>
          <a:endParaRPr lang="de-DE"/>
        </a:p>
      </dgm:t>
    </dgm:pt>
    <dgm:pt modelId="{52FB6789-BE22-4F60-869E-5D8E7BEC1916}">
      <dgm:prSet/>
      <dgm:spPr/>
      <dgm:t>
        <a:bodyPr/>
        <a:lstStyle/>
        <a:p>
          <a:r>
            <a:rPr lang="de-DE" dirty="0"/>
            <a:t>Rabatt</a:t>
          </a:r>
        </a:p>
      </dgm:t>
    </dgm:pt>
    <dgm:pt modelId="{0CBD26C0-1CF1-4BDA-A08A-B9155152675D}" type="parTrans" cxnId="{40AE6203-204A-4D1E-B5F2-C887EDBEC092}">
      <dgm:prSet/>
      <dgm:spPr/>
      <dgm:t>
        <a:bodyPr/>
        <a:lstStyle/>
        <a:p>
          <a:endParaRPr lang="de-DE"/>
        </a:p>
      </dgm:t>
    </dgm:pt>
    <dgm:pt modelId="{25DF7C2F-BE76-4AAE-A2B6-CB45DEBD89BF}" type="sibTrans" cxnId="{40AE6203-204A-4D1E-B5F2-C887EDBEC092}">
      <dgm:prSet/>
      <dgm:spPr/>
      <dgm:t>
        <a:bodyPr/>
        <a:lstStyle/>
        <a:p>
          <a:endParaRPr lang="de-DE"/>
        </a:p>
      </dgm:t>
    </dgm:pt>
    <dgm:pt modelId="{A381C2D1-DE03-4852-858E-DCFCE792A1C1}">
      <dgm:prSet/>
      <dgm:spPr/>
      <dgm:t>
        <a:bodyPr/>
        <a:lstStyle/>
        <a:p>
          <a:r>
            <a:rPr lang="de-DE" dirty="0"/>
            <a:t>Artikel</a:t>
          </a:r>
        </a:p>
      </dgm:t>
    </dgm:pt>
    <dgm:pt modelId="{14470683-9FD1-4582-B1C7-784629B41B81}" type="parTrans" cxnId="{9E5D24D1-B8CF-45F8-ADBD-DA2811FEFC9B}">
      <dgm:prSet/>
      <dgm:spPr/>
      <dgm:t>
        <a:bodyPr/>
        <a:lstStyle/>
        <a:p>
          <a:endParaRPr lang="de-DE"/>
        </a:p>
      </dgm:t>
    </dgm:pt>
    <dgm:pt modelId="{9F35D008-BD22-4D6C-BD61-F184C550B2E3}" type="sibTrans" cxnId="{9E5D24D1-B8CF-45F8-ADBD-DA2811FEFC9B}">
      <dgm:prSet/>
      <dgm:spPr/>
      <dgm:t>
        <a:bodyPr/>
        <a:lstStyle/>
        <a:p>
          <a:endParaRPr lang="de-DE"/>
        </a:p>
      </dgm:t>
    </dgm:pt>
    <dgm:pt modelId="{7CA0449F-2DC0-4961-8395-48C3E8E3BB41}">
      <dgm:prSet/>
      <dgm:spPr/>
      <dgm:t>
        <a:bodyPr/>
        <a:lstStyle/>
        <a:p>
          <a:r>
            <a:rPr lang="de-DE" dirty="0" err="1"/>
            <a:t>Art_id</a:t>
          </a:r>
          <a:endParaRPr lang="de-DE" dirty="0"/>
        </a:p>
      </dgm:t>
    </dgm:pt>
    <dgm:pt modelId="{AF8A8BED-4FA3-4995-8453-AC69263E4F7B}" type="parTrans" cxnId="{D4EC7578-1338-4B29-ACDC-53394E071FD4}">
      <dgm:prSet/>
      <dgm:spPr/>
      <dgm:t>
        <a:bodyPr/>
        <a:lstStyle/>
        <a:p>
          <a:endParaRPr lang="de-DE"/>
        </a:p>
      </dgm:t>
    </dgm:pt>
    <dgm:pt modelId="{C19F0CD0-6EC3-4E79-A51F-A2658BDDF63D}" type="sibTrans" cxnId="{D4EC7578-1338-4B29-ACDC-53394E071FD4}">
      <dgm:prSet/>
      <dgm:spPr/>
      <dgm:t>
        <a:bodyPr/>
        <a:lstStyle/>
        <a:p>
          <a:endParaRPr lang="de-DE"/>
        </a:p>
      </dgm:t>
    </dgm:pt>
    <dgm:pt modelId="{C15616C1-E6E5-4C73-BB55-3DF0B9C7E4CA}">
      <dgm:prSet/>
      <dgm:spPr/>
      <dgm:t>
        <a:bodyPr/>
        <a:lstStyle/>
        <a:p>
          <a:r>
            <a:rPr lang="de-DE" dirty="0" err="1"/>
            <a:t>Art_name</a:t>
          </a:r>
          <a:endParaRPr lang="de-DE" dirty="0"/>
        </a:p>
      </dgm:t>
    </dgm:pt>
    <dgm:pt modelId="{3ADC823A-73D3-4229-869C-AF8C19F969B1}" type="parTrans" cxnId="{9131A502-585F-4ACB-B007-29F1AA7F3EE1}">
      <dgm:prSet/>
      <dgm:spPr/>
      <dgm:t>
        <a:bodyPr/>
        <a:lstStyle/>
        <a:p>
          <a:endParaRPr lang="de-DE"/>
        </a:p>
      </dgm:t>
    </dgm:pt>
    <dgm:pt modelId="{DAF918D6-12EA-4D78-976A-5A6FCD0EE0FF}" type="sibTrans" cxnId="{9131A502-585F-4ACB-B007-29F1AA7F3EE1}">
      <dgm:prSet/>
      <dgm:spPr/>
      <dgm:t>
        <a:bodyPr/>
        <a:lstStyle/>
        <a:p>
          <a:endParaRPr lang="de-DE"/>
        </a:p>
      </dgm:t>
    </dgm:pt>
    <dgm:pt modelId="{96D96C04-A735-4604-B971-E39763DFE27E}">
      <dgm:prSet/>
      <dgm:spPr/>
      <dgm:t>
        <a:bodyPr/>
        <a:lstStyle/>
        <a:p>
          <a:r>
            <a:rPr lang="de-DE" dirty="0"/>
            <a:t>Melde-bestand</a:t>
          </a:r>
        </a:p>
      </dgm:t>
    </dgm:pt>
    <dgm:pt modelId="{D2848664-7F31-4C0E-8052-231E01AAD71A}" type="parTrans" cxnId="{60A3129E-5C7D-4245-8935-85717BEA6075}">
      <dgm:prSet/>
      <dgm:spPr/>
      <dgm:t>
        <a:bodyPr/>
        <a:lstStyle/>
        <a:p>
          <a:endParaRPr lang="de-DE"/>
        </a:p>
      </dgm:t>
    </dgm:pt>
    <dgm:pt modelId="{FFC6279B-D47C-46C9-9035-BFE4825877D1}" type="sibTrans" cxnId="{60A3129E-5C7D-4245-8935-85717BEA6075}">
      <dgm:prSet/>
      <dgm:spPr/>
      <dgm:t>
        <a:bodyPr/>
        <a:lstStyle/>
        <a:p>
          <a:endParaRPr lang="de-DE"/>
        </a:p>
      </dgm:t>
    </dgm:pt>
    <dgm:pt modelId="{F3E2038D-1AD3-4CDF-819D-1A3A0C7FCD4C}">
      <dgm:prSet/>
      <dgm:spPr/>
      <dgm:t>
        <a:bodyPr/>
        <a:lstStyle/>
        <a:p>
          <a:r>
            <a:rPr lang="de-DE" dirty="0"/>
            <a:t>Lager-bestand</a:t>
          </a:r>
        </a:p>
      </dgm:t>
    </dgm:pt>
    <dgm:pt modelId="{99ADCBFC-F476-4BFA-AEB5-25A42EB301A1}" type="parTrans" cxnId="{982542E8-9CDB-4F09-89CB-8E664DF217CE}">
      <dgm:prSet/>
      <dgm:spPr/>
      <dgm:t>
        <a:bodyPr/>
        <a:lstStyle/>
        <a:p>
          <a:endParaRPr lang="de-DE"/>
        </a:p>
      </dgm:t>
    </dgm:pt>
    <dgm:pt modelId="{82DA2162-893E-4FAA-AA93-FF1008D28D94}" type="sibTrans" cxnId="{982542E8-9CDB-4F09-89CB-8E664DF217CE}">
      <dgm:prSet/>
      <dgm:spPr/>
      <dgm:t>
        <a:bodyPr/>
        <a:lstStyle/>
        <a:p>
          <a:endParaRPr lang="de-DE"/>
        </a:p>
      </dgm:t>
    </dgm:pt>
    <dgm:pt modelId="{EAF3E1D3-0367-4412-B212-5DE37726A158}">
      <dgm:prSet/>
      <dgm:spPr/>
      <dgm:t>
        <a:bodyPr/>
        <a:lstStyle/>
        <a:p>
          <a:r>
            <a:rPr lang="de-DE" dirty="0"/>
            <a:t>Stückpreis</a:t>
          </a:r>
        </a:p>
      </dgm:t>
    </dgm:pt>
    <dgm:pt modelId="{ED2F10E8-8B2F-4CEC-B1CF-D58563DF5873}" type="parTrans" cxnId="{7D74E1B1-9C62-4D7D-8A0D-242CB8AC81E4}">
      <dgm:prSet/>
      <dgm:spPr/>
      <dgm:t>
        <a:bodyPr/>
        <a:lstStyle/>
        <a:p>
          <a:endParaRPr lang="de-DE"/>
        </a:p>
      </dgm:t>
    </dgm:pt>
    <dgm:pt modelId="{E95E638E-E049-4237-8628-0DE3FFD8BF97}" type="sibTrans" cxnId="{7D74E1B1-9C62-4D7D-8A0D-242CB8AC81E4}">
      <dgm:prSet/>
      <dgm:spPr/>
      <dgm:t>
        <a:bodyPr/>
        <a:lstStyle/>
        <a:p>
          <a:endParaRPr lang="de-DE"/>
        </a:p>
      </dgm:t>
    </dgm:pt>
    <dgm:pt modelId="{6B40063E-098E-4915-A050-6F44416CBFC9}" type="pres">
      <dgm:prSet presAssocID="{F0DB0B84-B478-45DC-ABF5-28BFB655CB4B}" presName="hierChild1" presStyleCnt="0">
        <dgm:presLayoutVars>
          <dgm:orgChart val="1"/>
          <dgm:chPref val="1"/>
          <dgm:dir/>
          <dgm:animOne val="branch"/>
          <dgm:animLvl val="lvl"/>
          <dgm:resizeHandles/>
        </dgm:presLayoutVars>
      </dgm:prSet>
      <dgm:spPr/>
    </dgm:pt>
    <dgm:pt modelId="{9E907512-75C1-468D-AE9B-DE60B67D59DB}" type="pres">
      <dgm:prSet presAssocID="{D905062B-8226-40E6-B9D3-BD5ADF0F4FF2}" presName="hierRoot1" presStyleCnt="0">
        <dgm:presLayoutVars>
          <dgm:hierBranch val="init"/>
        </dgm:presLayoutVars>
      </dgm:prSet>
      <dgm:spPr/>
    </dgm:pt>
    <dgm:pt modelId="{EC6544AE-19F6-459D-960C-9ED6BB8E5D6C}" type="pres">
      <dgm:prSet presAssocID="{D905062B-8226-40E6-B9D3-BD5ADF0F4FF2}" presName="rootComposite1" presStyleCnt="0"/>
      <dgm:spPr/>
    </dgm:pt>
    <dgm:pt modelId="{A0E82846-5497-460E-8F7C-0C44AE56CA51}" type="pres">
      <dgm:prSet presAssocID="{D905062B-8226-40E6-B9D3-BD5ADF0F4FF2}" presName="rootText1" presStyleLbl="node0" presStyleIdx="0" presStyleCnt="1">
        <dgm:presLayoutVars>
          <dgm:chPref val="3"/>
        </dgm:presLayoutVars>
      </dgm:prSet>
      <dgm:spPr/>
    </dgm:pt>
    <dgm:pt modelId="{CC99DF9B-DCE8-4B5E-9BF7-420995C8ECE2}" type="pres">
      <dgm:prSet presAssocID="{D905062B-8226-40E6-B9D3-BD5ADF0F4FF2}" presName="rootConnector1" presStyleLbl="node1" presStyleIdx="0" presStyleCnt="0"/>
      <dgm:spPr/>
    </dgm:pt>
    <dgm:pt modelId="{814408D5-F49D-468D-9057-0373677A51C2}" type="pres">
      <dgm:prSet presAssocID="{D905062B-8226-40E6-B9D3-BD5ADF0F4FF2}" presName="hierChild2" presStyleCnt="0"/>
      <dgm:spPr/>
    </dgm:pt>
    <dgm:pt modelId="{2DC919CE-908A-49EB-911F-4D459ACDF8E3}" type="pres">
      <dgm:prSet presAssocID="{B905E722-AC71-4819-95D4-4A9D23D2E89F}" presName="Name37" presStyleLbl="parChTrans1D2" presStyleIdx="0" presStyleCnt="5"/>
      <dgm:spPr/>
    </dgm:pt>
    <dgm:pt modelId="{C7B990F8-2663-4746-B7F4-C1245ED3E5B1}" type="pres">
      <dgm:prSet presAssocID="{F7343D46-28E1-4BB4-9755-6F666BF2AC39}" presName="hierRoot2" presStyleCnt="0">
        <dgm:presLayoutVars>
          <dgm:hierBranch val="init"/>
        </dgm:presLayoutVars>
      </dgm:prSet>
      <dgm:spPr/>
    </dgm:pt>
    <dgm:pt modelId="{B07B1001-641A-4F49-B4ED-E75414EFF215}" type="pres">
      <dgm:prSet presAssocID="{F7343D46-28E1-4BB4-9755-6F666BF2AC39}" presName="rootComposite" presStyleCnt="0"/>
      <dgm:spPr/>
    </dgm:pt>
    <dgm:pt modelId="{1A40FA0F-2AF1-4E66-A0F5-6139F3E60436}" type="pres">
      <dgm:prSet presAssocID="{F7343D46-28E1-4BB4-9755-6F666BF2AC39}" presName="rootText" presStyleLbl="node2" presStyleIdx="0" presStyleCnt="5">
        <dgm:presLayoutVars>
          <dgm:chPref val="3"/>
        </dgm:presLayoutVars>
      </dgm:prSet>
      <dgm:spPr/>
    </dgm:pt>
    <dgm:pt modelId="{C9482B7F-5113-4664-83EA-F3761973AA3F}" type="pres">
      <dgm:prSet presAssocID="{F7343D46-28E1-4BB4-9755-6F666BF2AC39}" presName="rootConnector" presStyleLbl="node2" presStyleIdx="0" presStyleCnt="5"/>
      <dgm:spPr/>
    </dgm:pt>
    <dgm:pt modelId="{FF1D9FCB-3EA4-402D-AE3E-7DFE5F6B4C49}" type="pres">
      <dgm:prSet presAssocID="{F7343D46-28E1-4BB4-9755-6F666BF2AC39}" presName="hierChild4" presStyleCnt="0"/>
      <dgm:spPr/>
    </dgm:pt>
    <dgm:pt modelId="{A990FBE3-536C-403B-A8A2-C6AB47DAC219}" type="pres">
      <dgm:prSet presAssocID="{774D199A-B00B-48B4-8AA4-8B3EE0D9080E}" presName="Name37" presStyleLbl="parChTrans1D3" presStyleIdx="0" presStyleCnt="23"/>
      <dgm:spPr/>
    </dgm:pt>
    <dgm:pt modelId="{259E1D5B-A5DF-421C-8EC1-6683355B1F6E}" type="pres">
      <dgm:prSet presAssocID="{0C6601D7-0A69-45AB-81DF-DE749031B2F8}" presName="hierRoot2" presStyleCnt="0">
        <dgm:presLayoutVars>
          <dgm:hierBranch val="init"/>
        </dgm:presLayoutVars>
      </dgm:prSet>
      <dgm:spPr/>
    </dgm:pt>
    <dgm:pt modelId="{48CB387C-BEC7-4E5A-B8D9-A8C5936AD958}" type="pres">
      <dgm:prSet presAssocID="{0C6601D7-0A69-45AB-81DF-DE749031B2F8}" presName="rootComposite" presStyleCnt="0"/>
      <dgm:spPr/>
    </dgm:pt>
    <dgm:pt modelId="{F1B82CC1-9737-49D9-93AB-D12CDDEE964A}" type="pres">
      <dgm:prSet presAssocID="{0C6601D7-0A69-45AB-81DF-DE749031B2F8}" presName="rootText" presStyleLbl="node3" presStyleIdx="0" presStyleCnt="23">
        <dgm:presLayoutVars>
          <dgm:chPref val="3"/>
        </dgm:presLayoutVars>
      </dgm:prSet>
      <dgm:spPr/>
    </dgm:pt>
    <dgm:pt modelId="{60A56FCB-9DC3-4407-B3DA-F4BD5E660A9C}" type="pres">
      <dgm:prSet presAssocID="{0C6601D7-0A69-45AB-81DF-DE749031B2F8}" presName="rootConnector" presStyleLbl="node3" presStyleIdx="0" presStyleCnt="23"/>
      <dgm:spPr/>
    </dgm:pt>
    <dgm:pt modelId="{CCAD6F85-1E80-4710-866F-801100DF1FDF}" type="pres">
      <dgm:prSet presAssocID="{0C6601D7-0A69-45AB-81DF-DE749031B2F8}" presName="hierChild4" presStyleCnt="0"/>
      <dgm:spPr/>
    </dgm:pt>
    <dgm:pt modelId="{FA4CC0D7-B956-46E8-8528-322363223872}" type="pres">
      <dgm:prSet presAssocID="{0C6601D7-0A69-45AB-81DF-DE749031B2F8}" presName="hierChild5" presStyleCnt="0"/>
      <dgm:spPr/>
    </dgm:pt>
    <dgm:pt modelId="{D4279276-8483-4266-B8F7-191FD4B90472}" type="pres">
      <dgm:prSet presAssocID="{7C4C0EEC-AAB2-4686-B8A4-7FBC05124D11}" presName="Name37" presStyleLbl="parChTrans1D3" presStyleIdx="1" presStyleCnt="23"/>
      <dgm:spPr/>
    </dgm:pt>
    <dgm:pt modelId="{98882BF4-FCA0-498B-8971-AB1B07FA5C6A}" type="pres">
      <dgm:prSet presAssocID="{4887F99A-64DF-489A-ACA0-FAD8795D0CD4}" presName="hierRoot2" presStyleCnt="0">
        <dgm:presLayoutVars>
          <dgm:hierBranch val="init"/>
        </dgm:presLayoutVars>
      </dgm:prSet>
      <dgm:spPr/>
    </dgm:pt>
    <dgm:pt modelId="{AA0FDED6-25E5-494B-A59F-29B94D267E04}" type="pres">
      <dgm:prSet presAssocID="{4887F99A-64DF-489A-ACA0-FAD8795D0CD4}" presName="rootComposite" presStyleCnt="0"/>
      <dgm:spPr/>
    </dgm:pt>
    <dgm:pt modelId="{99BC8703-A174-4025-85FF-C75DF46C60C6}" type="pres">
      <dgm:prSet presAssocID="{4887F99A-64DF-489A-ACA0-FAD8795D0CD4}" presName="rootText" presStyleLbl="node3" presStyleIdx="1" presStyleCnt="23">
        <dgm:presLayoutVars>
          <dgm:chPref val="3"/>
        </dgm:presLayoutVars>
      </dgm:prSet>
      <dgm:spPr/>
    </dgm:pt>
    <dgm:pt modelId="{8638C478-68E5-4ABD-9740-7FFB0B7FAACF}" type="pres">
      <dgm:prSet presAssocID="{4887F99A-64DF-489A-ACA0-FAD8795D0CD4}" presName="rootConnector" presStyleLbl="node3" presStyleIdx="1" presStyleCnt="23"/>
      <dgm:spPr/>
    </dgm:pt>
    <dgm:pt modelId="{0C13A68B-311C-49D4-8215-73FE538749C3}" type="pres">
      <dgm:prSet presAssocID="{4887F99A-64DF-489A-ACA0-FAD8795D0CD4}" presName="hierChild4" presStyleCnt="0"/>
      <dgm:spPr/>
    </dgm:pt>
    <dgm:pt modelId="{92C3082D-61E0-4AB5-82A7-0DB14C4C3EEA}" type="pres">
      <dgm:prSet presAssocID="{4887F99A-64DF-489A-ACA0-FAD8795D0CD4}" presName="hierChild5" presStyleCnt="0"/>
      <dgm:spPr/>
    </dgm:pt>
    <dgm:pt modelId="{DEFAFE0B-A2EE-411F-93B8-F317A7E63A52}" type="pres">
      <dgm:prSet presAssocID="{E9D89CC5-C93E-42E8-A6AF-B05F6B6557D3}" presName="Name37" presStyleLbl="parChTrans1D3" presStyleIdx="2" presStyleCnt="23"/>
      <dgm:spPr/>
    </dgm:pt>
    <dgm:pt modelId="{120419E7-097E-4DCE-89B1-776FE6C5AC11}" type="pres">
      <dgm:prSet presAssocID="{28300C0E-DDB8-49E5-982F-4D999D7C60E1}" presName="hierRoot2" presStyleCnt="0">
        <dgm:presLayoutVars>
          <dgm:hierBranch val="init"/>
        </dgm:presLayoutVars>
      </dgm:prSet>
      <dgm:spPr/>
    </dgm:pt>
    <dgm:pt modelId="{E2EC8099-929B-4762-8937-A2E4BCA94E1E}" type="pres">
      <dgm:prSet presAssocID="{28300C0E-DDB8-49E5-982F-4D999D7C60E1}" presName="rootComposite" presStyleCnt="0"/>
      <dgm:spPr/>
    </dgm:pt>
    <dgm:pt modelId="{1501263F-B79C-468E-8CDD-A7468950138E}" type="pres">
      <dgm:prSet presAssocID="{28300C0E-DDB8-49E5-982F-4D999D7C60E1}" presName="rootText" presStyleLbl="node3" presStyleIdx="2" presStyleCnt="23">
        <dgm:presLayoutVars>
          <dgm:chPref val="3"/>
        </dgm:presLayoutVars>
      </dgm:prSet>
      <dgm:spPr/>
    </dgm:pt>
    <dgm:pt modelId="{26738142-5499-4D58-B4BA-85EA2A4F31F7}" type="pres">
      <dgm:prSet presAssocID="{28300C0E-DDB8-49E5-982F-4D999D7C60E1}" presName="rootConnector" presStyleLbl="node3" presStyleIdx="2" presStyleCnt="23"/>
      <dgm:spPr/>
    </dgm:pt>
    <dgm:pt modelId="{13D3CE6A-A94E-4A1C-B7C6-49903CACEE00}" type="pres">
      <dgm:prSet presAssocID="{28300C0E-DDB8-49E5-982F-4D999D7C60E1}" presName="hierChild4" presStyleCnt="0"/>
      <dgm:spPr/>
    </dgm:pt>
    <dgm:pt modelId="{02CE83D3-1194-4C0D-ADBE-41C703F7539B}" type="pres">
      <dgm:prSet presAssocID="{28300C0E-DDB8-49E5-982F-4D999D7C60E1}" presName="hierChild5" presStyleCnt="0"/>
      <dgm:spPr/>
    </dgm:pt>
    <dgm:pt modelId="{2450479A-65C6-4E02-B15F-639A70291F72}" type="pres">
      <dgm:prSet presAssocID="{F7343D46-28E1-4BB4-9755-6F666BF2AC39}" presName="hierChild5" presStyleCnt="0"/>
      <dgm:spPr/>
    </dgm:pt>
    <dgm:pt modelId="{FBC60741-666D-4C9A-8E85-2FBDEFF75D1E}" type="pres">
      <dgm:prSet presAssocID="{212DAB52-4BFD-415C-80C7-4BD0F1D1D76E}" presName="Name37" presStyleLbl="parChTrans1D2" presStyleIdx="1" presStyleCnt="5"/>
      <dgm:spPr/>
    </dgm:pt>
    <dgm:pt modelId="{36D8BEBA-ECC0-4DEB-88F4-D5FFAFF94A47}" type="pres">
      <dgm:prSet presAssocID="{FEFB6219-3A1F-44AD-A50F-5446D62D42C3}" presName="hierRoot2" presStyleCnt="0">
        <dgm:presLayoutVars>
          <dgm:hierBranch val="init"/>
        </dgm:presLayoutVars>
      </dgm:prSet>
      <dgm:spPr/>
    </dgm:pt>
    <dgm:pt modelId="{29E9B7E3-EF0E-4C1A-9A6C-DF5133FE7179}" type="pres">
      <dgm:prSet presAssocID="{FEFB6219-3A1F-44AD-A50F-5446D62D42C3}" presName="rootComposite" presStyleCnt="0"/>
      <dgm:spPr/>
    </dgm:pt>
    <dgm:pt modelId="{908BBE12-63B8-4DBF-90F0-B9F05A5629A5}" type="pres">
      <dgm:prSet presAssocID="{FEFB6219-3A1F-44AD-A50F-5446D62D42C3}" presName="rootText" presStyleLbl="node2" presStyleIdx="1" presStyleCnt="5">
        <dgm:presLayoutVars>
          <dgm:chPref val="3"/>
        </dgm:presLayoutVars>
      </dgm:prSet>
      <dgm:spPr/>
    </dgm:pt>
    <dgm:pt modelId="{BA7BF887-DD7B-423E-BD50-F92D1E63C723}" type="pres">
      <dgm:prSet presAssocID="{FEFB6219-3A1F-44AD-A50F-5446D62D42C3}" presName="rootConnector" presStyleLbl="node2" presStyleIdx="1" presStyleCnt="5"/>
      <dgm:spPr/>
    </dgm:pt>
    <dgm:pt modelId="{92CA8C9E-36EB-4161-B350-D2C91C5AF90A}" type="pres">
      <dgm:prSet presAssocID="{FEFB6219-3A1F-44AD-A50F-5446D62D42C3}" presName="hierChild4" presStyleCnt="0"/>
      <dgm:spPr/>
    </dgm:pt>
    <dgm:pt modelId="{1E05FC00-71E5-4353-8E51-748779809F05}" type="pres">
      <dgm:prSet presAssocID="{D986DDF4-1EF7-454B-AAD9-CB8F8E5D05FE}" presName="Name37" presStyleLbl="parChTrans1D3" presStyleIdx="3" presStyleCnt="23"/>
      <dgm:spPr/>
    </dgm:pt>
    <dgm:pt modelId="{63A9F861-96F1-4C15-B57E-978286DA849A}" type="pres">
      <dgm:prSet presAssocID="{260BF826-EEE7-475B-8302-9EB7EF0FB178}" presName="hierRoot2" presStyleCnt="0">
        <dgm:presLayoutVars>
          <dgm:hierBranch val="init"/>
        </dgm:presLayoutVars>
      </dgm:prSet>
      <dgm:spPr/>
    </dgm:pt>
    <dgm:pt modelId="{E3987617-DB39-42CD-8DA9-720C0B0AEAD9}" type="pres">
      <dgm:prSet presAssocID="{260BF826-EEE7-475B-8302-9EB7EF0FB178}" presName="rootComposite" presStyleCnt="0"/>
      <dgm:spPr/>
    </dgm:pt>
    <dgm:pt modelId="{A9C2D33E-16D5-4DC6-8C89-25D55E2E6FE5}" type="pres">
      <dgm:prSet presAssocID="{260BF826-EEE7-475B-8302-9EB7EF0FB178}" presName="rootText" presStyleLbl="node3" presStyleIdx="3" presStyleCnt="23">
        <dgm:presLayoutVars>
          <dgm:chPref val="3"/>
        </dgm:presLayoutVars>
      </dgm:prSet>
      <dgm:spPr/>
    </dgm:pt>
    <dgm:pt modelId="{730CC6AA-114C-4C61-A978-4F15142158F1}" type="pres">
      <dgm:prSet presAssocID="{260BF826-EEE7-475B-8302-9EB7EF0FB178}" presName="rootConnector" presStyleLbl="node3" presStyleIdx="3" presStyleCnt="23"/>
      <dgm:spPr/>
    </dgm:pt>
    <dgm:pt modelId="{91D868B7-2CFC-4245-B203-3EE9E6EE0D6F}" type="pres">
      <dgm:prSet presAssocID="{260BF826-EEE7-475B-8302-9EB7EF0FB178}" presName="hierChild4" presStyleCnt="0"/>
      <dgm:spPr/>
    </dgm:pt>
    <dgm:pt modelId="{A3B7A3FF-4F74-4B9B-A146-FFB292D9A2F7}" type="pres">
      <dgm:prSet presAssocID="{260BF826-EEE7-475B-8302-9EB7EF0FB178}" presName="hierChild5" presStyleCnt="0"/>
      <dgm:spPr/>
    </dgm:pt>
    <dgm:pt modelId="{99EABC6F-1778-4829-96CB-7C411F523956}" type="pres">
      <dgm:prSet presAssocID="{6327ACA4-8DD3-4D7E-92EE-CAB24854A3DE}" presName="Name37" presStyleLbl="parChTrans1D3" presStyleIdx="4" presStyleCnt="23"/>
      <dgm:spPr/>
    </dgm:pt>
    <dgm:pt modelId="{92249DE9-002F-41E0-B8F4-ABE324F8279B}" type="pres">
      <dgm:prSet presAssocID="{9B690F89-C137-4480-A64F-8C9CC477881B}" presName="hierRoot2" presStyleCnt="0">
        <dgm:presLayoutVars>
          <dgm:hierBranch val="init"/>
        </dgm:presLayoutVars>
      </dgm:prSet>
      <dgm:spPr/>
    </dgm:pt>
    <dgm:pt modelId="{A7BD13A3-AF24-47D8-96D4-EA649C11E851}" type="pres">
      <dgm:prSet presAssocID="{9B690F89-C137-4480-A64F-8C9CC477881B}" presName="rootComposite" presStyleCnt="0"/>
      <dgm:spPr/>
    </dgm:pt>
    <dgm:pt modelId="{EE1AC892-4167-4426-98A0-16DF128B4DD0}" type="pres">
      <dgm:prSet presAssocID="{9B690F89-C137-4480-A64F-8C9CC477881B}" presName="rootText" presStyleLbl="node3" presStyleIdx="4" presStyleCnt="23">
        <dgm:presLayoutVars>
          <dgm:chPref val="3"/>
        </dgm:presLayoutVars>
      </dgm:prSet>
      <dgm:spPr/>
    </dgm:pt>
    <dgm:pt modelId="{918AC6D2-EA80-4EBD-A3E5-86BA4A401766}" type="pres">
      <dgm:prSet presAssocID="{9B690F89-C137-4480-A64F-8C9CC477881B}" presName="rootConnector" presStyleLbl="node3" presStyleIdx="4" presStyleCnt="23"/>
      <dgm:spPr/>
    </dgm:pt>
    <dgm:pt modelId="{EBEC8069-B751-4665-BC8D-763673FB6B73}" type="pres">
      <dgm:prSet presAssocID="{9B690F89-C137-4480-A64F-8C9CC477881B}" presName="hierChild4" presStyleCnt="0"/>
      <dgm:spPr/>
    </dgm:pt>
    <dgm:pt modelId="{14F4B553-E9B6-4D1F-AA36-CAE8252C90C4}" type="pres">
      <dgm:prSet presAssocID="{9B690F89-C137-4480-A64F-8C9CC477881B}" presName="hierChild5" presStyleCnt="0"/>
      <dgm:spPr/>
    </dgm:pt>
    <dgm:pt modelId="{B62DE658-F46D-48CF-A277-F80B1D501F2A}" type="pres">
      <dgm:prSet presAssocID="{835F6CC9-99D5-4275-9CA6-00661E7D5A45}" presName="Name37" presStyleLbl="parChTrans1D3" presStyleIdx="5" presStyleCnt="23"/>
      <dgm:spPr/>
    </dgm:pt>
    <dgm:pt modelId="{8252A61A-8ADD-4142-A2E1-018349C51CB0}" type="pres">
      <dgm:prSet presAssocID="{AC906E97-D03B-4750-9C07-2B06BC127A18}" presName="hierRoot2" presStyleCnt="0">
        <dgm:presLayoutVars>
          <dgm:hierBranch val="init"/>
        </dgm:presLayoutVars>
      </dgm:prSet>
      <dgm:spPr/>
    </dgm:pt>
    <dgm:pt modelId="{6F92D9DB-CBE6-49AB-BCB3-A5B6F40DDD39}" type="pres">
      <dgm:prSet presAssocID="{AC906E97-D03B-4750-9C07-2B06BC127A18}" presName="rootComposite" presStyleCnt="0"/>
      <dgm:spPr/>
    </dgm:pt>
    <dgm:pt modelId="{3C0284F8-344A-4A27-A093-414F41BA38FC}" type="pres">
      <dgm:prSet presAssocID="{AC906E97-D03B-4750-9C07-2B06BC127A18}" presName="rootText" presStyleLbl="node3" presStyleIdx="5" presStyleCnt="23">
        <dgm:presLayoutVars>
          <dgm:chPref val="3"/>
        </dgm:presLayoutVars>
      </dgm:prSet>
      <dgm:spPr/>
    </dgm:pt>
    <dgm:pt modelId="{0836C8B7-2F9E-4B03-B232-12F85155C072}" type="pres">
      <dgm:prSet presAssocID="{AC906E97-D03B-4750-9C07-2B06BC127A18}" presName="rootConnector" presStyleLbl="node3" presStyleIdx="5" presStyleCnt="23"/>
      <dgm:spPr/>
    </dgm:pt>
    <dgm:pt modelId="{A43CE897-8F1C-4ED9-BB28-861C89E27F34}" type="pres">
      <dgm:prSet presAssocID="{AC906E97-D03B-4750-9C07-2B06BC127A18}" presName="hierChild4" presStyleCnt="0"/>
      <dgm:spPr/>
    </dgm:pt>
    <dgm:pt modelId="{AB5C97C5-ECCC-479B-9FB2-9CA60E01594D}" type="pres">
      <dgm:prSet presAssocID="{AC906E97-D03B-4750-9C07-2B06BC127A18}" presName="hierChild5" presStyleCnt="0"/>
      <dgm:spPr/>
    </dgm:pt>
    <dgm:pt modelId="{0E7A3006-04FB-4AB4-B887-60B4768C5D23}" type="pres">
      <dgm:prSet presAssocID="{2F96FAFA-B8B5-46C0-BB50-CBD97A236D5C}" presName="Name37" presStyleLbl="parChTrans1D3" presStyleIdx="6" presStyleCnt="23"/>
      <dgm:spPr/>
    </dgm:pt>
    <dgm:pt modelId="{EDBFAE12-1675-460B-A5D6-2899EADF486E}" type="pres">
      <dgm:prSet presAssocID="{B064233E-C0FD-41D0-B557-FB28A877A36A}" presName="hierRoot2" presStyleCnt="0">
        <dgm:presLayoutVars>
          <dgm:hierBranch val="init"/>
        </dgm:presLayoutVars>
      </dgm:prSet>
      <dgm:spPr/>
    </dgm:pt>
    <dgm:pt modelId="{7DDAEA4B-B501-46D1-B473-98AA84D757EC}" type="pres">
      <dgm:prSet presAssocID="{B064233E-C0FD-41D0-B557-FB28A877A36A}" presName="rootComposite" presStyleCnt="0"/>
      <dgm:spPr/>
    </dgm:pt>
    <dgm:pt modelId="{7E7C973D-B32E-4B8F-972A-21AF2D1F604D}" type="pres">
      <dgm:prSet presAssocID="{B064233E-C0FD-41D0-B557-FB28A877A36A}" presName="rootText" presStyleLbl="node3" presStyleIdx="6" presStyleCnt="23">
        <dgm:presLayoutVars>
          <dgm:chPref val="3"/>
        </dgm:presLayoutVars>
      </dgm:prSet>
      <dgm:spPr/>
    </dgm:pt>
    <dgm:pt modelId="{12DE6807-D68C-414E-A400-EF24C3344119}" type="pres">
      <dgm:prSet presAssocID="{B064233E-C0FD-41D0-B557-FB28A877A36A}" presName="rootConnector" presStyleLbl="node3" presStyleIdx="6" presStyleCnt="23"/>
      <dgm:spPr/>
    </dgm:pt>
    <dgm:pt modelId="{E53AE4AA-7A00-4EBE-A644-57052C42FC1D}" type="pres">
      <dgm:prSet presAssocID="{B064233E-C0FD-41D0-B557-FB28A877A36A}" presName="hierChild4" presStyleCnt="0"/>
      <dgm:spPr/>
    </dgm:pt>
    <dgm:pt modelId="{A9625A63-B10A-42F6-A154-5C536AF30A75}" type="pres">
      <dgm:prSet presAssocID="{B064233E-C0FD-41D0-B557-FB28A877A36A}" presName="hierChild5" presStyleCnt="0"/>
      <dgm:spPr/>
    </dgm:pt>
    <dgm:pt modelId="{0755148B-E93C-4E8D-BDA3-FD11FEC3ECB7}" type="pres">
      <dgm:prSet presAssocID="{C08DA3F1-3B71-450F-8F23-2BD5655189BC}" presName="Name37" presStyleLbl="parChTrans1D3" presStyleIdx="7" presStyleCnt="23"/>
      <dgm:spPr/>
    </dgm:pt>
    <dgm:pt modelId="{FBAFA07D-9E3A-45BA-97E8-873C93FE6666}" type="pres">
      <dgm:prSet presAssocID="{147FBBE8-93CF-4731-9367-659C214A8742}" presName="hierRoot2" presStyleCnt="0">
        <dgm:presLayoutVars>
          <dgm:hierBranch val="init"/>
        </dgm:presLayoutVars>
      </dgm:prSet>
      <dgm:spPr/>
    </dgm:pt>
    <dgm:pt modelId="{7E740527-9E6A-416E-8AAE-779AC67EE124}" type="pres">
      <dgm:prSet presAssocID="{147FBBE8-93CF-4731-9367-659C214A8742}" presName="rootComposite" presStyleCnt="0"/>
      <dgm:spPr/>
    </dgm:pt>
    <dgm:pt modelId="{B3ED08DB-45AF-4ED5-BC41-036C6267D4B8}" type="pres">
      <dgm:prSet presAssocID="{147FBBE8-93CF-4731-9367-659C214A8742}" presName="rootText" presStyleLbl="node3" presStyleIdx="7" presStyleCnt="23">
        <dgm:presLayoutVars>
          <dgm:chPref val="3"/>
        </dgm:presLayoutVars>
      </dgm:prSet>
      <dgm:spPr/>
    </dgm:pt>
    <dgm:pt modelId="{1E041E7A-F72A-41DD-A7A9-2BA105FB9EB7}" type="pres">
      <dgm:prSet presAssocID="{147FBBE8-93CF-4731-9367-659C214A8742}" presName="rootConnector" presStyleLbl="node3" presStyleIdx="7" presStyleCnt="23"/>
      <dgm:spPr/>
    </dgm:pt>
    <dgm:pt modelId="{D0179442-0557-4144-AE61-C49CEF364545}" type="pres">
      <dgm:prSet presAssocID="{147FBBE8-93CF-4731-9367-659C214A8742}" presName="hierChild4" presStyleCnt="0"/>
      <dgm:spPr/>
    </dgm:pt>
    <dgm:pt modelId="{043DAF7D-5E06-4BBB-A348-3BE7F86EFAA8}" type="pres">
      <dgm:prSet presAssocID="{147FBBE8-93CF-4731-9367-659C214A8742}" presName="hierChild5" presStyleCnt="0"/>
      <dgm:spPr/>
    </dgm:pt>
    <dgm:pt modelId="{B70B2555-E90A-438E-B9A6-E1456D48282F}" type="pres">
      <dgm:prSet presAssocID="{506ED219-11C5-4CB9-9B02-07FB41E991C2}" presName="Name37" presStyleLbl="parChTrans1D3" presStyleIdx="8" presStyleCnt="23"/>
      <dgm:spPr/>
    </dgm:pt>
    <dgm:pt modelId="{4003B07E-6CF6-4209-95A1-67337B924169}" type="pres">
      <dgm:prSet presAssocID="{24BECC70-CE8D-46BB-9181-BCA3B7D4F43E}" presName="hierRoot2" presStyleCnt="0">
        <dgm:presLayoutVars>
          <dgm:hierBranch val="init"/>
        </dgm:presLayoutVars>
      </dgm:prSet>
      <dgm:spPr/>
    </dgm:pt>
    <dgm:pt modelId="{E4A32333-C1C8-4835-A684-DC7147D71BE5}" type="pres">
      <dgm:prSet presAssocID="{24BECC70-CE8D-46BB-9181-BCA3B7D4F43E}" presName="rootComposite" presStyleCnt="0"/>
      <dgm:spPr/>
    </dgm:pt>
    <dgm:pt modelId="{8798F0A4-E69F-44B7-B4D1-F5B764859C7E}" type="pres">
      <dgm:prSet presAssocID="{24BECC70-CE8D-46BB-9181-BCA3B7D4F43E}" presName="rootText" presStyleLbl="node3" presStyleIdx="8" presStyleCnt="23">
        <dgm:presLayoutVars>
          <dgm:chPref val="3"/>
        </dgm:presLayoutVars>
      </dgm:prSet>
      <dgm:spPr/>
    </dgm:pt>
    <dgm:pt modelId="{19DD56F1-6781-4FD3-B2D5-1CBD33198261}" type="pres">
      <dgm:prSet presAssocID="{24BECC70-CE8D-46BB-9181-BCA3B7D4F43E}" presName="rootConnector" presStyleLbl="node3" presStyleIdx="8" presStyleCnt="23"/>
      <dgm:spPr/>
    </dgm:pt>
    <dgm:pt modelId="{C95DA7A5-7434-4CFE-964A-636AEF0BC574}" type="pres">
      <dgm:prSet presAssocID="{24BECC70-CE8D-46BB-9181-BCA3B7D4F43E}" presName="hierChild4" presStyleCnt="0"/>
      <dgm:spPr/>
    </dgm:pt>
    <dgm:pt modelId="{23D7EFC4-86C7-497A-8D7E-97A71587F7BF}" type="pres">
      <dgm:prSet presAssocID="{24BECC70-CE8D-46BB-9181-BCA3B7D4F43E}" presName="hierChild5" presStyleCnt="0"/>
      <dgm:spPr/>
    </dgm:pt>
    <dgm:pt modelId="{9104CC0E-926A-4D4E-8186-6E2AFDD1B9E9}" type="pres">
      <dgm:prSet presAssocID="{9CAEC793-A85E-45AF-802E-E537687945F7}" presName="Name37" presStyleLbl="parChTrans1D3" presStyleIdx="9" presStyleCnt="23"/>
      <dgm:spPr/>
    </dgm:pt>
    <dgm:pt modelId="{C9DB83FD-52CE-49C5-B0F7-110EFA60FC0D}" type="pres">
      <dgm:prSet presAssocID="{923B5847-D916-4A69-B5C4-2102D56856F9}" presName="hierRoot2" presStyleCnt="0">
        <dgm:presLayoutVars>
          <dgm:hierBranch val="init"/>
        </dgm:presLayoutVars>
      </dgm:prSet>
      <dgm:spPr/>
    </dgm:pt>
    <dgm:pt modelId="{EC30A907-0AB4-4A01-9B75-33FDEF0E5BF9}" type="pres">
      <dgm:prSet presAssocID="{923B5847-D916-4A69-B5C4-2102D56856F9}" presName="rootComposite" presStyleCnt="0"/>
      <dgm:spPr/>
    </dgm:pt>
    <dgm:pt modelId="{482104FF-545B-428F-9A99-CF5DB32512B0}" type="pres">
      <dgm:prSet presAssocID="{923B5847-D916-4A69-B5C4-2102D56856F9}" presName="rootText" presStyleLbl="node3" presStyleIdx="9" presStyleCnt="23">
        <dgm:presLayoutVars>
          <dgm:chPref val="3"/>
        </dgm:presLayoutVars>
      </dgm:prSet>
      <dgm:spPr/>
    </dgm:pt>
    <dgm:pt modelId="{E6D7069A-46E6-4274-8313-2335409E8EA2}" type="pres">
      <dgm:prSet presAssocID="{923B5847-D916-4A69-B5C4-2102D56856F9}" presName="rootConnector" presStyleLbl="node3" presStyleIdx="9" presStyleCnt="23"/>
      <dgm:spPr/>
    </dgm:pt>
    <dgm:pt modelId="{0590CE13-D1E1-41E5-A06B-BE1ADFB5C966}" type="pres">
      <dgm:prSet presAssocID="{923B5847-D916-4A69-B5C4-2102D56856F9}" presName="hierChild4" presStyleCnt="0"/>
      <dgm:spPr/>
    </dgm:pt>
    <dgm:pt modelId="{78DB99C5-608A-4547-A940-4CE38500B67E}" type="pres">
      <dgm:prSet presAssocID="{923B5847-D916-4A69-B5C4-2102D56856F9}" presName="hierChild5" presStyleCnt="0"/>
      <dgm:spPr/>
    </dgm:pt>
    <dgm:pt modelId="{2E3F9D8B-E1E6-4511-AE19-1A99CAA624D7}" type="pres">
      <dgm:prSet presAssocID="{FEFB6219-3A1F-44AD-A50F-5446D62D42C3}" presName="hierChild5" presStyleCnt="0"/>
      <dgm:spPr/>
    </dgm:pt>
    <dgm:pt modelId="{4DAE45F1-F1F7-4C38-9A4C-62AFA5EAC6CC}" type="pres">
      <dgm:prSet presAssocID="{9AC7D920-61D4-4E31-A854-BC6BB6002098}" presName="Name37" presStyleLbl="parChTrans1D2" presStyleIdx="2" presStyleCnt="5"/>
      <dgm:spPr/>
    </dgm:pt>
    <dgm:pt modelId="{4AEDAC77-FDB7-4C52-A7C3-B6200BAC8703}" type="pres">
      <dgm:prSet presAssocID="{3E35C48A-0844-47A6-B895-00E2D0DC19B9}" presName="hierRoot2" presStyleCnt="0">
        <dgm:presLayoutVars>
          <dgm:hierBranch val="init"/>
        </dgm:presLayoutVars>
      </dgm:prSet>
      <dgm:spPr/>
    </dgm:pt>
    <dgm:pt modelId="{69C08878-DE9A-49C0-819A-EFCB58FAC444}" type="pres">
      <dgm:prSet presAssocID="{3E35C48A-0844-47A6-B895-00E2D0DC19B9}" presName="rootComposite" presStyleCnt="0"/>
      <dgm:spPr/>
    </dgm:pt>
    <dgm:pt modelId="{36944AE6-02F6-4A89-9A7B-7E7511698CC8}" type="pres">
      <dgm:prSet presAssocID="{3E35C48A-0844-47A6-B895-00E2D0DC19B9}" presName="rootText" presStyleLbl="node2" presStyleIdx="2" presStyleCnt="5">
        <dgm:presLayoutVars>
          <dgm:chPref val="3"/>
        </dgm:presLayoutVars>
      </dgm:prSet>
      <dgm:spPr/>
    </dgm:pt>
    <dgm:pt modelId="{29F7BD0C-3552-4BAA-8871-5765E9B8AE86}" type="pres">
      <dgm:prSet presAssocID="{3E35C48A-0844-47A6-B895-00E2D0DC19B9}" presName="rootConnector" presStyleLbl="node2" presStyleIdx="2" presStyleCnt="5"/>
      <dgm:spPr/>
    </dgm:pt>
    <dgm:pt modelId="{9A51B2D9-4861-4DC7-9D4B-3F98065F6FEF}" type="pres">
      <dgm:prSet presAssocID="{3E35C48A-0844-47A6-B895-00E2D0DC19B9}" presName="hierChild4" presStyleCnt="0"/>
      <dgm:spPr/>
    </dgm:pt>
    <dgm:pt modelId="{5E8FD173-7E5A-42E3-A545-2787CC3B6D8A}" type="pres">
      <dgm:prSet presAssocID="{147A607A-A690-40D6-959B-5784D34A879F}" presName="Name37" presStyleLbl="parChTrans1D3" presStyleIdx="10" presStyleCnt="23"/>
      <dgm:spPr/>
    </dgm:pt>
    <dgm:pt modelId="{27A85B1B-7952-4181-A034-B263F35ACC5E}" type="pres">
      <dgm:prSet presAssocID="{CDF4396E-1B7D-4555-A087-AE6E13AD9D68}" presName="hierRoot2" presStyleCnt="0">
        <dgm:presLayoutVars>
          <dgm:hierBranch val="init"/>
        </dgm:presLayoutVars>
      </dgm:prSet>
      <dgm:spPr/>
    </dgm:pt>
    <dgm:pt modelId="{7550810A-8A10-45E1-8F0F-385A74DFBF5A}" type="pres">
      <dgm:prSet presAssocID="{CDF4396E-1B7D-4555-A087-AE6E13AD9D68}" presName="rootComposite" presStyleCnt="0"/>
      <dgm:spPr/>
    </dgm:pt>
    <dgm:pt modelId="{38FC13C1-621D-4608-A5D0-F96825BE43AC}" type="pres">
      <dgm:prSet presAssocID="{CDF4396E-1B7D-4555-A087-AE6E13AD9D68}" presName="rootText" presStyleLbl="node3" presStyleIdx="10" presStyleCnt="23">
        <dgm:presLayoutVars>
          <dgm:chPref val="3"/>
        </dgm:presLayoutVars>
      </dgm:prSet>
      <dgm:spPr/>
    </dgm:pt>
    <dgm:pt modelId="{D28191E5-28C5-4EF5-8D20-044A1D26FE3D}" type="pres">
      <dgm:prSet presAssocID="{CDF4396E-1B7D-4555-A087-AE6E13AD9D68}" presName="rootConnector" presStyleLbl="node3" presStyleIdx="10" presStyleCnt="23"/>
      <dgm:spPr/>
    </dgm:pt>
    <dgm:pt modelId="{E6B63FCD-21CF-4881-B05E-E43C63E01EDE}" type="pres">
      <dgm:prSet presAssocID="{CDF4396E-1B7D-4555-A087-AE6E13AD9D68}" presName="hierChild4" presStyleCnt="0"/>
      <dgm:spPr/>
    </dgm:pt>
    <dgm:pt modelId="{B0ED5D27-06FA-4309-8AD9-30BB37442164}" type="pres">
      <dgm:prSet presAssocID="{CDF4396E-1B7D-4555-A087-AE6E13AD9D68}" presName="hierChild5" presStyleCnt="0"/>
      <dgm:spPr/>
    </dgm:pt>
    <dgm:pt modelId="{F749EA20-C4CF-43FF-A607-AC516B713D48}" type="pres">
      <dgm:prSet presAssocID="{DBCFF9A3-D454-42EC-874B-22220F04B4CA}" presName="Name37" presStyleLbl="parChTrans1D3" presStyleIdx="11" presStyleCnt="23"/>
      <dgm:spPr/>
    </dgm:pt>
    <dgm:pt modelId="{33629036-AC1F-45B7-B58B-8DBF2393CAF2}" type="pres">
      <dgm:prSet presAssocID="{740F2894-59B8-43C7-8CD2-4B398F95904D}" presName="hierRoot2" presStyleCnt="0">
        <dgm:presLayoutVars>
          <dgm:hierBranch val="init"/>
        </dgm:presLayoutVars>
      </dgm:prSet>
      <dgm:spPr/>
    </dgm:pt>
    <dgm:pt modelId="{CEA303A6-4AA7-4C2B-83D8-81613699450C}" type="pres">
      <dgm:prSet presAssocID="{740F2894-59B8-43C7-8CD2-4B398F95904D}" presName="rootComposite" presStyleCnt="0"/>
      <dgm:spPr/>
    </dgm:pt>
    <dgm:pt modelId="{97DB5454-A1A5-4903-AE11-921987EBD896}" type="pres">
      <dgm:prSet presAssocID="{740F2894-59B8-43C7-8CD2-4B398F95904D}" presName="rootText" presStyleLbl="node3" presStyleIdx="11" presStyleCnt="23">
        <dgm:presLayoutVars>
          <dgm:chPref val="3"/>
        </dgm:presLayoutVars>
      </dgm:prSet>
      <dgm:spPr/>
    </dgm:pt>
    <dgm:pt modelId="{A0CA81C2-85C4-4A94-B993-EA99591ED629}" type="pres">
      <dgm:prSet presAssocID="{740F2894-59B8-43C7-8CD2-4B398F95904D}" presName="rootConnector" presStyleLbl="node3" presStyleIdx="11" presStyleCnt="23"/>
      <dgm:spPr/>
    </dgm:pt>
    <dgm:pt modelId="{2AFA8F4A-25DF-451C-BFDA-EE80A9332BB4}" type="pres">
      <dgm:prSet presAssocID="{740F2894-59B8-43C7-8CD2-4B398F95904D}" presName="hierChild4" presStyleCnt="0"/>
      <dgm:spPr/>
    </dgm:pt>
    <dgm:pt modelId="{6C786E06-C5CE-4DF1-A0A7-D09DB5A6C927}" type="pres">
      <dgm:prSet presAssocID="{740F2894-59B8-43C7-8CD2-4B398F95904D}" presName="hierChild5" presStyleCnt="0"/>
      <dgm:spPr/>
    </dgm:pt>
    <dgm:pt modelId="{4FD5750D-E42E-4CCF-BE26-0FEB82C8FDFE}" type="pres">
      <dgm:prSet presAssocID="{7F9603D1-82F1-42EE-BBE1-902CADE7C0B9}" presName="Name37" presStyleLbl="parChTrans1D3" presStyleIdx="12" presStyleCnt="23"/>
      <dgm:spPr/>
    </dgm:pt>
    <dgm:pt modelId="{1A8A847E-A82F-4344-9EF0-26CF20D0FF04}" type="pres">
      <dgm:prSet presAssocID="{9D51EBFB-6A18-427C-AA07-3C6CD8DEDEE4}" presName="hierRoot2" presStyleCnt="0">
        <dgm:presLayoutVars>
          <dgm:hierBranch val="init"/>
        </dgm:presLayoutVars>
      </dgm:prSet>
      <dgm:spPr/>
    </dgm:pt>
    <dgm:pt modelId="{E1E27AC6-05BC-4AAF-8062-6D461374578D}" type="pres">
      <dgm:prSet presAssocID="{9D51EBFB-6A18-427C-AA07-3C6CD8DEDEE4}" presName="rootComposite" presStyleCnt="0"/>
      <dgm:spPr/>
    </dgm:pt>
    <dgm:pt modelId="{27D047DE-1A9A-4C54-AAA6-F091AF0193F7}" type="pres">
      <dgm:prSet presAssocID="{9D51EBFB-6A18-427C-AA07-3C6CD8DEDEE4}" presName="rootText" presStyleLbl="node3" presStyleIdx="12" presStyleCnt="23">
        <dgm:presLayoutVars>
          <dgm:chPref val="3"/>
        </dgm:presLayoutVars>
      </dgm:prSet>
      <dgm:spPr/>
    </dgm:pt>
    <dgm:pt modelId="{61CFD422-A143-4ABD-90B2-C18CF33305EA}" type="pres">
      <dgm:prSet presAssocID="{9D51EBFB-6A18-427C-AA07-3C6CD8DEDEE4}" presName="rootConnector" presStyleLbl="node3" presStyleIdx="12" presStyleCnt="23"/>
      <dgm:spPr/>
    </dgm:pt>
    <dgm:pt modelId="{4E41EAFF-3427-432C-BB10-29D4FF930C43}" type="pres">
      <dgm:prSet presAssocID="{9D51EBFB-6A18-427C-AA07-3C6CD8DEDEE4}" presName="hierChild4" presStyleCnt="0"/>
      <dgm:spPr/>
    </dgm:pt>
    <dgm:pt modelId="{E699E4F8-7D03-4B93-AB4B-C147D010D3D8}" type="pres">
      <dgm:prSet presAssocID="{9D51EBFB-6A18-427C-AA07-3C6CD8DEDEE4}" presName="hierChild5" presStyleCnt="0"/>
      <dgm:spPr/>
    </dgm:pt>
    <dgm:pt modelId="{04A8C231-AB08-41A0-A1F8-D60C462885AD}" type="pres">
      <dgm:prSet presAssocID="{3E35C48A-0844-47A6-B895-00E2D0DC19B9}" presName="hierChild5" presStyleCnt="0"/>
      <dgm:spPr/>
    </dgm:pt>
    <dgm:pt modelId="{98206F9B-7AF6-4652-AB5C-916166CB5354}" type="pres">
      <dgm:prSet presAssocID="{504BA2DC-B6AF-47BA-BFD0-41BD95BC0D1A}" presName="Name37" presStyleLbl="parChTrans1D2" presStyleIdx="3" presStyleCnt="5"/>
      <dgm:spPr/>
    </dgm:pt>
    <dgm:pt modelId="{A6E7F5B6-58A5-4877-A0ED-8BDF50258A6C}" type="pres">
      <dgm:prSet presAssocID="{F748754C-8971-44BF-B5A1-F45A3E159A16}" presName="hierRoot2" presStyleCnt="0">
        <dgm:presLayoutVars>
          <dgm:hierBranch val="init"/>
        </dgm:presLayoutVars>
      </dgm:prSet>
      <dgm:spPr/>
    </dgm:pt>
    <dgm:pt modelId="{ABD2755D-CF84-4801-BBBF-3CE39529B6C7}" type="pres">
      <dgm:prSet presAssocID="{F748754C-8971-44BF-B5A1-F45A3E159A16}" presName="rootComposite" presStyleCnt="0"/>
      <dgm:spPr/>
    </dgm:pt>
    <dgm:pt modelId="{DB735B7A-28B8-4C3B-9863-B17BE7AC949F}" type="pres">
      <dgm:prSet presAssocID="{F748754C-8971-44BF-B5A1-F45A3E159A16}" presName="rootText" presStyleLbl="node2" presStyleIdx="3" presStyleCnt="5">
        <dgm:presLayoutVars>
          <dgm:chPref val="3"/>
        </dgm:presLayoutVars>
      </dgm:prSet>
      <dgm:spPr/>
    </dgm:pt>
    <dgm:pt modelId="{5288D403-DA7D-4D90-ACC5-7542244978B1}" type="pres">
      <dgm:prSet presAssocID="{F748754C-8971-44BF-B5A1-F45A3E159A16}" presName="rootConnector" presStyleLbl="node2" presStyleIdx="3" presStyleCnt="5"/>
      <dgm:spPr/>
    </dgm:pt>
    <dgm:pt modelId="{02EA4003-4F62-49C0-B5A6-569F97624EF7}" type="pres">
      <dgm:prSet presAssocID="{F748754C-8971-44BF-B5A1-F45A3E159A16}" presName="hierChild4" presStyleCnt="0"/>
      <dgm:spPr/>
    </dgm:pt>
    <dgm:pt modelId="{55BB8BB7-0787-442C-BE1C-E402593ABB57}" type="pres">
      <dgm:prSet presAssocID="{163A612D-3C41-40C6-BF17-B48C88AF46DF}" presName="Name37" presStyleLbl="parChTrans1D3" presStyleIdx="13" presStyleCnt="23"/>
      <dgm:spPr/>
    </dgm:pt>
    <dgm:pt modelId="{F89E7CCF-3BC3-41DC-9AB3-0F43CB0EB7D4}" type="pres">
      <dgm:prSet presAssocID="{17038732-669E-4CFA-A4E2-C3324C308E2A}" presName="hierRoot2" presStyleCnt="0">
        <dgm:presLayoutVars>
          <dgm:hierBranch val="init"/>
        </dgm:presLayoutVars>
      </dgm:prSet>
      <dgm:spPr/>
    </dgm:pt>
    <dgm:pt modelId="{61DA9F15-FD08-4E21-9931-77BAACC27E44}" type="pres">
      <dgm:prSet presAssocID="{17038732-669E-4CFA-A4E2-C3324C308E2A}" presName="rootComposite" presStyleCnt="0"/>
      <dgm:spPr/>
    </dgm:pt>
    <dgm:pt modelId="{186BDEA5-4E36-4323-8EB9-0985FE26F52D}" type="pres">
      <dgm:prSet presAssocID="{17038732-669E-4CFA-A4E2-C3324C308E2A}" presName="rootText" presStyleLbl="node3" presStyleIdx="13" presStyleCnt="23">
        <dgm:presLayoutVars>
          <dgm:chPref val="3"/>
        </dgm:presLayoutVars>
      </dgm:prSet>
      <dgm:spPr/>
    </dgm:pt>
    <dgm:pt modelId="{36F773C9-1692-4725-A234-4A3182F5E222}" type="pres">
      <dgm:prSet presAssocID="{17038732-669E-4CFA-A4E2-C3324C308E2A}" presName="rootConnector" presStyleLbl="node3" presStyleIdx="13" presStyleCnt="23"/>
      <dgm:spPr/>
    </dgm:pt>
    <dgm:pt modelId="{6A7A8F02-DD45-4009-A317-8DC94804B4C6}" type="pres">
      <dgm:prSet presAssocID="{17038732-669E-4CFA-A4E2-C3324C308E2A}" presName="hierChild4" presStyleCnt="0"/>
      <dgm:spPr/>
    </dgm:pt>
    <dgm:pt modelId="{0FC79DED-2E35-4848-8DF8-D3F4051EA46C}" type="pres">
      <dgm:prSet presAssocID="{17038732-669E-4CFA-A4E2-C3324C308E2A}" presName="hierChild5" presStyleCnt="0"/>
      <dgm:spPr/>
    </dgm:pt>
    <dgm:pt modelId="{96F10A2B-D5AE-4D86-B4ED-8CBC8A5C146F}" type="pres">
      <dgm:prSet presAssocID="{003B6041-09E5-4A48-B44F-1F3631171B27}" presName="Name37" presStyleLbl="parChTrans1D3" presStyleIdx="14" presStyleCnt="23"/>
      <dgm:spPr/>
    </dgm:pt>
    <dgm:pt modelId="{12667947-7024-4DAE-838D-54F356E5A566}" type="pres">
      <dgm:prSet presAssocID="{90A91D39-FEAF-44E6-B740-D7179E12338F}" presName="hierRoot2" presStyleCnt="0">
        <dgm:presLayoutVars>
          <dgm:hierBranch val="init"/>
        </dgm:presLayoutVars>
      </dgm:prSet>
      <dgm:spPr/>
    </dgm:pt>
    <dgm:pt modelId="{2660E5A6-817A-42B9-A6A2-B99A74848F01}" type="pres">
      <dgm:prSet presAssocID="{90A91D39-FEAF-44E6-B740-D7179E12338F}" presName="rootComposite" presStyleCnt="0"/>
      <dgm:spPr/>
    </dgm:pt>
    <dgm:pt modelId="{FF141B75-6FE3-4973-BC64-406FA62900D8}" type="pres">
      <dgm:prSet presAssocID="{90A91D39-FEAF-44E6-B740-D7179E12338F}" presName="rootText" presStyleLbl="node3" presStyleIdx="14" presStyleCnt="23">
        <dgm:presLayoutVars>
          <dgm:chPref val="3"/>
        </dgm:presLayoutVars>
      </dgm:prSet>
      <dgm:spPr/>
    </dgm:pt>
    <dgm:pt modelId="{0F6704C5-DAB1-42E0-A5C8-8CBC24A564AD}" type="pres">
      <dgm:prSet presAssocID="{90A91D39-FEAF-44E6-B740-D7179E12338F}" presName="rootConnector" presStyleLbl="node3" presStyleIdx="14" presStyleCnt="23"/>
      <dgm:spPr/>
    </dgm:pt>
    <dgm:pt modelId="{BAE89365-C6B4-4329-9820-D6A0A128EE9F}" type="pres">
      <dgm:prSet presAssocID="{90A91D39-FEAF-44E6-B740-D7179E12338F}" presName="hierChild4" presStyleCnt="0"/>
      <dgm:spPr/>
    </dgm:pt>
    <dgm:pt modelId="{069F81F4-FE26-45CF-9757-7C25F14D0B3F}" type="pres">
      <dgm:prSet presAssocID="{90A91D39-FEAF-44E6-B740-D7179E12338F}" presName="hierChild5" presStyleCnt="0"/>
      <dgm:spPr/>
    </dgm:pt>
    <dgm:pt modelId="{AF28D9E9-CA05-4B17-9A23-6089D2F985A0}" type="pres">
      <dgm:prSet presAssocID="{911B80F1-669B-4FD6-824E-B64FC96BFD26}" presName="Name37" presStyleLbl="parChTrans1D3" presStyleIdx="15" presStyleCnt="23"/>
      <dgm:spPr/>
    </dgm:pt>
    <dgm:pt modelId="{6C809F5F-9905-4542-ACB0-FD4B32206D82}" type="pres">
      <dgm:prSet presAssocID="{D8AEE7E7-572F-44A7-BBA5-B9C5A40CEBB2}" presName="hierRoot2" presStyleCnt="0">
        <dgm:presLayoutVars>
          <dgm:hierBranch val="init"/>
        </dgm:presLayoutVars>
      </dgm:prSet>
      <dgm:spPr/>
    </dgm:pt>
    <dgm:pt modelId="{B81C2A15-6233-4061-BD41-D6D01901D175}" type="pres">
      <dgm:prSet presAssocID="{D8AEE7E7-572F-44A7-BBA5-B9C5A40CEBB2}" presName="rootComposite" presStyleCnt="0"/>
      <dgm:spPr/>
    </dgm:pt>
    <dgm:pt modelId="{2E8ABDDA-4C1F-4F32-8341-D269558C7263}" type="pres">
      <dgm:prSet presAssocID="{D8AEE7E7-572F-44A7-BBA5-B9C5A40CEBB2}" presName="rootText" presStyleLbl="node3" presStyleIdx="15" presStyleCnt="23">
        <dgm:presLayoutVars>
          <dgm:chPref val="3"/>
        </dgm:presLayoutVars>
      </dgm:prSet>
      <dgm:spPr/>
    </dgm:pt>
    <dgm:pt modelId="{1C021391-D7A5-4281-AB0C-FDC549130B26}" type="pres">
      <dgm:prSet presAssocID="{D8AEE7E7-572F-44A7-BBA5-B9C5A40CEBB2}" presName="rootConnector" presStyleLbl="node3" presStyleIdx="15" presStyleCnt="23"/>
      <dgm:spPr/>
    </dgm:pt>
    <dgm:pt modelId="{AE999D4B-27BD-4906-9AE2-5E8419E8FBBD}" type="pres">
      <dgm:prSet presAssocID="{D8AEE7E7-572F-44A7-BBA5-B9C5A40CEBB2}" presName="hierChild4" presStyleCnt="0"/>
      <dgm:spPr/>
    </dgm:pt>
    <dgm:pt modelId="{4CE2F647-09B6-49BB-8374-415B2D451C35}" type="pres">
      <dgm:prSet presAssocID="{D8AEE7E7-572F-44A7-BBA5-B9C5A40CEBB2}" presName="hierChild5" presStyleCnt="0"/>
      <dgm:spPr/>
    </dgm:pt>
    <dgm:pt modelId="{C55A33CB-C485-4DB5-A2AE-246CE790321B}" type="pres">
      <dgm:prSet presAssocID="{CC553AFD-B2B1-4DF1-A50B-1B6FC648D82D}" presName="Name37" presStyleLbl="parChTrans1D3" presStyleIdx="16" presStyleCnt="23"/>
      <dgm:spPr/>
    </dgm:pt>
    <dgm:pt modelId="{F928EE23-443F-4931-AE9E-E3AC91F26437}" type="pres">
      <dgm:prSet presAssocID="{368C539E-F086-4350-A582-AEFA06CC5086}" presName="hierRoot2" presStyleCnt="0">
        <dgm:presLayoutVars>
          <dgm:hierBranch val="init"/>
        </dgm:presLayoutVars>
      </dgm:prSet>
      <dgm:spPr/>
    </dgm:pt>
    <dgm:pt modelId="{539A9AB9-895E-4DC1-B72D-5060A12C15E5}" type="pres">
      <dgm:prSet presAssocID="{368C539E-F086-4350-A582-AEFA06CC5086}" presName="rootComposite" presStyleCnt="0"/>
      <dgm:spPr/>
    </dgm:pt>
    <dgm:pt modelId="{59B13B6D-559D-4577-B88C-E4EBB5B9330F}" type="pres">
      <dgm:prSet presAssocID="{368C539E-F086-4350-A582-AEFA06CC5086}" presName="rootText" presStyleLbl="node3" presStyleIdx="16" presStyleCnt="23">
        <dgm:presLayoutVars>
          <dgm:chPref val="3"/>
        </dgm:presLayoutVars>
      </dgm:prSet>
      <dgm:spPr/>
    </dgm:pt>
    <dgm:pt modelId="{61AC0E62-BBAB-4EAC-B3BD-17AC83B422D3}" type="pres">
      <dgm:prSet presAssocID="{368C539E-F086-4350-A582-AEFA06CC5086}" presName="rootConnector" presStyleLbl="node3" presStyleIdx="16" presStyleCnt="23"/>
      <dgm:spPr/>
    </dgm:pt>
    <dgm:pt modelId="{748A93CC-9704-40F9-8173-6B038CDCD33F}" type="pres">
      <dgm:prSet presAssocID="{368C539E-F086-4350-A582-AEFA06CC5086}" presName="hierChild4" presStyleCnt="0"/>
      <dgm:spPr/>
    </dgm:pt>
    <dgm:pt modelId="{16E63225-4D62-459D-80F7-24F3966DC046}" type="pres">
      <dgm:prSet presAssocID="{368C539E-F086-4350-A582-AEFA06CC5086}" presName="hierChild5" presStyleCnt="0"/>
      <dgm:spPr/>
    </dgm:pt>
    <dgm:pt modelId="{9DD19C2F-17F6-4DCD-89CD-5E8F22A4790C}" type="pres">
      <dgm:prSet presAssocID="{0CBD26C0-1CF1-4BDA-A08A-B9155152675D}" presName="Name37" presStyleLbl="parChTrans1D3" presStyleIdx="17" presStyleCnt="23"/>
      <dgm:spPr/>
    </dgm:pt>
    <dgm:pt modelId="{1824C079-82A6-419C-AF98-27E5A426E23F}" type="pres">
      <dgm:prSet presAssocID="{52FB6789-BE22-4F60-869E-5D8E7BEC1916}" presName="hierRoot2" presStyleCnt="0">
        <dgm:presLayoutVars>
          <dgm:hierBranch val="init"/>
        </dgm:presLayoutVars>
      </dgm:prSet>
      <dgm:spPr/>
    </dgm:pt>
    <dgm:pt modelId="{C042200B-FA2A-439E-8F06-8E1396B0D8E7}" type="pres">
      <dgm:prSet presAssocID="{52FB6789-BE22-4F60-869E-5D8E7BEC1916}" presName="rootComposite" presStyleCnt="0"/>
      <dgm:spPr/>
    </dgm:pt>
    <dgm:pt modelId="{C1D893FA-15AF-4B87-9690-0131022377B6}" type="pres">
      <dgm:prSet presAssocID="{52FB6789-BE22-4F60-869E-5D8E7BEC1916}" presName="rootText" presStyleLbl="node3" presStyleIdx="17" presStyleCnt="23">
        <dgm:presLayoutVars>
          <dgm:chPref val="3"/>
        </dgm:presLayoutVars>
      </dgm:prSet>
      <dgm:spPr/>
    </dgm:pt>
    <dgm:pt modelId="{3E48039E-7EF6-48C5-9DED-BBFA2764DBCB}" type="pres">
      <dgm:prSet presAssocID="{52FB6789-BE22-4F60-869E-5D8E7BEC1916}" presName="rootConnector" presStyleLbl="node3" presStyleIdx="17" presStyleCnt="23"/>
      <dgm:spPr/>
    </dgm:pt>
    <dgm:pt modelId="{95F8B9B3-E7E9-47F9-841F-91AA083BC335}" type="pres">
      <dgm:prSet presAssocID="{52FB6789-BE22-4F60-869E-5D8E7BEC1916}" presName="hierChild4" presStyleCnt="0"/>
      <dgm:spPr/>
    </dgm:pt>
    <dgm:pt modelId="{A5BD1076-D21C-4648-985F-C824D17F1175}" type="pres">
      <dgm:prSet presAssocID="{52FB6789-BE22-4F60-869E-5D8E7BEC1916}" presName="hierChild5" presStyleCnt="0"/>
      <dgm:spPr/>
    </dgm:pt>
    <dgm:pt modelId="{992539FE-DC18-4B3C-BDED-2DFFE5802CB6}" type="pres">
      <dgm:prSet presAssocID="{F748754C-8971-44BF-B5A1-F45A3E159A16}" presName="hierChild5" presStyleCnt="0"/>
      <dgm:spPr/>
    </dgm:pt>
    <dgm:pt modelId="{81953FDB-271D-4ADF-976F-14F165D0B507}" type="pres">
      <dgm:prSet presAssocID="{14470683-9FD1-4582-B1C7-784629B41B81}" presName="Name37" presStyleLbl="parChTrans1D2" presStyleIdx="4" presStyleCnt="5"/>
      <dgm:spPr/>
    </dgm:pt>
    <dgm:pt modelId="{D3732F57-D65F-490F-AC22-A19DAD63BCCF}" type="pres">
      <dgm:prSet presAssocID="{A381C2D1-DE03-4852-858E-DCFCE792A1C1}" presName="hierRoot2" presStyleCnt="0">
        <dgm:presLayoutVars>
          <dgm:hierBranch val="init"/>
        </dgm:presLayoutVars>
      </dgm:prSet>
      <dgm:spPr/>
    </dgm:pt>
    <dgm:pt modelId="{31BB9B38-8FD9-4986-918D-B58B4D72BC8D}" type="pres">
      <dgm:prSet presAssocID="{A381C2D1-DE03-4852-858E-DCFCE792A1C1}" presName="rootComposite" presStyleCnt="0"/>
      <dgm:spPr/>
    </dgm:pt>
    <dgm:pt modelId="{300F72C8-423F-4D7A-8511-F54946BD9910}" type="pres">
      <dgm:prSet presAssocID="{A381C2D1-DE03-4852-858E-DCFCE792A1C1}" presName="rootText" presStyleLbl="node2" presStyleIdx="4" presStyleCnt="5">
        <dgm:presLayoutVars>
          <dgm:chPref val="3"/>
        </dgm:presLayoutVars>
      </dgm:prSet>
      <dgm:spPr/>
    </dgm:pt>
    <dgm:pt modelId="{87EEC985-6495-408B-BC43-9F3C0A3C6351}" type="pres">
      <dgm:prSet presAssocID="{A381C2D1-DE03-4852-858E-DCFCE792A1C1}" presName="rootConnector" presStyleLbl="node2" presStyleIdx="4" presStyleCnt="5"/>
      <dgm:spPr/>
    </dgm:pt>
    <dgm:pt modelId="{E8812FE2-75B7-4EE1-8234-7954E1B1C2B0}" type="pres">
      <dgm:prSet presAssocID="{A381C2D1-DE03-4852-858E-DCFCE792A1C1}" presName="hierChild4" presStyleCnt="0"/>
      <dgm:spPr/>
    </dgm:pt>
    <dgm:pt modelId="{8430D391-D833-441C-A119-CB8CF75A5DE3}" type="pres">
      <dgm:prSet presAssocID="{AF8A8BED-4FA3-4995-8453-AC69263E4F7B}" presName="Name37" presStyleLbl="parChTrans1D3" presStyleIdx="18" presStyleCnt="23"/>
      <dgm:spPr/>
    </dgm:pt>
    <dgm:pt modelId="{97BD8D0C-FFF2-42EF-A9D9-2576A735AA38}" type="pres">
      <dgm:prSet presAssocID="{7CA0449F-2DC0-4961-8395-48C3E8E3BB41}" presName="hierRoot2" presStyleCnt="0">
        <dgm:presLayoutVars>
          <dgm:hierBranch val="init"/>
        </dgm:presLayoutVars>
      </dgm:prSet>
      <dgm:spPr/>
    </dgm:pt>
    <dgm:pt modelId="{673EAC19-9319-4AAC-87C9-6F0289EED33A}" type="pres">
      <dgm:prSet presAssocID="{7CA0449F-2DC0-4961-8395-48C3E8E3BB41}" presName="rootComposite" presStyleCnt="0"/>
      <dgm:spPr/>
    </dgm:pt>
    <dgm:pt modelId="{50ED118C-FD6F-4995-9C88-655CACB534B0}" type="pres">
      <dgm:prSet presAssocID="{7CA0449F-2DC0-4961-8395-48C3E8E3BB41}" presName="rootText" presStyleLbl="node3" presStyleIdx="18" presStyleCnt="23">
        <dgm:presLayoutVars>
          <dgm:chPref val="3"/>
        </dgm:presLayoutVars>
      </dgm:prSet>
      <dgm:spPr/>
    </dgm:pt>
    <dgm:pt modelId="{FFF2F7F3-4F8A-4989-9473-A935AF8F85D1}" type="pres">
      <dgm:prSet presAssocID="{7CA0449F-2DC0-4961-8395-48C3E8E3BB41}" presName="rootConnector" presStyleLbl="node3" presStyleIdx="18" presStyleCnt="23"/>
      <dgm:spPr/>
    </dgm:pt>
    <dgm:pt modelId="{6A99A882-0B47-4F2B-9983-AD7D869B7D6A}" type="pres">
      <dgm:prSet presAssocID="{7CA0449F-2DC0-4961-8395-48C3E8E3BB41}" presName="hierChild4" presStyleCnt="0"/>
      <dgm:spPr/>
    </dgm:pt>
    <dgm:pt modelId="{99A0D3D6-3E07-488E-A559-85B311396774}" type="pres">
      <dgm:prSet presAssocID="{7CA0449F-2DC0-4961-8395-48C3E8E3BB41}" presName="hierChild5" presStyleCnt="0"/>
      <dgm:spPr/>
    </dgm:pt>
    <dgm:pt modelId="{A6C3C22F-50C7-401B-AA59-08C36F3AD5FF}" type="pres">
      <dgm:prSet presAssocID="{3ADC823A-73D3-4229-869C-AF8C19F969B1}" presName="Name37" presStyleLbl="parChTrans1D3" presStyleIdx="19" presStyleCnt="23"/>
      <dgm:spPr/>
    </dgm:pt>
    <dgm:pt modelId="{48C859C3-E01E-4EFE-9AF9-E8A7891E88E8}" type="pres">
      <dgm:prSet presAssocID="{C15616C1-E6E5-4C73-BB55-3DF0B9C7E4CA}" presName="hierRoot2" presStyleCnt="0">
        <dgm:presLayoutVars>
          <dgm:hierBranch val="init"/>
        </dgm:presLayoutVars>
      </dgm:prSet>
      <dgm:spPr/>
    </dgm:pt>
    <dgm:pt modelId="{77B59A29-BD06-4E87-B009-878BEAB35C39}" type="pres">
      <dgm:prSet presAssocID="{C15616C1-E6E5-4C73-BB55-3DF0B9C7E4CA}" presName="rootComposite" presStyleCnt="0"/>
      <dgm:spPr/>
    </dgm:pt>
    <dgm:pt modelId="{8D0B0D71-5EB7-4544-92A0-4F1F9CC28B2A}" type="pres">
      <dgm:prSet presAssocID="{C15616C1-E6E5-4C73-BB55-3DF0B9C7E4CA}" presName="rootText" presStyleLbl="node3" presStyleIdx="19" presStyleCnt="23">
        <dgm:presLayoutVars>
          <dgm:chPref val="3"/>
        </dgm:presLayoutVars>
      </dgm:prSet>
      <dgm:spPr/>
    </dgm:pt>
    <dgm:pt modelId="{07E8B9D2-4452-4027-9655-C28071B502FF}" type="pres">
      <dgm:prSet presAssocID="{C15616C1-E6E5-4C73-BB55-3DF0B9C7E4CA}" presName="rootConnector" presStyleLbl="node3" presStyleIdx="19" presStyleCnt="23"/>
      <dgm:spPr/>
    </dgm:pt>
    <dgm:pt modelId="{709B1BBA-F50F-4384-BE52-BBA3DF349F29}" type="pres">
      <dgm:prSet presAssocID="{C15616C1-E6E5-4C73-BB55-3DF0B9C7E4CA}" presName="hierChild4" presStyleCnt="0"/>
      <dgm:spPr/>
    </dgm:pt>
    <dgm:pt modelId="{0B35E10B-1C52-492D-8FC9-7D14FA8F3ADA}" type="pres">
      <dgm:prSet presAssocID="{C15616C1-E6E5-4C73-BB55-3DF0B9C7E4CA}" presName="hierChild5" presStyleCnt="0"/>
      <dgm:spPr/>
    </dgm:pt>
    <dgm:pt modelId="{66859F49-5CAF-49A3-B800-DED4D28E832B}" type="pres">
      <dgm:prSet presAssocID="{D2848664-7F31-4C0E-8052-231E01AAD71A}" presName="Name37" presStyleLbl="parChTrans1D3" presStyleIdx="20" presStyleCnt="23"/>
      <dgm:spPr/>
    </dgm:pt>
    <dgm:pt modelId="{18B42742-8FDB-4170-8EDE-F0D6B3FF1F0A}" type="pres">
      <dgm:prSet presAssocID="{96D96C04-A735-4604-B971-E39763DFE27E}" presName="hierRoot2" presStyleCnt="0">
        <dgm:presLayoutVars>
          <dgm:hierBranch val="init"/>
        </dgm:presLayoutVars>
      </dgm:prSet>
      <dgm:spPr/>
    </dgm:pt>
    <dgm:pt modelId="{A9619A70-F8EA-41AC-B4F7-B48D81A10041}" type="pres">
      <dgm:prSet presAssocID="{96D96C04-A735-4604-B971-E39763DFE27E}" presName="rootComposite" presStyleCnt="0"/>
      <dgm:spPr/>
    </dgm:pt>
    <dgm:pt modelId="{5E61FF5F-169C-414C-B100-D42E86D2450C}" type="pres">
      <dgm:prSet presAssocID="{96D96C04-A735-4604-B971-E39763DFE27E}" presName="rootText" presStyleLbl="node3" presStyleIdx="20" presStyleCnt="23">
        <dgm:presLayoutVars>
          <dgm:chPref val="3"/>
        </dgm:presLayoutVars>
      </dgm:prSet>
      <dgm:spPr/>
    </dgm:pt>
    <dgm:pt modelId="{D037B0CF-C9AD-4490-B45E-1A6DFD6F0D7C}" type="pres">
      <dgm:prSet presAssocID="{96D96C04-A735-4604-B971-E39763DFE27E}" presName="rootConnector" presStyleLbl="node3" presStyleIdx="20" presStyleCnt="23"/>
      <dgm:spPr/>
    </dgm:pt>
    <dgm:pt modelId="{EB04D943-56EF-4F9B-99EE-BBEA7B2740B3}" type="pres">
      <dgm:prSet presAssocID="{96D96C04-A735-4604-B971-E39763DFE27E}" presName="hierChild4" presStyleCnt="0"/>
      <dgm:spPr/>
    </dgm:pt>
    <dgm:pt modelId="{9A299EBF-6BA7-4000-894C-03EABFC32E40}" type="pres">
      <dgm:prSet presAssocID="{96D96C04-A735-4604-B971-E39763DFE27E}" presName="hierChild5" presStyleCnt="0"/>
      <dgm:spPr/>
    </dgm:pt>
    <dgm:pt modelId="{D052C1F2-1B1D-4B1E-8DA4-759EF2C8EF0C}" type="pres">
      <dgm:prSet presAssocID="{99ADCBFC-F476-4BFA-AEB5-25A42EB301A1}" presName="Name37" presStyleLbl="parChTrans1D3" presStyleIdx="21" presStyleCnt="23"/>
      <dgm:spPr/>
    </dgm:pt>
    <dgm:pt modelId="{2E276396-0461-4A05-9C00-BBBC12BB672A}" type="pres">
      <dgm:prSet presAssocID="{F3E2038D-1AD3-4CDF-819D-1A3A0C7FCD4C}" presName="hierRoot2" presStyleCnt="0">
        <dgm:presLayoutVars>
          <dgm:hierBranch val="init"/>
        </dgm:presLayoutVars>
      </dgm:prSet>
      <dgm:spPr/>
    </dgm:pt>
    <dgm:pt modelId="{879907CA-3F12-488C-9290-4E7CC9FFE9F2}" type="pres">
      <dgm:prSet presAssocID="{F3E2038D-1AD3-4CDF-819D-1A3A0C7FCD4C}" presName="rootComposite" presStyleCnt="0"/>
      <dgm:spPr/>
    </dgm:pt>
    <dgm:pt modelId="{AA601002-A2E6-4518-95EF-B539F6CA8BBF}" type="pres">
      <dgm:prSet presAssocID="{F3E2038D-1AD3-4CDF-819D-1A3A0C7FCD4C}" presName="rootText" presStyleLbl="node3" presStyleIdx="21" presStyleCnt="23">
        <dgm:presLayoutVars>
          <dgm:chPref val="3"/>
        </dgm:presLayoutVars>
      </dgm:prSet>
      <dgm:spPr/>
    </dgm:pt>
    <dgm:pt modelId="{56665E3D-45B2-48A3-99F8-59B57C39E545}" type="pres">
      <dgm:prSet presAssocID="{F3E2038D-1AD3-4CDF-819D-1A3A0C7FCD4C}" presName="rootConnector" presStyleLbl="node3" presStyleIdx="21" presStyleCnt="23"/>
      <dgm:spPr/>
    </dgm:pt>
    <dgm:pt modelId="{39F2F689-51C5-4904-8C51-92F18012E4D8}" type="pres">
      <dgm:prSet presAssocID="{F3E2038D-1AD3-4CDF-819D-1A3A0C7FCD4C}" presName="hierChild4" presStyleCnt="0"/>
      <dgm:spPr/>
    </dgm:pt>
    <dgm:pt modelId="{2E228F93-096D-427D-B1FA-831B806F3B09}" type="pres">
      <dgm:prSet presAssocID="{F3E2038D-1AD3-4CDF-819D-1A3A0C7FCD4C}" presName="hierChild5" presStyleCnt="0"/>
      <dgm:spPr/>
    </dgm:pt>
    <dgm:pt modelId="{FBE801FF-A8BC-4A70-895F-95F8538AA72B}" type="pres">
      <dgm:prSet presAssocID="{ED2F10E8-8B2F-4CEC-B1CF-D58563DF5873}" presName="Name37" presStyleLbl="parChTrans1D3" presStyleIdx="22" presStyleCnt="23"/>
      <dgm:spPr/>
    </dgm:pt>
    <dgm:pt modelId="{3B030427-88F9-4F92-93A5-ED4817986A3D}" type="pres">
      <dgm:prSet presAssocID="{EAF3E1D3-0367-4412-B212-5DE37726A158}" presName="hierRoot2" presStyleCnt="0">
        <dgm:presLayoutVars>
          <dgm:hierBranch val="init"/>
        </dgm:presLayoutVars>
      </dgm:prSet>
      <dgm:spPr/>
    </dgm:pt>
    <dgm:pt modelId="{D34A95F4-E589-4F8C-9607-0B1C80C913EC}" type="pres">
      <dgm:prSet presAssocID="{EAF3E1D3-0367-4412-B212-5DE37726A158}" presName="rootComposite" presStyleCnt="0"/>
      <dgm:spPr/>
    </dgm:pt>
    <dgm:pt modelId="{A6C6976D-9D0D-443E-B9CE-12345B282C0E}" type="pres">
      <dgm:prSet presAssocID="{EAF3E1D3-0367-4412-B212-5DE37726A158}" presName="rootText" presStyleLbl="node3" presStyleIdx="22" presStyleCnt="23">
        <dgm:presLayoutVars>
          <dgm:chPref val="3"/>
        </dgm:presLayoutVars>
      </dgm:prSet>
      <dgm:spPr/>
    </dgm:pt>
    <dgm:pt modelId="{D4FCB51B-44A9-41E2-9CCE-0ACEBAE8B82C}" type="pres">
      <dgm:prSet presAssocID="{EAF3E1D3-0367-4412-B212-5DE37726A158}" presName="rootConnector" presStyleLbl="node3" presStyleIdx="22" presStyleCnt="23"/>
      <dgm:spPr/>
    </dgm:pt>
    <dgm:pt modelId="{8FEDA7C3-F776-4E00-88ED-E3C5FDAB8BE8}" type="pres">
      <dgm:prSet presAssocID="{EAF3E1D3-0367-4412-B212-5DE37726A158}" presName="hierChild4" presStyleCnt="0"/>
      <dgm:spPr/>
    </dgm:pt>
    <dgm:pt modelId="{89FE0DD3-A4B1-46D7-90B3-F6A373B1A1CE}" type="pres">
      <dgm:prSet presAssocID="{EAF3E1D3-0367-4412-B212-5DE37726A158}" presName="hierChild5" presStyleCnt="0"/>
      <dgm:spPr/>
    </dgm:pt>
    <dgm:pt modelId="{B95FC23A-E855-4F6E-84A0-A4CA0CEC7517}" type="pres">
      <dgm:prSet presAssocID="{A381C2D1-DE03-4852-858E-DCFCE792A1C1}" presName="hierChild5" presStyleCnt="0"/>
      <dgm:spPr/>
    </dgm:pt>
    <dgm:pt modelId="{5DECE4D5-91B9-4F39-AC83-3A7C65F2FD71}" type="pres">
      <dgm:prSet presAssocID="{D905062B-8226-40E6-B9D3-BD5ADF0F4FF2}" presName="hierChild3" presStyleCnt="0"/>
      <dgm:spPr/>
    </dgm:pt>
  </dgm:ptLst>
  <dgm:cxnLst>
    <dgm:cxn modelId="{05242500-7647-4E5C-9F3F-DE351606A2AB}" type="presOf" srcId="{923B5847-D916-4A69-B5C4-2102D56856F9}" destId="{E6D7069A-46E6-4274-8313-2335409E8EA2}" srcOrd="1" destOrd="0" presId="urn:microsoft.com/office/officeart/2005/8/layout/orgChart1"/>
    <dgm:cxn modelId="{6188D501-6888-4CAF-9B60-5AD0EDEB668D}" type="presOf" srcId="{4887F99A-64DF-489A-ACA0-FAD8795D0CD4}" destId="{99BC8703-A174-4025-85FF-C75DF46C60C6}" srcOrd="0" destOrd="0" presId="urn:microsoft.com/office/officeart/2005/8/layout/orgChart1"/>
    <dgm:cxn modelId="{E6A05002-F4B3-4766-A59F-BD13A38E0EBD}" type="presOf" srcId="{9CAEC793-A85E-45AF-802E-E537687945F7}" destId="{9104CC0E-926A-4D4E-8186-6E2AFDD1B9E9}" srcOrd="0" destOrd="0" presId="urn:microsoft.com/office/officeart/2005/8/layout/orgChart1"/>
    <dgm:cxn modelId="{9131A502-585F-4ACB-B007-29F1AA7F3EE1}" srcId="{A381C2D1-DE03-4852-858E-DCFCE792A1C1}" destId="{C15616C1-E6E5-4C73-BB55-3DF0B9C7E4CA}" srcOrd="1" destOrd="0" parTransId="{3ADC823A-73D3-4229-869C-AF8C19F969B1}" sibTransId="{DAF918D6-12EA-4D78-976A-5A6FCD0EE0FF}"/>
    <dgm:cxn modelId="{40AE6203-204A-4D1E-B5F2-C887EDBEC092}" srcId="{F748754C-8971-44BF-B5A1-F45A3E159A16}" destId="{52FB6789-BE22-4F60-869E-5D8E7BEC1916}" srcOrd="4" destOrd="0" parTransId="{0CBD26C0-1CF1-4BDA-A08A-B9155152675D}" sibTransId="{25DF7C2F-BE76-4AAE-A2B6-CB45DEBD89BF}"/>
    <dgm:cxn modelId="{A94EF605-F5E4-41AB-AFDE-B17EC3DC3C13}" type="presOf" srcId="{504BA2DC-B6AF-47BA-BFD0-41BD95BC0D1A}" destId="{98206F9B-7AF6-4652-AB5C-916166CB5354}" srcOrd="0" destOrd="0" presId="urn:microsoft.com/office/officeart/2005/8/layout/orgChart1"/>
    <dgm:cxn modelId="{88A25C09-C734-43D7-9D74-CCC03E9D6EB8}" type="presOf" srcId="{260BF826-EEE7-475B-8302-9EB7EF0FB178}" destId="{730CC6AA-114C-4C61-A978-4F15142158F1}" srcOrd="1" destOrd="0" presId="urn:microsoft.com/office/officeart/2005/8/layout/orgChart1"/>
    <dgm:cxn modelId="{F5F7100D-6D75-4A77-A37A-1CA6512AA8E1}" type="presOf" srcId="{CC553AFD-B2B1-4DF1-A50B-1B6FC648D82D}" destId="{C55A33CB-C485-4DB5-A2AE-246CE790321B}" srcOrd="0" destOrd="0" presId="urn:microsoft.com/office/officeart/2005/8/layout/orgChart1"/>
    <dgm:cxn modelId="{E4481A0D-D5E2-41DD-BF05-68247C889589}" type="presOf" srcId="{AC906E97-D03B-4750-9C07-2B06BC127A18}" destId="{0836C8B7-2F9E-4B03-B232-12F85155C072}" srcOrd="1" destOrd="0" presId="urn:microsoft.com/office/officeart/2005/8/layout/orgChart1"/>
    <dgm:cxn modelId="{2791F90D-6EB9-4B0A-A99B-C8E2BD184464}" type="presOf" srcId="{7F9603D1-82F1-42EE-BBE1-902CADE7C0B9}" destId="{4FD5750D-E42E-4CCF-BE26-0FEB82C8FDFE}" srcOrd="0" destOrd="0" presId="urn:microsoft.com/office/officeart/2005/8/layout/orgChart1"/>
    <dgm:cxn modelId="{B6174211-4C88-4BAA-9003-30930F88C5ED}" type="presOf" srcId="{147FBBE8-93CF-4731-9367-659C214A8742}" destId="{B3ED08DB-45AF-4ED5-BC41-036C6267D4B8}" srcOrd="0" destOrd="0" presId="urn:microsoft.com/office/officeart/2005/8/layout/orgChart1"/>
    <dgm:cxn modelId="{C9F90012-8515-47D2-9925-F2D5D262935A}" type="presOf" srcId="{0CBD26C0-1CF1-4BDA-A08A-B9155152675D}" destId="{9DD19C2F-17F6-4DCD-89CD-5E8F22A4790C}" srcOrd="0" destOrd="0" presId="urn:microsoft.com/office/officeart/2005/8/layout/orgChart1"/>
    <dgm:cxn modelId="{A359EB16-98F6-4573-B39D-ABF17F9BCFDD}" type="presOf" srcId="{003B6041-09E5-4A48-B44F-1F3631171B27}" destId="{96F10A2B-D5AE-4D86-B4ED-8CBC8A5C146F}" srcOrd="0" destOrd="0" presId="urn:microsoft.com/office/officeart/2005/8/layout/orgChart1"/>
    <dgm:cxn modelId="{C6D0F217-62A7-436E-8D07-03D8B1D79A39}" srcId="{F7343D46-28E1-4BB4-9755-6F666BF2AC39}" destId="{0C6601D7-0A69-45AB-81DF-DE749031B2F8}" srcOrd="0" destOrd="0" parTransId="{774D199A-B00B-48B4-8AA4-8B3EE0D9080E}" sibTransId="{877A540E-9A11-4063-9A89-00DD303093E3}"/>
    <dgm:cxn modelId="{99780918-2DB8-40FA-90D1-A9F71AD9B611}" type="presOf" srcId="{B064233E-C0FD-41D0-B557-FB28A877A36A}" destId="{12DE6807-D68C-414E-A400-EF24C3344119}" srcOrd="1" destOrd="0" presId="urn:microsoft.com/office/officeart/2005/8/layout/orgChart1"/>
    <dgm:cxn modelId="{FF1C241B-0BB7-4E5C-B933-A81C1D1AA822}" type="presOf" srcId="{212DAB52-4BFD-415C-80C7-4BD0F1D1D76E}" destId="{FBC60741-666D-4C9A-8E85-2FBDEFF75D1E}" srcOrd="0" destOrd="0" presId="urn:microsoft.com/office/officeart/2005/8/layout/orgChart1"/>
    <dgm:cxn modelId="{B71C8A1B-7386-4910-8D77-40DEFEF8A69E}" type="presOf" srcId="{3ADC823A-73D3-4229-869C-AF8C19F969B1}" destId="{A6C3C22F-50C7-401B-AA59-08C36F3AD5FF}" srcOrd="0" destOrd="0" presId="urn:microsoft.com/office/officeart/2005/8/layout/orgChart1"/>
    <dgm:cxn modelId="{BA236E21-B1EF-46AD-9005-CB196B5D215C}" type="presOf" srcId="{0C6601D7-0A69-45AB-81DF-DE749031B2F8}" destId="{F1B82CC1-9737-49D9-93AB-D12CDDEE964A}" srcOrd="0" destOrd="0" presId="urn:microsoft.com/office/officeart/2005/8/layout/orgChart1"/>
    <dgm:cxn modelId="{2DE33123-6C84-49CE-84A9-233277EC2BDD}" type="presOf" srcId="{F0DB0B84-B478-45DC-ABF5-28BFB655CB4B}" destId="{6B40063E-098E-4915-A050-6F44416CBFC9}" srcOrd="0" destOrd="0" presId="urn:microsoft.com/office/officeart/2005/8/layout/orgChart1"/>
    <dgm:cxn modelId="{A4420E24-C684-4775-A0B6-54FE666E283A}" type="presOf" srcId="{AF8A8BED-4FA3-4995-8453-AC69263E4F7B}" destId="{8430D391-D833-441C-A119-CB8CF75A5DE3}" srcOrd="0" destOrd="0" presId="urn:microsoft.com/office/officeart/2005/8/layout/orgChart1"/>
    <dgm:cxn modelId="{D99B7924-F157-4DFD-AE85-CCF307D81F5F}" type="presOf" srcId="{D8AEE7E7-572F-44A7-BBA5-B9C5A40CEBB2}" destId="{2E8ABDDA-4C1F-4F32-8341-D269558C7263}" srcOrd="0" destOrd="0" presId="urn:microsoft.com/office/officeart/2005/8/layout/orgChart1"/>
    <dgm:cxn modelId="{523DC027-A300-49D7-AB34-C8E37B16717B}" type="presOf" srcId="{368C539E-F086-4350-A582-AEFA06CC5086}" destId="{59B13B6D-559D-4577-B88C-E4EBB5B9330F}" srcOrd="0" destOrd="0" presId="urn:microsoft.com/office/officeart/2005/8/layout/orgChart1"/>
    <dgm:cxn modelId="{2C6C8029-9E2F-4948-BD42-F71CBD2B9721}" srcId="{D905062B-8226-40E6-B9D3-BD5ADF0F4FF2}" destId="{F748754C-8971-44BF-B5A1-F45A3E159A16}" srcOrd="3" destOrd="0" parTransId="{504BA2DC-B6AF-47BA-BFD0-41BD95BC0D1A}" sibTransId="{9892E78F-5B12-47E2-B5C6-1AF5CB95D4CA}"/>
    <dgm:cxn modelId="{DE69702A-10FF-4F37-A864-C8604FA39AC5}" type="presOf" srcId="{774D199A-B00B-48B4-8AA4-8B3EE0D9080E}" destId="{A990FBE3-536C-403B-A8A2-C6AB47DAC219}" srcOrd="0" destOrd="0" presId="urn:microsoft.com/office/officeart/2005/8/layout/orgChart1"/>
    <dgm:cxn modelId="{ED7BB92A-B12C-4E2B-A07C-0CF6A0D1CE43}" srcId="{D905062B-8226-40E6-B9D3-BD5ADF0F4FF2}" destId="{3E35C48A-0844-47A6-B895-00E2D0DC19B9}" srcOrd="2" destOrd="0" parTransId="{9AC7D920-61D4-4E31-A854-BC6BB6002098}" sibTransId="{5F56301C-57A1-4CE6-862C-5DEBFFEB19CD}"/>
    <dgm:cxn modelId="{5F51632B-99CE-4725-A281-74D4D61331A7}" type="presOf" srcId="{A381C2D1-DE03-4852-858E-DCFCE792A1C1}" destId="{300F72C8-423F-4D7A-8511-F54946BD9910}" srcOrd="0" destOrd="0" presId="urn:microsoft.com/office/officeart/2005/8/layout/orgChart1"/>
    <dgm:cxn modelId="{400B4A2D-1361-421C-9026-305CD2229105}" srcId="{D905062B-8226-40E6-B9D3-BD5ADF0F4FF2}" destId="{F7343D46-28E1-4BB4-9755-6F666BF2AC39}" srcOrd="0" destOrd="0" parTransId="{B905E722-AC71-4819-95D4-4A9D23D2E89F}" sibTransId="{B9BFA5A3-7132-47D5-B104-DE7991894459}"/>
    <dgm:cxn modelId="{92127A2E-695F-4EFE-B695-0929F96FF584}" type="presOf" srcId="{2F96FAFA-B8B5-46C0-BB50-CBD97A236D5C}" destId="{0E7A3006-04FB-4AB4-B887-60B4768C5D23}" srcOrd="0" destOrd="0" presId="urn:microsoft.com/office/officeart/2005/8/layout/orgChart1"/>
    <dgm:cxn modelId="{F29D0C37-0F82-45C7-9FD7-3D9B0CD23DB3}" srcId="{F7343D46-28E1-4BB4-9755-6F666BF2AC39}" destId="{4887F99A-64DF-489A-ACA0-FAD8795D0CD4}" srcOrd="1" destOrd="0" parTransId="{7C4C0EEC-AAB2-4686-B8A4-7FBC05124D11}" sibTransId="{6C1EF07C-2EC5-4112-BACE-C6DE4D2D2385}"/>
    <dgm:cxn modelId="{ACFC585D-68E0-42B8-A223-C5916F2DA5FD}" srcId="{FEFB6219-3A1F-44AD-A50F-5446D62D42C3}" destId="{147FBBE8-93CF-4731-9367-659C214A8742}" srcOrd="4" destOrd="0" parTransId="{C08DA3F1-3B71-450F-8F23-2BD5655189BC}" sibTransId="{D8B7CE80-ACEB-496A-A6EA-A90D9E02262F}"/>
    <dgm:cxn modelId="{3419BA5D-0C10-4BDE-B820-C791B2646072}" type="presOf" srcId="{52FB6789-BE22-4F60-869E-5D8E7BEC1916}" destId="{C1D893FA-15AF-4B87-9690-0131022377B6}" srcOrd="0" destOrd="0" presId="urn:microsoft.com/office/officeart/2005/8/layout/orgChart1"/>
    <dgm:cxn modelId="{98092041-88E3-4327-95B4-C3A7314F3640}" srcId="{FEFB6219-3A1F-44AD-A50F-5446D62D42C3}" destId="{24BECC70-CE8D-46BB-9181-BCA3B7D4F43E}" srcOrd="5" destOrd="0" parTransId="{506ED219-11C5-4CB9-9B02-07FB41E991C2}" sibTransId="{A5A695C1-F71B-4984-8258-628BAA8CA826}"/>
    <dgm:cxn modelId="{52C94461-F8DB-4A9A-B347-87A0DB22B45C}" type="presOf" srcId="{AC906E97-D03B-4750-9C07-2B06BC127A18}" destId="{3C0284F8-344A-4A27-A093-414F41BA38FC}" srcOrd="0" destOrd="0" presId="urn:microsoft.com/office/officeart/2005/8/layout/orgChart1"/>
    <dgm:cxn modelId="{2FFAE861-AFAB-4EEE-BD98-9BBE5179D49B}" srcId="{F748754C-8971-44BF-B5A1-F45A3E159A16}" destId="{17038732-669E-4CFA-A4E2-C3324C308E2A}" srcOrd="0" destOrd="0" parTransId="{163A612D-3C41-40C6-BF17-B48C88AF46DF}" sibTransId="{FEC8F457-80DA-4E41-8D84-A411280859AB}"/>
    <dgm:cxn modelId="{CA702262-7E88-41E8-B9C0-BD345B0A14A4}" srcId="{3E35C48A-0844-47A6-B895-00E2D0DC19B9}" destId="{9D51EBFB-6A18-427C-AA07-3C6CD8DEDEE4}" srcOrd="2" destOrd="0" parTransId="{7F9603D1-82F1-42EE-BBE1-902CADE7C0B9}" sibTransId="{1A1FCF3F-0CA4-4BAB-A912-201F31008FBC}"/>
    <dgm:cxn modelId="{A6982344-2E3E-4F3F-A2EC-8B5B0803354B}" type="presOf" srcId="{24BECC70-CE8D-46BB-9181-BCA3B7D4F43E}" destId="{8798F0A4-E69F-44B7-B4D1-F5B764859C7E}" srcOrd="0" destOrd="0" presId="urn:microsoft.com/office/officeart/2005/8/layout/orgChart1"/>
    <dgm:cxn modelId="{6A17D644-60B3-4CE2-B147-380E1144AD7A}" type="presOf" srcId="{F748754C-8971-44BF-B5A1-F45A3E159A16}" destId="{DB735B7A-28B8-4C3B-9863-B17BE7AC949F}" srcOrd="0" destOrd="0" presId="urn:microsoft.com/office/officeart/2005/8/layout/orgChart1"/>
    <dgm:cxn modelId="{6E376E65-07D3-4EC2-8AFA-FBAAB63DACDF}" type="presOf" srcId="{24BECC70-CE8D-46BB-9181-BCA3B7D4F43E}" destId="{19DD56F1-6781-4FD3-B2D5-1CBD33198261}" srcOrd="1" destOrd="0" presId="urn:microsoft.com/office/officeart/2005/8/layout/orgChart1"/>
    <dgm:cxn modelId="{772AD565-E83F-4A3E-9DB1-93C01A7F806A}" srcId="{FEFB6219-3A1F-44AD-A50F-5446D62D42C3}" destId="{9B690F89-C137-4480-A64F-8C9CC477881B}" srcOrd="1" destOrd="0" parTransId="{6327ACA4-8DD3-4D7E-92EE-CAB24854A3DE}" sibTransId="{B0C7F2E1-2CE9-46BA-B179-F02B3F349A3D}"/>
    <dgm:cxn modelId="{3B135367-5EEE-4E73-86BF-522C8831370D}" srcId="{3E35C48A-0844-47A6-B895-00E2D0DC19B9}" destId="{CDF4396E-1B7D-4555-A087-AE6E13AD9D68}" srcOrd="0" destOrd="0" parTransId="{147A607A-A690-40D6-959B-5784D34A879F}" sibTransId="{3DFDE7B5-DB99-45B9-8FBD-364289A3782A}"/>
    <dgm:cxn modelId="{DC38096A-90D8-4D09-9AEF-63A7D2D8791A}" type="presOf" srcId="{CDF4396E-1B7D-4555-A087-AE6E13AD9D68}" destId="{38FC13C1-621D-4608-A5D0-F96825BE43AC}" srcOrd="0" destOrd="0" presId="urn:microsoft.com/office/officeart/2005/8/layout/orgChart1"/>
    <dgm:cxn modelId="{6E5D354C-E248-4FBA-B35D-3FBB13F59909}" type="presOf" srcId="{9D51EBFB-6A18-427C-AA07-3C6CD8DEDEE4}" destId="{61CFD422-A143-4ABD-90B2-C18CF33305EA}" srcOrd="1" destOrd="0" presId="urn:microsoft.com/office/officeart/2005/8/layout/orgChart1"/>
    <dgm:cxn modelId="{EC973A6C-627D-4BEA-8EB3-192F6B2219B6}" srcId="{FEFB6219-3A1F-44AD-A50F-5446D62D42C3}" destId="{260BF826-EEE7-475B-8302-9EB7EF0FB178}" srcOrd="0" destOrd="0" parTransId="{D986DDF4-1EF7-454B-AAD9-CB8F8E5D05FE}" sibTransId="{50D2DE74-66EF-4834-9242-D4A1DCA8EF54}"/>
    <dgm:cxn modelId="{14E5804D-201D-4085-937A-9F7DEE8D14BC}" type="presOf" srcId="{7CA0449F-2DC0-4961-8395-48C3E8E3BB41}" destId="{50ED118C-FD6F-4995-9C88-655CACB534B0}" srcOrd="0" destOrd="0" presId="urn:microsoft.com/office/officeart/2005/8/layout/orgChart1"/>
    <dgm:cxn modelId="{55E4546E-6A60-4192-AA80-0AAC38FE8F72}" type="presOf" srcId="{D986DDF4-1EF7-454B-AAD9-CB8F8E5D05FE}" destId="{1E05FC00-71E5-4353-8E51-748779809F05}" srcOrd="0" destOrd="0" presId="urn:microsoft.com/office/officeart/2005/8/layout/orgChart1"/>
    <dgm:cxn modelId="{51D9BA50-A6FD-4ADC-914B-22F281AE28F0}" type="presOf" srcId="{163A612D-3C41-40C6-BF17-B48C88AF46DF}" destId="{55BB8BB7-0787-442C-BE1C-E402593ABB57}" srcOrd="0" destOrd="0" presId="urn:microsoft.com/office/officeart/2005/8/layout/orgChart1"/>
    <dgm:cxn modelId="{577E8B71-8E62-4296-A85F-748D36E923AB}" type="presOf" srcId="{EAF3E1D3-0367-4412-B212-5DE37726A158}" destId="{A6C6976D-9D0D-443E-B9CE-12345B282C0E}" srcOrd="0" destOrd="0" presId="urn:microsoft.com/office/officeart/2005/8/layout/orgChart1"/>
    <dgm:cxn modelId="{813C5D73-5655-4923-87D6-339FB51D1DDB}" type="presOf" srcId="{C15616C1-E6E5-4C73-BB55-3DF0B9C7E4CA}" destId="{8D0B0D71-5EB7-4544-92A0-4F1F9CC28B2A}" srcOrd="0" destOrd="0" presId="urn:microsoft.com/office/officeart/2005/8/layout/orgChart1"/>
    <dgm:cxn modelId="{0DFDF455-AE7D-4F41-8DDE-150904093A6E}" type="presOf" srcId="{835F6CC9-99D5-4275-9CA6-00661E7D5A45}" destId="{B62DE658-F46D-48CF-A277-F80B1D501F2A}" srcOrd="0" destOrd="0" presId="urn:microsoft.com/office/officeart/2005/8/layout/orgChart1"/>
    <dgm:cxn modelId="{D4EC7578-1338-4B29-ACDC-53394E071FD4}" srcId="{A381C2D1-DE03-4852-858E-DCFCE792A1C1}" destId="{7CA0449F-2DC0-4961-8395-48C3E8E3BB41}" srcOrd="0" destOrd="0" parTransId="{AF8A8BED-4FA3-4995-8453-AC69263E4F7B}" sibTransId="{C19F0CD0-6EC3-4E79-A51F-A2658BDDF63D}"/>
    <dgm:cxn modelId="{4827D959-9605-4135-983B-E7D3D243B78E}" type="presOf" srcId="{D905062B-8226-40E6-B9D3-BD5ADF0F4FF2}" destId="{CC99DF9B-DCE8-4B5E-9BF7-420995C8ECE2}" srcOrd="1" destOrd="0" presId="urn:microsoft.com/office/officeart/2005/8/layout/orgChart1"/>
    <dgm:cxn modelId="{00343C5A-30E3-4C1A-AC13-41D9C534FA63}" srcId="{F748754C-8971-44BF-B5A1-F45A3E159A16}" destId="{D8AEE7E7-572F-44A7-BBA5-B9C5A40CEBB2}" srcOrd="2" destOrd="0" parTransId="{911B80F1-669B-4FD6-824E-B64FC96BFD26}" sibTransId="{09AC59FC-8A80-459B-A1F6-31D8700C2680}"/>
    <dgm:cxn modelId="{EEC26F7A-B862-438E-B633-89D5067BC48D}" type="presOf" srcId="{FEFB6219-3A1F-44AD-A50F-5446D62D42C3}" destId="{908BBE12-63B8-4DBF-90F0-B9F05A5629A5}" srcOrd="0" destOrd="0" presId="urn:microsoft.com/office/officeart/2005/8/layout/orgChart1"/>
    <dgm:cxn modelId="{4724C97B-F8DD-4266-9E2A-06BFB0A7AEC2}" type="presOf" srcId="{ED2F10E8-8B2F-4CEC-B1CF-D58563DF5873}" destId="{FBE801FF-A8BC-4A70-895F-95F8538AA72B}" srcOrd="0" destOrd="0" presId="urn:microsoft.com/office/officeart/2005/8/layout/orgChart1"/>
    <dgm:cxn modelId="{4096E07B-1A98-47FF-8424-ADFAB344FD2E}" type="presOf" srcId="{9AC7D920-61D4-4E31-A854-BC6BB6002098}" destId="{4DAE45F1-F1F7-4C38-9A4C-62AFA5EAC6CC}" srcOrd="0" destOrd="0" presId="urn:microsoft.com/office/officeart/2005/8/layout/orgChart1"/>
    <dgm:cxn modelId="{E177417D-4654-4A7F-B503-1C080ED8C9E6}" type="presOf" srcId="{A381C2D1-DE03-4852-858E-DCFCE792A1C1}" destId="{87EEC985-6495-408B-BC43-9F3C0A3C6351}" srcOrd="1" destOrd="0" presId="urn:microsoft.com/office/officeart/2005/8/layout/orgChart1"/>
    <dgm:cxn modelId="{3021F27F-6465-493F-9DE5-E20CAB9F84DA}" type="presOf" srcId="{147FBBE8-93CF-4731-9367-659C214A8742}" destId="{1E041E7A-F72A-41DD-A7A9-2BA105FB9EB7}" srcOrd="1" destOrd="0" presId="urn:microsoft.com/office/officeart/2005/8/layout/orgChart1"/>
    <dgm:cxn modelId="{44220081-AB3B-4C97-8424-2FA47809D88F}" type="presOf" srcId="{147A607A-A690-40D6-959B-5784D34A879F}" destId="{5E8FD173-7E5A-42E3-A545-2787CC3B6D8A}" srcOrd="0" destOrd="0" presId="urn:microsoft.com/office/officeart/2005/8/layout/orgChart1"/>
    <dgm:cxn modelId="{B6DD5581-7985-4ECF-909D-F3980DF86775}" type="presOf" srcId="{7C4C0EEC-AAB2-4686-B8A4-7FBC05124D11}" destId="{D4279276-8483-4266-B8F7-191FD4B90472}" srcOrd="0" destOrd="0" presId="urn:microsoft.com/office/officeart/2005/8/layout/orgChart1"/>
    <dgm:cxn modelId="{444B6289-AAC7-494B-8F6C-952248D3A8B8}" type="presOf" srcId="{3E35C48A-0844-47A6-B895-00E2D0DC19B9}" destId="{29F7BD0C-3552-4BAA-8871-5765E9B8AE86}" srcOrd="1" destOrd="0" presId="urn:microsoft.com/office/officeart/2005/8/layout/orgChart1"/>
    <dgm:cxn modelId="{EDF7AE8B-C553-40E5-A6A0-0D19F7812517}" type="presOf" srcId="{260BF826-EEE7-475B-8302-9EB7EF0FB178}" destId="{A9C2D33E-16D5-4DC6-8C89-25D55E2E6FE5}" srcOrd="0" destOrd="0" presId="urn:microsoft.com/office/officeart/2005/8/layout/orgChart1"/>
    <dgm:cxn modelId="{26615D8D-17D5-4729-AB4F-9CB76364C26C}" type="presOf" srcId="{96D96C04-A735-4604-B971-E39763DFE27E}" destId="{5E61FF5F-169C-414C-B100-D42E86D2450C}" srcOrd="0" destOrd="0" presId="urn:microsoft.com/office/officeart/2005/8/layout/orgChart1"/>
    <dgm:cxn modelId="{092B7794-C453-4E55-846A-3C304DA45833}" type="presOf" srcId="{9D51EBFB-6A18-427C-AA07-3C6CD8DEDEE4}" destId="{27D047DE-1A9A-4C54-AAA6-F091AF0193F7}" srcOrd="0" destOrd="0" presId="urn:microsoft.com/office/officeart/2005/8/layout/orgChart1"/>
    <dgm:cxn modelId="{3213A094-8DA0-40AA-AC8D-62771FEBD7F5}" type="presOf" srcId="{7CA0449F-2DC0-4961-8395-48C3E8E3BB41}" destId="{FFF2F7F3-4F8A-4989-9473-A935AF8F85D1}" srcOrd="1" destOrd="0" presId="urn:microsoft.com/office/officeart/2005/8/layout/orgChart1"/>
    <dgm:cxn modelId="{EFBF2E98-AF87-4745-8B81-32073F597C98}" type="presOf" srcId="{3E35C48A-0844-47A6-B895-00E2D0DC19B9}" destId="{36944AE6-02F6-4A89-9A7B-7E7511698CC8}" srcOrd="0" destOrd="0" presId="urn:microsoft.com/office/officeart/2005/8/layout/orgChart1"/>
    <dgm:cxn modelId="{1B4C8B99-1BFD-4DBA-A10F-2A944EA36EC2}" type="presOf" srcId="{90A91D39-FEAF-44E6-B740-D7179E12338F}" destId="{0F6704C5-DAB1-42E0-A5C8-8CBC24A564AD}" srcOrd="1" destOrd="0" presId="urn:microsoft.com/office/officeart/2005/8/layout/orgChart1"/>
    <dgm:cxn modelId="{E592DB9D-9A61-4C4A-9805-2AC3C71B4AB2}" type="presOf" srcId="{28300C0E-DDB8-49E5-982F-4D999D7C60E1}" destId="{26738142-5499-4D58-B4BA-85EA2A4F31F7}" srcOrd="1" destOrd="0" presId="urn:microsoft.com/office/officeart/2005/8/layout/orgChart1"/>
    <dgm:cxn modelId="{60A3129E-5C7D-4245-8935-85717BEA6075}" srcId="{A381C2D1-DE03-4852-858E-DCFCE792A1C1}" destId="{96D96C04-A735-4604-B971-E39763DFE27E}" srcOrd="2" destOrd="0" parTransId="{D2848664-7F31-4C0E-8052-231E01AAD71A}" sibTransId="{FFC6279B-D47C-46C9-9035-BFE4825877D1}"/>
    <dgm:cxn modelId="{3BDDEB9F-E6C4-468F-8F7C-A805AC7C58A6}" type="presOf" srcId="{F3E2038D-1AD3-4CDF-819D-1A3A0C7FCD4C}" destId="{56665E3D-45B2-48A3-99F8-59B57C39E545}" srcOrd="1" destOrd="0" presId="urn:microsoft.com/office/officeart/2005/8/layout/orgChart1"/>
    <dgm:cxn modelId="{62BBECAC-30BD-407A-BEF7-B4D252F8431C}" type="presOf" srcId="{C15616C1-E6E5-4C73-BB55-3DF0B9C7E4CA}" destId="{07E8B9D2-4452-4027-9655-C28071B502FF}" srcOrd="1" destOrd="0" presId="urn:microsoft.com/office/officeart/2005/8/layout/orgChart1"/>
    <dgm:cxn modelId="{49F4E9B0-9E57-4099-8C7B-6872E9616C1B}" type="presOf" srcId="{368C539E-F086-4350-A582-AEFA06CC5086}" destId="{61AC0E62-BBAB-4EAC-B3BD-17AC83B422D3}" srcOrd="1" destOrd="0" presId="urn:microsoft.com/office/officeart/2005/8/layout/orgChart1"/>
    <dgm:cxn modelId="{7D74E1B1-9C62-4D7D-8A0D-242CB8AC81E4}" srcId="{A381C2D1-DE03-4852-858E-DCFCE792A1C1}" destId="{EAF3E1D3-0367-4412-B212-5DE37726A158}" srcOrd="4" destOrd="0" parTransId="{ED2F10E8-8B2F-4CEC-B1CF-D58563DF5873}" sibTransId="{E95E638E-E049-4237-8628-0DE3FFD8BF97}"/>
    <dgm:cxn modelId="{9FF2A6B3-6739-40F4-8CFE-3C814577178C}" type="presOf" srcId="{506ED219-11C5-4CB9-9B02-07FB41E991C2}" destId="{B70B2555-E90A-438E-B9A6-E1456D48282F}" srcOrd="0" destOrd="0" presId="urn:microsoft.com/office/officeart/2005/8/layout/orgChart1"/>
    <dgm:cxn modelId="{CE58FCB6-0043-4F7D-8CD4-D7E73220D79D}" type="presOf" srcId="{D8AEE7E7-572F-44A7-BBA5-B9C5A40CEBB2}" destId="{1C021391-D7A5-4281-AB0C-FDC549130B26}" srcOrd="1" destOrd="0" presId="urn:microsoft.com/office/officeart/2005/8/layout/orgChart1"/>
    <dgm:cxn modelId="{837C10B8-D181-4537-9877-3D7AA67E9ECD}" type="presOf" srcId="{923B5847-D916-4A69-B5C4-2102D56856F9}" destId="{482104FF-545B-428F-9A99-CF5DB32512B0}" srcOrd="0" destOrd="0" presId="urn:microsoft.com/office/officeart/2005/8/layout/orgChart1"/>
    <dgm:cxn modelId="{C93E4DB9-F640-4A89-A361-7C0D32C7BE0B}" srcId="{FEFB6219-3A1F-44AD-A50F-5446D62D42C3}" destId="{B064233E-C0FD-41D0-B557-FB28A877A36A}" srcOrd="3" destOrd="0" parTransId="{2F96FAFA-B8B5-46C0-BB50-CBD97A236D5C}" sibTransId="{61A292B9-ECE0-443C-B218-4A6C31061C61}"/>
    <dgm:cxn modelId="{8FC782B9-29C6-4504-B988-D32D6983353F}" type="presOf" srcId="{B064233E-C0FD-41D0-B557-FB28A877A36A}" destId="{7E7C973D-B32E-4B8F-972A-21AF2D1F604D}" srcOrd="0" destOrd="0" presId="urn:microsoft.com/office/officeart/2005/8/layout/orgChart1"/>
    <dgm:cxn modelId="{70F82DBA-0F40-4563-96AF-CD24FFD3B48C}" type="presOf" srcId="{911B80F1-669B-4FD6-824E-B64FC96BFD26}" destId="{AF28D9E9-CA05-4B17-9A23-6089D2F985A0}" srcOrd="0" destOrd="0" presId="urn:microsoft.com/office/officeart/2005/8/layout/orgChart1"/>
    <dgm:cxn modelId="{7E302EBA-87EC-4509-B41E-4B59B1875834}" type="presOf" srcId="{28300C0E-DDB8-49E5-982F-4D999D7C60E1}" destId="{1501263F-B79C-468E-8CDD-A7468950138E}" srcOrd="0" destOrd="0" presId="urn:microsoft.com/office/officeart/2005/8/layout/orgChart1"/>
    <dgm:cxn modelId="{4DD26CBC-F670-4CAA-B2CE-4C4A9C7E956C}" type="presOf" srcId="{D2848664-7F31-4C0E-8052-231E01AAD71A}" destId="{66859F49-5CAF-49A3-B800-DED4D28E832B}" srcOrd="0" destOrd="0" presId="urn:microsoft.com/office/officeart/2005/8/layout/orgChart1"/>
    <dgm:cxn modelId="{FA7632C0-B00C-461A-8B94-D3CC274ED95D}" type="presOf" srcId="{D905062B-8226-40E6-B9D3-BD5ADF0F4FF2}" destId="{A0E82846-5497-460E-8F7C-0C44AE56CA51}" srcOrd="0" destOrd="0" presId="urn:microsoft.com/office/officeart/2005/8/layout/orgChart1"/>
    <dgm:cxn modelId="{8E772CC1-7A05-4824-921D-92854553E57B}" type="presOf" srcId="{F3E2038D-1AD3-4CDF-819D-1A3A0C7FCD4C}" destId="{AA601002-A2E6-4518-95EF-B539F6CA8BBF}" srcOrd="0" destOrd="0" presId="urn:microsoft.com/office/officeart/2005/8/layout/orgChart1"/>
    <dgm:cxn modelId="{AED3DEC1-6E06-4989-B803-5B493ABD2BE2}" type="presOf" srcId="{17038732-669E-4CFA-A4E2-C3324C308E2A}" destId="{186BDEA5-4E36-4323-8EB9-0985FE26F52D}" srcOrd="0" destOrd="0" presId="urn:microsoft.com/office/officeart/2005/8/layout/orgChart1"/>
    <dgm:cxn modelId="{71A096C4-8BD9-4BFE-9801-1B00366BE3AA}" type="presOf" srcId="{C08DA3F1-3B71-450F-8F23-2BD5655189BC}" destId="{0755148B-E93C-4E8D-BDA3-FD11FEC3ECB7}" srcOrd="0" destOrd="0" presId="urn:microsoft.com/office/officeart/2005/8/layout/orgChart1"/>
    <dgm:cxn modelId="{063E9BC4-005F-422C-9E39-AD6513E81169}" type="presOf" srcId="{740F2894-59B8-43C7-8CD2-4B398F95904D}" destId="{97DB5454-A1A5-4903-AE11-921987EBD896}" srcOrd="0" destOrd="0" presId="urn:microsoft.com/office/officeart/2005/8/layout/orgChart1"/>
    <dgm:cxn modelId="{8CEF9FC4-DA48-4949-B5B2-E1AC9CED93CF}" type="presOf" srcId="{DBCFF9A3-D454-42EC-874B-22220F04B4CA}" destId="{F749EA20-C4CF-43FF-A607-AC516B713D48}" srcOrd="0" destOrd="0" presId="urn:microsoft.com/office/officeart/2005/8/layout/orgChart1"/>
    <dgm:cxn modelId="{1665CFC5-25DD-43F6-A8AF-167D82720667}" srcId="{F748754C-8971-44BF-B5A1-F45A3E159A16}" destId="{90A91D39-FEAF-44E6-B740-D7179E12338F}" srcOrd="1" destOrd="0" parTransId="{003B6041-09E5-4A48-B44F-1F3631171B27}" sibTransId="{E70A4A29-D3B8-4586-8754-F56D8AAAB2FD}"/>
    <dgm:cxn modelId="{4B4C69C9-CEA3-4A70-B99C-790BF6EC61CD}" srcId="{D905062B-8226-40E6-B9D3-BD5ADF0F4FF2}" destId="{FEFB6219-3A1F-44AD-A50F-5446D62D42C3}" srcOrd="1" destOrd="0" parTransId="{212DAB52-4BFD-415C-80C7-4BD0F1D1D76E}" sibTransId="{ADEA8BBA-E9F3-4D8A-96E4-431914DBC7B1}"/>
    <dgm:cxn modelId="{DE21A9C9-CCAB-4FEA-9FB5-EC7B14281FCB}" type="presOf" srcId="{0C6601D7-0A69-45AB-81DF-DE749031B2F8}" destId="{60A56FCB-9DC3-4407-B3DA-F4BD5E660A9C}" srcOrd="1" destOrd="0" presId="urn:microsoft.com/office/officeart/2005/8/layout/orgChart1"/>
    <dgm:cxn modelId="{463327CE-14C8-49AB-8EA9-66D9396B2333}" srcId="{F748754C-8971-44BF-B5A1-F45A3E159A16}" destId="{368C539E-F086-4350-A582-AEFA06CC5086}" srcOrd="3" destOrd="0" parTransId="{CC553AFD-B2B1-4DF1-A50B-1B6FC648D82D}" sibTransId="{79CCBA3B-E2FF-4901-9338-A9CE087931B8}"/>
    <dgm:cxn modelId="{E2FD4CCF-ED46-4850-98BC-B96E2AF5E2A8}" type="presOf" srcId="{9B690F89-C137-4480-A64F-8C9CC477881B}" destId="{918AC6D2-EA80-4EBD-A3E5-86BA4A401766}" srcOrd="1" destOrd="0" presId="urn:microsoft.com/office/officeart/2005/8/layout/orgChart1"/>
    <dgm:cxn modelId="{841F99D0-DDF2-4DEC-8F3D-F5538B25C84B}" type="presOf" srcId="{4887F99A-64DF-489A-ACA0-FAD8795D0CD4}" destId="{8638C478-68E5-4ABD-9740-7FFB0B7FAACF}" srcOrd="1" destOrd="0" presId="urn:microsoft.com/office/officeart/2005/8/layout/orgChart1"/>
    <dgm:cxn modelId="{9E5D24D1-B8CF-45F8-ADBD-DA2811FEFC9B}" srcId="{D905062B-8226-40E6-B9D3-BD5ADF0F4FF2}" destId="{A381C2D1-DE03-4852-858E-DCFCE792A1C1}" srcOrd="4" destOrd="0" parTransId="{14470683-9FD1-4582-B1C7-784629B41B81}" sibTransId="{9F35D008-BD22-4D6C-BD61-F184C550B2E3}"/>
    <dgm:cxn modelId="{564E8AD1-C699-40C3-B426-55EE6991721E}" type="presOf" srcId="{CDF4396E-1B7D-4555-A087-AE6E13AD9D68}" destId="{D28191E5-28C5-4EF5-8D20-044A1D26FE3D}" srcOrd="1" destOrd="0" presId="urn:microsoft.com/office/officeart/2005/8/layout/orgChart1"/>
    <dgm:cxn modelId="{DC425DD2-741A-4390-B72F-82AC8948608B}" type="presOf" srcId="{F748754C-8971-44BF-B5A1-F45A3E159A16}" destId="{5288D403-DA7D-4D90-ACC5-7542244978B1}" srcOrd="1" destOrd="0" presId="urn:microsoft.com/office/officeart/2005/8/layout/orgChart1"/>
    <dgm:cxn modelId="{D9D07AD3-08FA-4BB2-B857-143EB6A2ADCC}" type="presOf" srcId="{17038732-669E-4CFA-A4E2-C3324C308E2A}" destId="{36F773C9-1692-4725-A234-4A3182F5E222}" srcOrd="1" destOrd="0" presId="urn:microsoft.com/office/officeart/2005/8/layout/orgChart1"/>
    <dgm:cxn modelId="{06D21ED6-E58B-45C3-9182-6827EDE3A5BD}" srcId="{FEFB6219-3A1F-44AD-A50F-5446D62D42C3}" destId="{923B5847-D916-4A69-B5C4-2102D56856F9}" srcOrd="6" destOrd="0" parTransId="{9CAEC793-A85E-45AF-802E-E537687945F7}" sibTransId="{1FE63736-852B-4577-ADE1-641C3CF71C70}"/>
    <dgm:cxn modelId="{53A07EDA-E498-4897-BD57-0C04E6E69495}" type="presOf" srcId="{B905E722-AC71-4819-95D4-4A9D23D2E89F}" destId="{2DC919CE-908A-49EB-911F-4D459ACDF8E3}" srcOrd="0" destOrd="0" presId="urn:microsoft.com/office/officeart/2005/8/layout/orgChart1"/>
    <dgm:cxn modelId="{797B02DB-77D6-4C0F-BEFC-7B759F3FA843}" type="presOf" srcId="{6327ACA4-8DD3-4D7E-92EE-CAB24854A3DE}" destId="{99EABC6F-1778-4829-96CB-7C411F523956}" srcOrd="0" destOrd="0" presId="urn:microsoft.com/office/officeart/2005/8/layout/orgChart1"/>
    <dgm:cxn modelId="{A30930DB-7284-40A6-96EF-9FD3ED1CDAAE}" type="presOf" srcId="{F7343D46-28E1-4BB4-9755-6F666BF2AC39}" destId="{1A40FA0F-2AF1-4E66-A0F5-6139F3E60436}" srcOrd="0" destOrd="0" presId="urn:microsoft.com/office/officeart/2005/8/layout/orgChart1"/>
    <dgm:cxn modelId="{4DC2A5DD-482D-4D8F-9724-35DA4B5ABFD5}" type="presOf" srcId="{99ADCBFC-F476-4BFA-AEB5-25A42EB301A1}" destId="{D052C1F2-1B1D-4B1E-8DA4-759EF2C8EF0C}" srcOrd="0" destOrd="0" presId="urn:microsoft.com/office/officeart/2005/8/layout/orgChart1"/>
    <dgm:cxn modelId="{26013DE0-31CA-44CE-96EB-6DFE3BA29069}" type="presOf" srcId="{90A91D39-FEAF-44E6-B740-D7179E12338F}" destId="{FF141B75-6FE3-4973-BC64-406FA62900D8}" srcOrd="0" destOrd="0" presId="urn:microsoft.com/office/officeart/2005/8/layout/orgChart1"/>
    <dgm:cxn modelId="{26F9A3E0-4563-45AF-8E37-B58992488664}" srcId="{F7343D46-28E1-4BB4-9755-6F666BF2AC39}" destId="{28300C0E-DDB8-49E5-982F-4D999D7C60E1}" srcOrd="2" destOrd="0" parTransId="{E9D89CC5-C93E-42E8-A6AF-B05F6B6557D3}" sibTransId="{0CF67339-F005-4942-A529-D74585273812}"/>
    <dgm:cxn modelId="{9711B1E0-0EC9-445C-82C1-7A9CB7C46006}" type="presOf" srcId="{14470683-9FD1-4582-B1C7-784629B41B81}" destId="{81953FDB-271D-4ADF-976F-14F165D0B507}" srcOrd="0" destOrd="0" presId="urn:microsoft.com/office/officeart/2005/8/layout/orgChart1"/>
    <dgm:cxn modelId="{DCDA0DE7-5DD2-405F-93C4-0C9921444F10}" type="presOf" srcId="{740F2894-59B8-43C7-8CD2-4B398F95904D}" destId="{A0CA81C2-85C4-4A94-B993-EA99591ED629}" srcOrd="1" destOrd="0" presId="urn:microsoft.com/office/officeart/2005/8/layout/orgChart1"/>
    <dgm:cxn modelId="{982542E8-9CDB-4F09-89CB-8E664DF217CE}" srcId="{A381C2D1-DE03-4852-858E-DCFCE792A1C1}" destId="{F3E2038D-1AD3-4CDF-819D-1A3A0C7FCD4C}" srcOrd="3" destOrd="0" parTransId="{99ADCBFC-F476-4BFA-AEB5-25A42EB301A1}" sibTransId="{82DA2162-893E-4FAA-AA93-FF1008D28D94}"/>
    <dgm:cxn modelId="{072CF7EA-2C21-4B94-9CAA-CBE143BF81F3}" type="presOf" srcId="{FEFB6219-3A1F-44AD-A50F-5446D62D42C3}" destId="{BA7BF887-DD7B-423E-BD50-F92D1E63C723}" srcOrd="1" destOrd="0" presId="urn:microsoft.com/office/officeart/2005/8/layout/orgChart1"/>
    <dgm:cxn modelId="{BCD86FEB-CF6D-464B-A04F-7C9C512F51C1}" type="presOf" srcId="{E9D89CC5-C93E-42E8-A6AF-B05F6B6557D3}" destId="{DEFAFE0B-A2EE-411F-93B8-F317A7E63A52}" srcOrd="0" destOrd="0" presId="urn:microsoft.com/office/officeart/2005/8/layout/orgChart1"/>
    <dgm:cxn modelId="{1BE9F7EE-7C17-4002-9102-1D7FF1D6DB64}" type="presOf" srcId="{9B690F89-C137-4480-A64F-8C9CC477881B}" destId="{EE1AC892-4167-4426-98A0-16DF128B4DD0}" srcOrd="0" destOrd="0" presId="urn:microsoft.com/office/officeart/2005/8/layout/orgChart1"/>
    <dgm:cxn modelId="{3EE91DEF-A4FA-419E-8E01-9BD99D3116F3}" type="presOf" srcId="{96D96C04-A735-4604-B971-E39763DFE27E}" destId="{D037B0CF-C9AD-4490-B45E-1A6DFD6F0D7C}" srcOrd="1" destOrd="0" presId="urn:microsoft.com/office/officeart/2005/8/layout/orgChart1"/>
    <dgm:cxn modelId="{E7037AF1-F269-4870-B946-561705CD4B39}" srcId="{3E35C48A-0844-47A6-B895-00E2D0DC19B9}" destId="{740F2894-59B8-43C7-8CD2-4B398F95904D}" srcOrd="1" destOrd="0" parTransId="{DBCFF9A3-D454-42EC-874B-22220F04B4CA}" sibTransId="{1F229F17-A2F1-478D-A96B-D4C0FBC8F999}"/>
    <dgm:cxn modelId="{903549F2-0E2A-48CB-9FC7-C25DE9334B69}" type="presOf" srcId="{EAF3E1D3-0367-4412-B212-5DE37726A158}" destId="{D4FCB51B-44A9-41E2-9CCE-0ACEBAE8B82C}" srcOrd="1" destOrd="0" presId="urn:microsoft.com/office/officeart/2005/8/layout/orgChart1"/>
    <dgm:cxn modelId="{EFD1C8F2-E234-4139-9626-3499B081EBEE}" srcId="{FEFB6219-3A1F-44AD-A50F-5446D62D42C3}" destId="{AC906E97-D03B-4750-9C07-2B06BC127A18}" srcOrd="2" destOrd="0" parTransId="{835F6CC9-99D5-4275-9CA6-00661E7D5A45}" sibTransId="{B23F22EF-0D08-4E71-B5F5-ACDB292EBCD3}"/>
    <dgm:cxn modelId="{585B48FB-0566-4310-A8BC-00DF2A49046D}" type="presOf" srcId="{F7343D46-28E1-4BB4-9755-6F666BF2AC39}" destId="{C9482B7F-5113-4664-83EA-F3761973AA3F}" srcOrd="1" destOrd="0" presId="urn:microsoft.com/office/officeart/2005/8/layout/orgChart1"/>
    <dgm:cxn modelId="{B6C53EFC-5BC9-48CC-BFB0-A0EEE186C6BB}" srcId="{F0DB0B84-B478-45DC-ABF5-28BFB655CB4B}" destId="{D905062B-8226-40E6-B9D3-BD5ADF0F4FF2}" srcOrd="0" destOrd="0" parTransId="{36EDEBC1-FD4B-48A5-8A31-04DC8AE2BACA}" sibTransId="{E7AAB7DF-AE68-4897-B209-16CDAF80B241}"/>
    <dgm:cxn modelId="{DCEDEEFF-221E-4E04-B57B-D373E9309381}" type="presOf" srcId="{52FB6789-BE22-4F60-869E-5D8E7BEC1916}" destId="{3E48039E-7EF6-48C5-9DED-BBFA2764DBCB}" srcOrd="1" destOrd="0" presId="urn:microsoft.com/office/officeart/2005/8/layout/orgChart1"/>
    <dgm:cxn modelId="{98C9EBFF-E30B-4A1E-9AC4-E6DCA676F1D2}" type="presParOf" srcId="{6B40063E-098E-4915-A050-6F44416CBFC9}" destId="{9E907512-75C1-468D-AE9B-DE60B67D59DB}" srcOrd="0" destOrd="0" presId="urn:microsoft.com/office/officeart/2005/8/layout/orgChart1"/>
    <dgm:cxn modelId="{8897D9CA-ACFE-4600-8C50-4B14BA97028B}" type="presParOf" srcId="{9E907512-75C1-468D-AE9B-DE60B67D59DB}" destId="{EC6544AE-19F6-459D-960C-9ED6BB8E5D6C}" srcOrd="0" destOrd="0" presId="urn:microsoft.com/office/officeart/2005/8/layout/orgChart1"/>
    <dgm:cxn modelId="{4A0597F7-ADB2-423F-8C56-8BFCB9AC202C}" type="presParOf" srcId="{EC6544AE-19F6-459D-960C-9ED6BB8E5D6C}" destId="{A0E82846-5497-460E-8F7C-0C44AE56CA51}" srcOrd="0" destOrd="0" presId="urn:microsoft.com/office/officeart/2005/8/layout/orgChart1"/>
    <dgm:cxn modelId="{81F31C71-8C4D-495F-9A75-7D1267E964B1}" type="presParOf" srcId="{EC6544AE-19F6-459D-960C-9ED6BB8E5D6C}" destId="{CC99DF9B-DCE8-4B5E-9BF7-420995C8ECE2}" srcOrd="1" destOrd="0" presId="urn:microsoft.com/office/officeart/2005/8/layout/orgChart1"/>
    <dgm:cxn modelId="{5EDACF75-4816-4CA7-AA52-EDF850E012D4}" type="presParOf" srcId="{9E907512-75C1-468D-AE9B-DE60B67D59DB}" destId="{814408D5-F49D-468D-9057-0373677A51C2}" srcOrd="1" destOrd="0" presId="urn:microsoft.com/office/officeart/2005/8/layout/orgChart1"/>
    <dgm:cxn modelId="{ECBEA12E-BCE6-45C6-867F-1EC93E3781E3}" type="presParOf" srcId="{814408D5-F49D-468D-9057-0373677A51C2}" destId="{2DC919CE-908A-49EB-911F-4D459ACDF8E3}" srcOrd="0" destOrd="0" presId="urn:microsoft.com/office/officeart/2005/8/layout/orgChart1"/>
    <dgm:cxn modelId="{A9D481EB-84B7-4E57-AC71-7C16F05B147F}" type="presParOf" srcId="{814408D5-F49D-468D-9057-0373677A51C2}" destId="{C7B990F8-2663-4746-B7F4-C1245ED3E5B1}" srcOrd="1" destOrd="0" presId="urn:microsoft.com/office/officeart/2005/8/layout/orgChart1"/>
    <dgm:cxn modelId="{30FF7DC9-8150-432B-8F16-37E44C1B5AAB}" type="presParOf" srcId="{C7B990F8-2663-4746-B7F4-C1245ED3E5B1}" destId="{B07B1001-641A-4F49-B4ED-E75414EFF215}" srcOrd="0" destOrd="0" presId="urn:microsoft.com/office/officeart/2005/8/layout/orgChart1"/>
    <dgm:cxn modelId="{BA0F24A9-3ED6-43BA-AAF8-88EB5BF6B18F}" type="presParOf" srcId="{B07B1001-641A-4F49-B4ED-E75414EFF215}" destId="{1A40FA0F-2AF1-4E66-A0F5-6139F3E60436}" srcOrd="0" destOrd="0" presId="urn:microsoft.com/office/officeart/2005/8/layout/orgChart1"/>
    <dgm:cxn modelId="{B69049FB-C761-4BFE-9DF8-0BA534648F96}" type="presParOf" srcId="{B07B1001-641A-4F49-B4ED-E75414EFF215}" destId="{C9482B7F-5113-4664-83EA-F3761973AA3F}" srcOrd="1" destOrd="0" presId="urn:microsoft.com/office/officeart/2005/8/layout/orgChart1"/>
    <dgm:cxn modelId="{D6355790-EB96-4313-BC7C-42BDA6F6DADC}" type="presParOf" srcId="{C7B990F8-2663-4746-B7F4-C1245ED3E5B1}" destId="{FF1D9FCB-3EA4-402D-AE3E-7DFE5F6B4C49}" srcOrd="1" destOrd="0" presId="urn:microsoft.com/office/officeart/2005/8/layout/orgChart1"/>
    <dgm:cxn modelId="{05C76408-32EB-4ED0-9850-8E0282388E24}" type="presParOf" srcId="{FF1D9FCB-3EA4-402D-AE3E-7DFE5F6B4C49}" destId="{A990FBE3-536C-403B-A8A2-C6AB47DAC219}" srcOrd="0" destOrd="0" presId="urn:microsoft.com/office/officeart/2005/8/layout/orgChart1"/>
    <dgm:cxn modelId="{4CA464D4-68D3-429F-9C8C-1CF7D3C36E98}" type="presParOf" srcId="{FF1D9FCB-3EA4-402D-AE3E-7DFE5F6B4C49}" destId="{259E1D5B-A5DF-421C-8EC1-6683355B1F6E}" srcOrd="1" destOrd="0" presId="urn:microsoft.com/office/officeart/2005/8/layout/orgChart1"/>
    <dgm:cxn modelId="{B7D6ACAE-8A92-48E1-BAE3-4B1D262C5869}" type="presParOf" srcId="{259E1D5B-A5DF-421C-8EC1-6683355B1F6E}" destId="{48CB387C-BEC7-4E5A-B8D9-A8C5936AD958}" srcOrd="0" destOrd="0" presId="urn:microsoft.com/office/officeart/2005/8/layout/orgChart1"/>
    <dgm:cxn modelId="{52860DC8-9DBD-4147-813A-DE5A7E1DF131}" type="presParOf" srcId="{48CB387C-BEC7-4E5A-B8D9-A8C5936AD958}" destId="{F1B82CC1-9737-49D9-93AB-D12CDDEE964A}" srcOrd="0" destOrd="0" presId="urn:microsoft.com/office/officeart/2005/8/layout/orgChart1"/>
    <dgm:cxn modelId="{5854DAA8-0AD5-4F08-B855-A7AC1F3C1EF1}" type="presParOf" srcId="{48CB387C-BEC7-4E5A-B8D9-A8C5936AD958}" destId="{60A56FCB-9DC3-4407-B3DA-F4BD5E660A9C}" srcOrd="1" destOrd="0" presId="urn:microsoft.com/office/officeart/2005/8/layout/orgChart1"/>
    <dgm:cxn modelId="{E34B0D1F-7A50-4894-AB19-6FD457555629}" type="presParOf" srcId="{259E1D5B-A5DF-421C-8EC1-6683355B1F6E}" destId="{CCAD6F85-1E80-4710-866F-801100DF1FDF}" srcOrd="1" destOrd="0" presId="urn:microsoft.com/office/officeart/2005/8/layout/orgChart1"/>
    <dgm:cxn modelId="{186579A3-E3D5-49F6-B4BA-B38D9FAA7407}" type="presParOf" srcId="{259E1D5B-A5DF-421C-8EC1-6683355B1F6E}" destId="{FA4CC0D7-B956-46E8-8528-322363223872}" srcOrd="2" destOrd="0" presId="urn:microsoft.com/office/officeart/2005/8/layout/orgChart1"/>
    <dgm:cxn modelId="{13E7CF6D-B771-4F4D-9D87-1D5273CAD635}" type="presParOf" srcId="{FF1D9FCB-3EA4-402D-AE3E-7DFE5F6B4C49}" destId="{D4279276-8483-4266-B8F7-191FD4B90472}" srcOrd="2" destOrd="0" presId="urn:microsoft.com/office/officeart/2005/8/layout/orgChart1"/>
    <dgm:cxn modelId="{9FABBCF3-7731-4C2D-B2DF-BF7645563907}" type="presParOf" srcId="{FF1D9FCB-3EA4-402D-AE3E-7DFE5F6B4C49}" destId="{98882BF4-FCA0-498B-8971-AB1B07FA5C6A}" srcOrd="3" destOrd="0" presId="urn:microsoft.com/office/officeart/2005/8/layout/orgChart1"/>
    <dgm:cxn modelId="{59F28016-590F-4C7F-94E0-FE2B405F9BE9}" type="presParOf" srcId="{98882BF4-FCA0-498B-8971-AB1B07FA5C6A}" destId="{AA0FDED6-25E5-494B-A59F-29B94D267E04}" srcOrd="0" destOrd="0" presId="urn:microsoft.com/office/officeart/2005/8/layout/orgChart1"/>
    <dgm:cxn modelId="{FDB03AFA-0E31-4597-B42D-A8D8F54E2723}" type="presParOf" srcId="{AA0FDED6-25E5-494B-A59F-29B94D267E04}" destId="{99BC8703-A174-4025-85FF-C75DF46C60C6}" srcOrd="0" destOrd="0" presId="urn:microsoft.com/office/officeart/2005/8/layout/orgChart1"/>
    <dgm:cxn modelId="{70A2813D-A152-46DE-9CC5-3E01D13D72ED}" type="presParOf" srcId="{AA0FDED6-25E5-494B-A59F-29B94D267E04}" destId="{8638C478-68E5-4ABD-9740-7FFB0B7FAACF}" srcOrd="1" destOrd="0" presId="urn:microsoft.com/office/officeart/2005/8/layout/orgChart1"/>
    <dgm:cxn modelId="{3CC1C161-2C2C-45BC-8A9C-6E754154A343}" type="presParOf" srcId="{98882BF4-FCA0-498B-8971-AB1B07FA5C6A}" destId="{0C13A68B-311C-49D4-8215-73FE538749C3}" srcOrd="1" destOrd="0" presId="urn:microsoft.com/office/officeart/2005/8/layout/orgChart1"/>
    <dgm:cxn modelId="{FCE2B578-E0A2-4F48-B4B3-A0A13B66E07F}" type="presParOf" srcId="{98882BF4-FCA0-498B-8971-AB1B07FA5C6A}" destId="{92C3082D-61E0-4AB5-82A7-0DB14C4C3EEA}" srcOrd="2" destOrd="0" presId="urn:microsoft.com/office/officeart/2005/8/layout/orgChart1"/>
    <dgm:cxn modelId="{C2FB0D61-F7BB-414A-A116-2B740A76BC06}" type="presParOf" srcId="{FF1D9FCB-3EA4-402D-AE3E-7DFE5F6B4C49}" destId="{DEFAFE0B-A2EE-411F-93B8-F317A7E63A52}" srcOrd="4" destOrd="0" presId="urn:microsoft.com/office/officeart/2005/8/layout/orgChart1"/>
    <dgm:cxn modelId="{703DE4FF-B2E2-4C9C-8ABA-2349DC296552}" type="presParOf" srcId="{FF1D9FCB-3EA4-402D-AE3E-7DFE5F6B4C49}" destId="{120419E7-097E-4DCE-89B1-776FE6C5AC11}" srcOrd="5" destOrd="0" presId="urn:microsoft.com/office/officeart/2005/8/layout/orgChart1"/>
    <dgm:cxn modelId="{498DAFD5-90AA-4529-A466-E96F919EFFC3}" type="presParOf" srcId="{120419E7-097E-4DCE-89B1-776FE6C5AC11}" destId="{E2EC8099-929B-4762-8937-A2E4BCA94E1E}" srcOrd="0" destOrd="0" presId="urn:microsoft.com/office/officeart/2005/8/layout/orgChart1"/>
    <dgm:cxn modelId="{34B69D73-AD0F-4CD4-81FC-5929385181F3}" type="presParOf" srcId="{E2EC8099-929B-4762-8937-A2E4BCA94E1E}" destId="{1501263F-B79C-468E-8CDD-A7468950138E}" srcOrd="0" destOrd="0" presId="urn:microsoft.com/office/officeart/2005/8/layout/orgChart1"/>
    <dgm:cxn modelId="{51E32EDE-392A-4962-8862-F41ACBBE2E6D}" type="presParOf" srcId="{E2EC8099-929B-4762-8937-A2E4BCA94E1E}" destId="{26738142-5499-4D58-B4BA-85EA2A4F31F7}" srcOrd="1" destOrd="0" presId="urn:microsoft.com/office/officeart/2005/8/layout/orgChart1"/>
    <dgm:cxn modelId="{204AAC3E-E000-4BF0-A64A-8C9AEDFF603E}" type="presParOf" srcId="{120419E7-097E-4DCE-89B1-776FE6C5AC11}" destId="{13D3CE6A-A94E-4A1C-B7C6-49903CACEE00}" srcOrd="1" destOrd="0" presId="urn:microsoft.com/office/officeart/2005/8/layout/orgChart1"/>
    <dgm:cxn modelId="{8544FE53-F46A-45C5-8A8E-2CEE29B09F35}" type="presParOf" srcId="{120419E7-097E-4DCE-89B1-776FE6C5AC11}" destId="{02CE83D3-1194-4C0D-ADBE-41C703F7539B}" srcOrd="2" destOrd="0" presId="urn:microsoft.com/office/officeart/2005/8/layout/orgChart1"/>
    <dgm:cxn modelId="{7B0E29A2-8D8E-4DEB-A6DD-44C95546FB0A}" type="presParOf" srcId="{C7B990F8-2663-4746-B7F4-C1245ED3E5B1}" destId="{2450479A-65C6-4E02-B15F-639A70291F72}" srcOrd="2" destOrd="0" presId="urn:microsoft.com/office/officeart/2005/8/layout/orgChart1"/>
    <dgm:cxn modelId="{75DEA79A-891D-4053-99EC-C97A26FE4ECB}" type="presParOf" srcId="{814408D5-F49D-468D-9057-0373677A51C2}" destId="{FBC60741-666D-4C9A-8E85-2FBDEFF75D1E}" srcOrd="2" destOrd="0" presId="urn:microsoft.com/office/officeart/2005/8/layout/orgChart1"/>
    <dgm:cxn modelId="{952F15FC-5150-4EC2-82C7-EFDAEE955C8E}" type="presParOf" srcId="{814408D5-F49D-468D-9057-0373677A51C2}" destId="{36D8BEBA-ECC0-4DEB-88F4-D5FFAFF94A47}" srcOrd="3" destOrd="0" presId="urn:microsoft.com/office/officeart/2005/8/layout/orgChart1"/>
    <dgm:cxn modelId="{DC071889-C789-493A-BBE8-924F5D142A1E}" type="presParOf" srcId="{36D8BEBA-ECC0-4DEB-88F4-D5FFAFF94A47}" destId="{29E9B7E3-EF0E-4C1A-9A6C-DF5133FE7179}" srcOrd="0" destOrd="0" presId="urn:microsoft.com/office/officeart/2005/8/layout/orgChart1"/>
    <dgm:cxn modelId="{568D1201-01F9-4D3F-BB59-153C4781CCD6}" type="presParOf" srcId="{29E9B7E3-EF0E-4C1A-9A6C-DF5133FE7179}" destId="{908BBE12-63B8-4DBF-90F0-B9F05A5629A5}" srcOrd="0" destOrd="0" presId="urn:microsoft.com/office/officeart/2005/8/layout/orgChart1"/>
    <dgm:cxn modelId="{F3032BDE-55EE-41DD-A914-49FAFF9B335F}" type="presParOf" srcId="{29E9B7E3-EF0E-4C1A-9A6C-DF5133FE7179}" destId="{BA7BF887-DD7B-423E-BD50-F92D1E63C723}" srcOrd="1" destOrd="0" presId="urn:microsoft.com/office/officeart/2005/8/layout/orgChart1"/>
    <dgm:cxn modelId="{6D3D5649-601C-4393-A28C-67996E8D7133}" type="presParOf" srcId="{36D8BEBA-ECC0-4DEB-88F4-D5FFAFF94A47}" destId="{92CA8C9E-36EB-4161-B350-D2C91C5AF90A}" srcOrd="1" destOrd="0" presId="urn:microsoft.com/office/officeart/2005/8/layout/orgChart1"/>
    <dgm:cxn modelId="{93C4FA73-14D2-4C05-9438-728710D54FDF}" type="presParOf" srcId="{92CA8C9E-36EB-4161-B350-D2C91C5AF90A}" destId="{1E05FC00-71E5-4353-8E51-748779809F05}" srcOrd="0" destOrd="0" presId="urn:microsoft.com/office/officeart/2005/8/layout/orgChart1"/>
    <dgm:cxn modelId="{8B0D2C1A-1BB2-4BE0-93D5-D4AC4F153C76}" type="presParOf" srcId="{92CA8C9E-36EB-4161-B350-D2C91C5AF90A}" destId="{63A9F861-96F1-4C15-B57E-978286DA849A}" srcOrd="1" destOrd="0" presId="urn:microsoft.com/office/officeart/2005/8/layout/orgChart1"/>
    <dgm:cxn modelId="{73877D0E-9F2B-4B7B-9176-7F5428813807}" type="presParOf" srcId="{63A9F861-96F1-4C15-B57E-978286DA849A}" destId="{E3987617-DB39-42CD-8DA9-720C0B0AEAD9}" srcOrd="0" destOrd="0" presId="urn:microsoft.com/office/officeart/2005/8/layout/orgChart1"/>
    <dgm:cxn modelId="{37578065-4376-49D0-9B86-7E80C35D9E73}" type="presParOf" srcId="{E3987617-DB39-42CD-8DA9-720C0B0AEAD9}" destId="{A9C2D33E-16D5-4DC6-8C89-25D55E2E6FE5}" srcOrd="0" destOrd="0" presId="urn:microsoft.com/office/officeart/2005/8/layout/orgChart1"/>
    <dgm:cxn modelId="{24BD6479-DFC2-40F0-B4B3-400854E13D37}" type="presParOf" srcId="{E3987617-DB39-42CD-8DA9-720C0B0AEAD9}" destId="{730CC6AA-114C-4C61-A978-4F15142158F1}" srcOrd="1" destOrd="0" presId="urn:microsoft.com/office/officeart/2005/8/layout/orgChart1"/>
    <dgm:cxn modelId="{8A9BC791-52CF-4E0B-8D1F-98D4BA882363}" type="presParOf" srcId="{63A9F861-96F1-4C15-B57E-978286DA849A}" destId="{91D868B7-2CFC-4245-B203-3EE9E6EE0D6F}" srcOrd="1" destOrd="0" presId="urn:microsoft.com/office/officeart/2005/8/layout/orgChart1"/>
    <dgm:cxn modelId="{7BC41A48-656F-4ADD-9D73-EB164DCDCE4A}" type="presParOf" srcId="{63A9F861-96F1-4C15-B57E-978286DA849A}" destId="{A3B7A3FF-4F74-4B9B-A146-FFB292D9A2F7}" srcOrd="2" destOrd="0" presId="urn:microsoft.com/office/officeart/2005/8/layout/orgChart1"/>
    <dgm:cxn modelId="{3D62F528-00F0-4702-8447-FF846E4EA0DC}" type="presParOf" srcId="{92CA8C9E-36EB-4161-B350-D2C91C5AF90A}" destId="{99EABC6F-1778-4829-96CB-7C411F523956}" srcOrd="2" destOrd="0" presId="urn:microsoft.com/office/officeart/2005/8/layout/orgChart1"/>
    <dgm:cxn modelId="{7DB2DBD4-A40F-4287-847B-7834A00C01B0}" type="presParOf" srcId="{92CA8C9E-36EB-4161-B350-D2C91C5AF90A}" destId="{92249DE9-002F-41E0-B8F4-ABE324F8279B}" srcOrd="3" destOrd="0" presId="urn:microsoft.com/office/officeart/2005/8/layout/orgChart1"/>
    <dgm:cxn modelId="{DC8B76F8-B2F1-4CCC-9467-DF3E20594090}" type="presParOf" srcId="{92249DE9-002F-41E0-B8F4-ABE324F8279B}" destId="{A7BD13A3-AF24-47D8-96D4-EA649C11E851}" srcOrd="0" destOrd="0" presId="urn:microsoft.com/office/officeart/2005/8/layout/orgChart1"/>
    <dgm:cxn modelId="{AEC4DDF0-BA81-4DC5-8F14-512D403EF8FE}" type="presParOf" srcId="{A7BD13A3-AF24-47D8-96D4-EA649C11E851}" destId="{EE1AC892-4167-4426-98A0-16DF128B4DD0}" srcOrd="0" destOrd="0" presId="urn:microsoft.com/office/officeart/2005/8/layout/orgChart1"/>
    <dgm:cxn modelId="{D1D09C94-C722-41D3-A550-CAA2C10F1BD7}" type="presParOf" srcId="{A7BD13A3-AF24-47D8-96D4-EA649C11E851}" destId="{918AC6D2-EA80-4EBD-A3E5-86BA4A401766}" srcOrd="1" destOrd="0" presId="urn:microsoft.com/office/officeart/2005/8/layout/orgChart1"/>
    <dgm:cxn modelId="{D6D50ABD-8F2D-481E-A2CA-904F53BFB3D7}" type="presParOf" srcId="{92249DE9-002F-41E0-B8F4-ABE324F8279B}" destId="{EBEC8069-B751-4665-BC8D-763673FB6B73}" srcOrd="1" destOrd="0" presId="urn:microsoft.com/office/officeart/2005/8/layout/orgChart1"/>
    <dgm:cxn modelId="{D45DCAD6-2D9A-4585-9828-E5F03ACFAFB5}" type="presParOf" srcId="{92249DE9-002F-41E0-B8F4-ABE324F8279B}" destId="{14F4B553-E9B6-4D1F-AA36-CAE8252C90C4}" srcOrd="2" destOrd="0" presId="urn:microsoft.com/office/officeart/2005/8/layout/orgChart1"/>
    <dgm:cxn modelId="{01AF5CA4-5DF4-47AC-A64B-A94FB38F4C62}" type="presParOf" srcId="{92CA8C9E-36EB-4161-B350-D2C91C5AF90A}" destId="{B62DE658-F46D-48CF-A277-F80B1D501F2A}" srcOrd="4" destOrd="0" presId="urn:microsoft.com/office/officeart/2005/8/layout/orgChart1"/>
    <dgm:cxn modelId="{7A7B1353-5D47-45A3-B948-4DA4365F4C8F}" type="presParOf" srcId="{92CA8C9E-36EB-4161-B350-D2C91C5AF90A}" destId="{8252A61A-8ADD-4142-A2E1-018349C51CB0}" srcOrd="5" destOrd="0" presId="urn:microsoft.com/office/officeart/2005/8/layout/orgChart1"/>
    <dgm:cxn modelId="{F3A647BA-7B66-454D-B475-A8A00F792515}" type="presParOf" srcId="{8252A61A-8ADD-4142-A2E1-018349C51CB0}" destId="{6F92D9DB-CBE6-49AB-BCB3-A5B6F40DDD39}" srcOrd="0" destOrd="0" presId="urn:microsoft.com/office/officeart/2005/8/layout/orgChart1"/>
    <dgm:cxn modelId="{2A845C2D-0F68-4FD8-A66E-9AADB04214C9}" type="presParOf" srcId="{6F92D9DB-CBE6-49AB-BCB3-A5B6F40DDD39}" destId="{3C0284F8-344A-4A27-A093-414F41BA38FC}" srcOrd="0" destOrd="0" presId="urn:microsoft.com/office/officeart/2005/8/layout/orgChart1"/>
    <dgm:cxn modelId="{D233EA7F-D84B-4AF0-BB29-6FD8D40969FE}" type="presParOf" srcId="{6F92D9DB-CBE6-49AB-BCB3-A5B6F40DDD39}" destId="{0836C8B7-2F9E-4B03-B232-12F85155C072}" srcOrd="1" destOrd="0" presId="urn:microsoft.com/office/officeart/2005/8/layout/orgChart1"/>
    <dgm:cxn modelId="{80F754FA-AB08-4F41-8AC6-A56221ACF73E}" type="presParOf" srcId="{8252A61A-8ADD-4142-A2E1-018349C51CB0}" destId="{A43CE897-8F1C-4ED9-BB28-861C89E27F34}" srcOrd="1" destOrd="0" presId="urn:microsoft.com/office/officeart/2005/8/layout/orgChart1"/>
    <dgm:cxn modelId="{A8EB8B11-D490-42C9-951B-E7D200CEC046}" type="presParOf" srcId="{8252A61A-8ADD-4142-A2E1-018349C51CB0}" destId="{AB5C97C5-ECCC-479B-9FB2-9CA60E01594D}" srcOrd="2" destOrd="0" presId="urn:microsoft.com/office/officeart/2005/8/layout/orgChart1"/>
    <dgm:cxn modelId="{7E69B230-61C6-428B-A11B-2E1177F6BE8D}" type="presParOf" srcId="{92CA8C9E-36EB-4161-B350-D2C91C5AF90A}" destId="{0E7A3006-04FB-4AB4-B887-60B4768C5D23}" srcOrd="6" destOrd="0" presId="urn:microsoft.com/office/officeart/2005/8/layout/orgChart1"/>
    <dgm:cxn modelId="{29BF2CF2-08AD-42C2-A6EC-DB889C4D3FD9}" type="presParOf" srcId="{92CA8C9E-36EB-4161-B350-D2C91C5AF90A}" destId="{EDBFAE12-1675-460B-A5D6-2899EADF486E}" srcOrd="7" destOrd="0" presId="urn:microsoft.com/office/officeart/2005/8/layout/orgChart1"/>
    <dgm:cxn modelId="{F4A4B075-7592-4A63-A7BB-548FEF7CA501}" type="presParOf" srcId="{EDBFAE12-1675-460B-A5D6-2899EADF486E}" destId="{7DDAEA4B-B501-46D1-B473-98AA84D757EC}" srcOrd="0" destOrd="0" presId="urn:microsoft.com/office/officeart/2005/8/layout/orgChart1"/>
    <dgm:cxn modelId="{0E23E482-573B-4019-B823-DC985E79872F}" type="presParOf" srcId="{7DDAEA4B-B501-46D1-B473-98AA84D757EC}" destId="{7E7C973D-B32E-4B8F-972A-21AF2D1F604D}" srcOrd="0" destOrd="0" presId="urn:microsoft.com/office/officeart/2005/8/layout/orgChart1"/>
    <dgm:cxn modelId="{7E43AB36-D315-475C-AB6D-D5DF2687D887}" type="presParOf" srcId="{7DDAEA4B-B501-46D1-B473-98AA84D757EC}" destId="{12DE6807-D68C-414E-A400-EF24C3344119}" srcOrd="1" destOrd="0" presId="urn:microsoft.com/office/officeart/2005/8/layout/orgChart1"/>
    <dgm:cxn modelId="{A95A0F57-BD3A-41A1-B8AB-C2B7411FC928}" type="presParOf" srcId="{EDBFAE12-1675-460B-A5D6-2899EADF486E}" destId="{E53AE4AA-7A00-4EBE-A644-57052C42FC1D}" srcOrd="1" destOrd="0" presId="urn:microsoft.com/office/officeart/2005/8/layout/orgChart1"/>
    <dgm:cxn modelId="{FAC40DE7-B7CD-4753-8E5D-64CB0F679449}" type="presParOf" srcId="{EDBFAE12-1675-460B-A5D6-2899EADF486E}" destId="{A9625A63-B10A-42F6-A154-5C536AF30A75}" srcOrd="2" destOrd="0" presId="urn:microsoft.com/office/officeart/2005/8/layout/orgChart1"/>
    <dgm:cxn modelId="{1F0D3428-1FEE-45C2-80AC-5B5D27DF8EC8}" type="presParOf" srcId="{92CA8C9E-36EB-4161-B350-D2C91C5AF90A}" destId="{0755148B-E93C-4E8D-BDA3-FD11FEC3ECB7}" srcOrd="8" destOrd="0" presId="urn:microsoft.com/office/officeart/2005/8/layout/orgChart1"/>
    <dgm:cxn modelId="{8A67E6BB-01F6-4767-8A42-F16AEAEA20A7}" type="presParOf" srcId="{92CA8C9E-36EB-4161-B350-D2C91C5AF90A}" destId="{FBAFA07D-9E3A-45BA-97E8-873C93FE6666}" srcOrd="9" destOrd="0" presId="urn:microsoft.com/office/officeart/2005/8/layout/orgChart1"/>
    <dgm:cxn modelId="{0E0CD26D-20D8-4A72-8910-FED89135C8E6}" type="presParOf" srcId="{FBAFA07D-9E3A-45BA-97E8-873C93FE6666}" destId="{7E740527-9E6A-416E-8AAE-779AC67EE124}" srcOrd="0" destOrd="0" presId="urn:microsoft.com/office/officeart/2005/8/layout/orgChart1"/>
    <dgm:cxn modelId="{C6FE204B-9D5B-424C-B8EE-4097D5AAC075}" type="presParOf" srcId="{7E740527-9E6A-416E-8AAE-779AC67EE124}" destId="{B3ED08DB-45AF-4ED5-BC41-036C6267D4B8}" srcOrd="0" destOrd="0" presId="urn:microsoft.com/office/officeart/2005/8/layout/orgChart1"/>
    <dgm:cxn modelId="{775BEF42-8EB9-49C2-AB80-0D591DFA3537}" type="presParOf" srcId="{7E740527-9E6A-416E-8AAE-779AC67EE124}" destId="{1E041E7A-F72A-41DD-A7A9-2BA105FB9EB7}" srcOrd="1" destOrd="0" presId="urn:microsoft.com/office/officeart/2005/8/layout/orgChart1"/>
    <dgm:cxn modelId="{BC92BAA9-BE03-4918-B53C-B4DA27A10970}" type="presParOf" srcId="{FBAFA07D-9E3A-45BA-97E8-873C93FE6666}" destId="{D0179442-0557-4144-AE61-C49CEF364545}" srcOrd="1" destOrd="0" presId="urn:microsoft.com/office/officeart/2005/8/layout/orgChart1"/>
    <dgm:cxn modelId="{C1C2D89F-7230-4CED-AFBD-2D5D8F22A108}" type="presParOf" srcId="{FBAFA07D-9E3A-45BA-97E8-873C93FE6666}" destId="{043DAF7D-5E06-4BBB-A348-3BE7F86EFAA8}" srcOrd="2" destOrd="0" presId="urn:microsoft.com/office/officeart/2005/8/layout/orgChart1"/>
    <dgm:cxn modelId="{12C985AF-E58E-4C3B-8A03-C196A1BEF47A}" type="presParOf" srcId="{92CA8C9E-36EB-4161-B350-D2C91C5AF90A}" destId="{B70B2555-E90A-438E-B9A6-E1456D48282F}" srcOrd="10" destOrd="0" presId="urn:microsoft.com/office/officeart/2005/8/layout/orgChart1"/>
    <dgm:cxn modelId="{849DD4F9-E04D-4653-AE97-6300A4024577}" type="presParOf" srcId="{92CA8C9E-36EB-4161-B350-D2C91C5AF90A}" destId="{4003B07E-6CF6-4209-95A1-67337B924169}" srcOrd="11" destOrd="0" presId="urn:microsoft.com/office/officeart/2005/8/layout/orgChart1"/>
    <dgm:cxn modelId="{2C21EBF9-1249-4D04-80B1-094C2502FD81}" type="presParOf" srcId="{4003B07E-6CF6-4209-95A1-67337B924169}" destId="{E4A32333-C1C8-4835-A684-DC7147D71BE5}" srcOrd="0" destOrd="0" presId="urn:microsoft.com/office/officeart/2005/8/layout/orgChart1"/>
    <dgm:cxn modelId="{EF419E63-A251-4FC9-9EB4-FB9E37D9BD51}" type="presParOf" srcId="{E4A32333-C1C8-4835-A684-DC7147D71BE5}" destId="{8798F0A4-E69F-44B7-B4D1-F5B764859C7E}" srcOrd="0" destOrd="0" presId="urn:microsoft.com/office/officeart/2005/8/layout/orgChart1"/>
    <dgm:cxn modelId="{3ADB51CC-EDF1-4E05-A701-B77F237C5885}" type="presParOf" srcId="{E4A32333-C1C8-4835-A684-DC7147D71BE5}" destId="{19DD56F1-6781-4FD3-B2D5-1CBD33198261}" srcOrd="1" destOrd="0" presId="urn:microsoft.com/office/officeart/2005/8/layout/orgChart1"/>
    <dgm:cxn modelId="{94D3FA47-8021-4EE7-BC35-8B796ABAA49B}" type="presParOf" srcId="{4003B07E-6CF6-4209-95A1-67337B924169}" destId="{C95DA7A5-7434-4CFE-964A-636AEF0BC574}" srcOrd="1" destOrd="0" presId="urn:microsoft.com/office/officeart/2005/8/layout/orgChart1"/>
    <dgm:cxn modelId="{D6966488-2FA9-4466-BD08-506F27B60802}" type="presParOf" srcId="{4003B07E-6CF6-4209-95A1-67337B924169}" destId="{23D7EFC4-86C7-497A-8D7E-97A71587F7BF}" srcOrd="2" destOrd="0" presId="urn:microsoft.com/office/officeart/2005/8/layout/orgChart1"/>
    <dgm:cxn modelId="{7D753BCA-5655-40CC-AD1C-E0B1AC58268E}" type="presParOf" srcId="{92CA8C9E-36EB-4161-B350-D2C91C5AF90A}" destId="{9104CC0E-926A-4D4E-8186-6E2AFDD1B9E9}" srcOrd="12" destOrd="0" presId="urn:microsoft.com/office/officeart/2005/8/layout/orgChart1"/>
    <dgm:cxn modelId="{1FDCB31A-BB87-45F5-88BD-18EAD18E3F7E}" type="presParOf" srcId="{92CA8C9E-36EB-4161-B350-D2C91C5AF90A}" destId="{C9DB83FD-52CE-49C5-B0F7-110EFA60FC0D}" srcOrd="13" destOrd="0" presId="urn:microsoft.com/office/officeart/2005/8/layout/orgChart1"/>
    <dgm:cxn modelId="{D519F409-DB77-4B88-95BF-C7A27F5C4A67}" type="presParOf" srcId="{C9DB83FD-52CE-49C5-B0F7-110EFA60FC0D}" destId="{EC30A907-0AB4-4A01-9B75-33FDEF0E5BF9}" srcOrd="0" destOrd="0" presId="urn:microsoft.com/office/officeart/2005/8/layout/orgChart1"/>
    <dgm:cxn modelId="{5AD5580F-955A-4B91-BB8D-35D1D6FABCC4}" type="presParOf" srcId="{EC30A907-0AB4-4A01-9B75-33FDEF0E5BF9}" destId="{482104FF-545B-428F-9A99-CF5DB32512B0}" srcOrd="0" destOrd="0" presId="urn:microsoft.com/office/officeart/2005/8/layout/orgChart1"/>
    <dgm:cxn modelId="{8B526348-B59C-4258-B096-C8DC65873559}" type="presParOf" srcId="{EC30A907-0AB4-4A01-9B75-33FDEF0E5BF9}" destId="{E6D7069A-46E6-4274-8313-2335409E8EA2}" srcOrd="1" destOrd="0" presId="urn:microsoft.com/office/officeart/2005/8/layout/orgChart1"/>
    <dgm:cxn modelId="{4AE495B1-307C-4D51-A8C2-E8924833A153}" type="presParOf" srcId="{C9DB83FD-52CE-49C5-B0F7-110EFA60FC0D}" destId="{0590CE13-D1E1-41E5-A06B-BE1ADFB5C966}" srcOrd="1" destOrd="0" presId="urn:microsoft.com/office/officeart/2005/8/layout/orgChart1"/>
    <dgm:cxn modelId="{EBED0F76-9FF8-4EA0-8387-98E0DD424AB9}" type="presParOf" srcId="{C9DB83FD-52CE-49C5-B0F7-110EFA60FC0D}" destId="{78DB99C5-608A-4547-A940-4CE38500B67E}" srcOrd="2" destOrd="0" presId="urn:microsoft.com/office/officeart/2005/8/layout/orgChart1"/>
    <dgm:cxn modelId="{A740AC4C-E0A0-4BDD-9931-2F0F7E65A267}" type="presParOf" srcId="{36D8BEBA-ECC0-4DEB-88F4-D5FFAFF94A47}" destId="{2E3F9D8B-E1E6-4511-AE19-1A99CAA624D7}" srcOrd="2" destOrd="0" presId="urn:microsoft.com/office/officeart/2005/8/layout/orgChart1"/>
    <dgm:cxn modelId="{1D2F400A-31BA-46E0-8FF2-F4785EA01AF3}" type="presParOf" srcId="{814408D5-F49D-468D-9057-0373677A51C2}" destId="{4DAE45F1-F1F7-4C38-9A4C-62AFA5EAC6CC}" srcOrd="4" destOrd="0" presId="urn:microsoft.com/office/officeart/2005/8/layout/orgChart1"/>
    <dgm:cxn modelId="{DA2EB63B-9EFD-4CEA-85FD-2723A47702D0}" type="presParOf" srcId="{814408D5-F49D-468D-9057-0373677A51C2}" destId="{4AEDAC77-FDB7-4C52-A7C3-B6200BAC8703}" srcOrd="5" destOrd="0" presId="urn:microsoft.com/office/officeart/2005/8/layout/orgChart1"/>
    <dgm:cxn modelId="{15F9BC06-F86E-4039-BFA1-39F29B09CCDF}" type="presParOf" srcId="{4AEDAC77-FDB7-4C52-A7C3-B6200BAC8703}" destId="{69C08878-DE9A-49C0-819A-EFCB58FAC444}" srcOrd="0" destOrd="0" presId="urn:microsoft.com/office/officeart/2005/8/layout/orgChart1"/>
    <dgm:cxn modelId="{5D699D64-9115-4797-80D4-ABA53959AE15}" type="presParOf" srcId="{69C08878-DE9A-49C0-819A-EFCB58FAC444}" destId="{36944AE6-02F6-4A89-9A7B-7E7511698CC8}" srcOrd="0" destOrd="0" presId="urn:microsoft.com/office/officeart/2005/8/layout/orgChart1"/>
    <dgm:cxn modelId="{7176EF2D-AB6A-4A0A-ADC2-6B5243399E31}" type="presParOf" srcId="{69C08878-DE9A-49C0-819A-EFCB58FAC444}" destId="{29F7BD0C-3552-4BAA-8871-5765E9B8AE86}" srcOrd="1" destOrd="0" presId="urn:microsoft.com/office/officeart/2005/8/layout/orgChart1"/>
    <dgm:cxn modelId="{523C03FF-B840-4344-B57D-51CADD3E1807}" type="presParOf" srcId="{4AEDAC77-FDB7-4C52-A7C3-B6200BAC8703}" destId="{9A51B2D9-4861-4DC7-9D4B-3F98065F6FEF}" srcOrd="1" destOrd="0" presId="urn:microsoft.com/office/officeart/2005/8/layout/orgChart1"/>
    <dgm:cxn modelId="{51F70DF4-3867-450B-9042-5C720F1FE4FC}" type="presParOf" srcId="{9A51B2D9-4861-4DC7-9D4B-3F98065F6FEF}" destId="{5E8FD173-7E5A-42E3-A545-2787CC3B6D8A}" srcOrd="0" destOrd="0" presId="urn:microsoft.com/office/officeart/2005/8/layout/orgChart1"/>
    <dgm:cxn modelId="{22238FBD-418A-427D-9AE7-A11120BD48DE}" type="presParOf" srcId="{9A51B2D9-4861-4DC7-9D4B-3F98065F6FEF}" destId="{27A85B1B-7952-4181-A034-B263F35ACC5E}" srcOrd="1" destOrd="0" presId="urn:microsoft.com/office/officeart/2005/8/layout/orgChart1"/>
    <dgm:cxn modelId="{3EB087B5-6A55-4376-94AD-CED49BB6FB16}" type="presParOf" srcId="{27A85B1B-7952-4181-A034-B263F35ACC5E}" destId="{7550810A-8A10-45E1-8F0F-385A74DFBF5A}" srcOrd="0" destOrd="0" presId="urn:microsoft.com/office/officeart/2005/8/layout/orgChart1"/>
    <dgm:cxn modelId="{3E33B231-0128-4C1C-951F-CCE9D0112C4B}" type="presParOf" srcId="{7550810A-8A10-45E1-8F0F-385A74DFBF5A}" destId="{38FC13C1-621D-4608-A5D0-F96825BE43AC}" srcOrd="0" destOrd="0" presId="urn:microsoft.com/office/officeart/2005/8/layout/orgChart1"/>
    <dgm:cxn modelId="{ECA4B268-9D16-4FC0-BF40-DF3976283A9B}" type="presParOf" srcId="{7550810A-8A10-45E1-8F0F-385A74DFBF5A}" destId="{D28191E5-28C5-4EF5-8D20-044A1D26FE3D}" srcOrd="1" destOrd="0" presId="urn:microsoft.com/office/officeart/2005/8/layout/orgChart1"/>
    <dgm:cxn modelId="{98ACC25A-5568-4405-B281-F249EE43A485}" type="presParOf" srcId="{27A85B1B-7952-4181-A034-B263F35ACC5E}" destId="{E6B63FCD-21CF-4881-B05E-E43C63E01EDE}" srcOrd="1" destOrd="0" presId="urn:microsoft.com/office/officeart/2005/8/layout/orgChart1"/>
    <dgm:cxn modelId="{405996CC-72B4-4034-86C6-9ABE5C8E2019}" type="presParOf" srcId="{27A85B1B-7952-4181-A034-B263F35ACC5E}" destId="{B0ED5D27-06FA-4309-8AD9-30BB37442164}" srcOrd="2" destOrd="0" presId="urn:microsoft.com/office/officeart/2005/8/layout/orgChart1"/>
    <dgm:cxn modelId="{40BF5084-8994-46BE-A3EA-825C948AC973}" type="presParOf" srcId="{9A51B2D9-4861-4DC7-9D4B-3F98065F6FEF}" destId="{F749EA20-C4CF-43FF-A607-AC516B713D48}" srcOrd="2" destOrd="0" presId="urn:microsoft.com/office/officeart/2005/8/layout/orgChart1"/>
    <dgm:cxn modelId="{4CB8D99B-1018-4AA6-9C09-6A88D294ABEB}" type="presParOf" srcId="{9A51B2D9-4861-4DC7-9D4B-3F98065F6FEF}" destId="{33629036-AC1F-45B7-B58B-8DBF2393CAF2}" srcOrd="3" destOrd="0" presId="urn:microsoft.com/office/officeart/2005/8/layout/orgChart1"/>
    <dgm:cxn modelId="{F9F03BEC-8B54-4C31-B72C-91C9260510EB}" type="presParOf" srcId="{33629036-AC1F-45B7-B58B-8DBF2393CAF2}" destId="{CEA303A6-4AA7-4C2B-83D8-81613699450C}" srcOrd="0" destOrd="0" presId="urn:microsoft.com/office/officeart/2005/8/layout/orgChart1"/>
    <dgm:cxn modelId="{548B1BA7-6459-4049-A1DA-DD01C7180FE9}" type="presParOf" srcId="{CEA303A6-4AA7-4C2B-83D8-81613699450C}" destId="{97DB5454-A1A5-4903-AE11-921987EBD896}" srcOrd="0" destOrd="0" presId="urn:microsoft.com/office/officeart/2005/8/layout/orgChart1"/>
    <dgm:cxn modelId="{59DEE783-34BC-454B-AF09-7A3E37AFAABD}" type="presParOf" srcId="{CEA303A6-4AA7-4C2B-83D8-81613699450C}" destId="{A0CA81C2-85C4-4A94-B993-EA99591ED629}" srcOrd="1" destOrd="0" presId="urn:microsoft.com/office/officeart/2005/8/layout/orgChart1"/>
    <dgm:cxn modelId="{EF47D21A-9556-4A34-9838-CB6738FF5202}" type="presParOf" srcId="{33629036-AC1F-45B7-B58B-8DBF2393CAF2}" destId="{2AFA8F4A-25DF-451C-BFDA-EE80A9332BB4}" srcOrd="1" destOrd="0" presId="urn:microsoft.com/office/officeart/2005/8/layout/orgChart1"/>
    <dgm:cxn modelId="{B1179AF7-7060-4901-B34C-8A8ADE368F69}" type="presParOf" srcId="{33629036-AC1F-45B7-B58B-8DBF2393CAF2}" destId="{6C786E06-C5CE-4DF1-A0A7-D09DB5A6C927}" srcOrd="2" destOrd="0" presId="urn:microsoft.com/office/officeart/2005/8/layout/orgChart1"/>
    <dgm:cxn modelId="{D99E3909-EA26-4F35-B0E2-043CA89EF6AE}" type="presParOf" srcId="{9A51B2D9-4861-4DC7-9D4B-3F98065F6FEF}" destId="{4FD5750D-E42E-4CCF-BE26-0FEB82C8FDFE}" srcOrd="4" destOrd="0" presId="urn:microsoft.com/office/officeart/2005/8/layout/orgChart1"/>
    <dgm:cxn modelId="{4B5CF056-C342-4B2D-B0AA-32FA46B558DA}" type="presParOf" srcId="{9A51B2D9-4861-4DC7-9D4B-3F98065F6FEF}" destId="{1A8A847E-A82F-4344-9EF0-26CF20D0FF04}" srcOrd="5" destOrd="0" presId="urn:microsoft.com/office/officeart/2005/8/layout/orgChart1"/>
    <dgm:cxn modelId="{9B7559C2-228B-4218-A9F8-A2ABA8C160D8}" type="presParOf" srcId="{1A8A847E-A82F-4344-9EF0-26CF20D0FF04}" destId="{E1E27AC6-05BC-4AAF-8062-6D461374578D}" srcOrd="0" destOrd="0" presId="urn:microsoft.com/office/officeart/2005/8/layout/orgChart1"/>
    <dgm:cxn modelId="{8F64085C-D356-48DA-9B67-A107953281D5}" type="presParOf" srcId="{E1E27AC6-05BC-4AAF-8062-6D461374578D}" destId="{27D047DE-1A9A-4C54-AAA6-F091AF0193F7}" srcOrd="0" destOrd="0" presId="urn:microsoft.com/office/officeart/2005/8/layout/orgChart1"/>
    <dgm:cxn modelId="{68F4F619-43BF-4048-9E49-5BB4E5C2EA9A}" type="presParOf" srcId="{E1E27AC6-05BC-4AAF-8062-6D461374578D}" destId="{61CFD422-A143-4ABD-90B2-C18CF33305EA}" srcOrd="1" destOrd="0" presId="urn:microsoft.com/office/officeart/2005/8/layout/orgChart1"/>
    <dgm:cxn modelId="{AAB628D7-F9DB-46A2-B24B-5FCB9CCD16C0}" type="presParOf" srcId="{1A8A847E-A82F-4344-9EF0-26CF20D0FF04}" destId="{4E41EAFF-3427-432C-BB10-29D4FF930C43}" srcOrd="1" destOrd="0" presId="urn:microsoft.com/office/officeart/2005/8/layout/orgChart1"/>
    <dgm:cxn modelId="{3B7E7075-422B-4C9F-99CB-5AA487B0B37B}" type="presParOf" srcId="{1A8A847E-A82F-4344-9EF0-26CF20D0FF04}" destId="{E699E4F8-7D03-4B93-AB4B-C147D010D3D8}" srcOrd="2" destOrd="0" presId="urn:microsoft.com/office/officeart/2005/8/layout/orgChart1"/>
    <dgm:cxn modelId="{56687DEF-7E51-4FFE-9B13-11BD96325A26}" type="presParOf" srcId="{4AEDAC77-FDB7-4C52-A7C3-B6200BAC8703}" destId="{04A8C231-AB08-41A0-A1F8-D60C462885AD}" srcOrd="2" destOrd="0" presId="urn:microsoft.com/office/officeart/2005/8/layout/orgChart1"/>
    <dgm:cxn modelId="{CF260E4D-9C77-446A-BE60-08B49470F190}" type="presParOf" srcId="{814408D5-F49D-468D-9057-0373677A51C2}" destId="{98206F9B-7AF6-4652-AB5C-916166CB5354}" srcOrd="6" destOrd="0" presId="urn:microsoft.com/office/officeart/2005/8/layout/orgChart1"/>
    <dgm:cxn modelId="{51E6D56E-127D-4605-B580-C001E2155BB9}" type="presParOf" srcId="{814408D5-F49D-468D-9057-0373677A51C2}" destId="{A6E7F5B6-58A5-4877-A0ED-8BDF50258A6C}" srcOrd="7" destOrd="0" presId="urn:microsoft.com/office/officeart/2005/8/layout/orgChart1"/>
    <dgm:cxn modelId="{117601F8-0093-484F-BD89-99B472BF6CA9}" type="presParOf" srcId="{A6E7F5B6-58A5-4877-A0ED-8BDF50258A6C}" destId="{ABD2755D-CF84-4801-BBBF-3CE39529B6C7}" srcOrd="0" destOrd="0" presId="urn:microsoft.com/office/officeart/2005/8/layout/orgChart1"/>
    <dgm:cxn modelId="{9492D569-BD32-4A71-AD53-F36B12EFD12C}" type="presParOf" srcId="{ABD2755D-CF84-4801-BBBF-3CE39529B6C7}" destId="{DB735B7A-28B8-4C3B-9863-B17BE7AC949F}" srcOrd="0" destOrd="0" presId="urn:microsoft.com/office/officeart/2005/8/layout/orgChart1"/>
    <dgm:cxn modelId="{682A45D2-33E9-4E62-B19C-4C4671BCA262}" type="presParOf" srcId="{ABD2755D-CF84-4801-BBBF-3CE39529B6C7}" destId="{5288D403-DA7D-4D90-ACC5-7542244978B1}" srcOrd="1" destOrd="0" presId="urn:microsoft.com/office/officeart/2005/8/layout/orgChart1"/>
    <dgm:cxn modelId="{9BCDE514-E7B3-43A5-9560-BFFAA34661B7}" type="presParOf" srcId="{A6E7F5B6-58A5-4877-A0ED-8BDF50258A6C}" destId="{02EA4003-4F62-49C0-B5A6-569F97624EF7}" srcOrd="1" destOrd="0" presId="urn:microsoft.com/office/officeart/2005/8/layout/orgChart1"/>
    <dgm:cxn modelId="{C1DAAE79-3942-407E-A333-CD58539D48E6}" type="presParOf" srcId="{02EA4003-4F62-49C0-B5A6-569F97624EF7}" destId="{55BB8BB7-0787-442C-BE1C-E402593ABB57}" srcOrd="0" destOrd="0" presId="urn:microsoft.com/office/officeart/2005/8/layout/orgChart1"/>
    <dgm:cxn modelId="{0369B0CA-A7B4-4781-9A2D-0CF558DF5039}" type="presParOf" srcId="{02EA4003-4F62-49C0-B5A6-569F97624EF7}" destId="{F89E7CCF-3BC3-41DC-9AB3-0F43CB0EB7D4}" srcOrd="1" destOrd="0" presId="urn:microsoft.com/office/officeart/2005/8/layout/orgChart1"/>
    <dgm:cxn modelId="{490D76FE-7992-46C2-9B9E-E02C6D02F47E}" type="presParOf" srcId="{F89E7CCF-3BC3-41DC-9AB3-0F43CB0EB7D4}" destId="{61DA9F15-FD08-4E21-9931-77BAACC27E44}" srcOrd="0" destOrd="0" presId="urn:microsoft.com/office/officeart/2005/8/layout/orgChart1"/>
    <dgm:cxn modelId="{AE504F07-498C-4C08-A532-AD678C8D222D}" type="presParOf" srcId="{61DA9F15-FD08-4E21-9931-77BAACC27E44}" destId="{186BDEA5-4E36-4323-8EB9-0985FE26F52D}" srcOrd="0" destOrd="0" presId="urn:microsoft.com/office/officeart/2005/8/layout/orgChart1"/>
    <dgm:cxn modelId="{76CC2D94-ECED-42F7-8CE8-AA7AFD13B05E}" type="presParOf" srcId="{61DA9F15-FD08-4E21-9931-77BAACC27E44}" destId="{36F773C9-1692-4725-A234-4A3182F5E222}" srcOrd="1" destOrd="0" presId="urn:microsoft.com/office/officeart/2005/8/layout/orgChart1"/>
    <dgm:cxn modelId="{B1CFF558-52C2-4102-94AF-2E448F7AB33D}" type="presParOf" srcId="{F89E7CCF-3BC3-41DC-9AB3-0F43CB0EB7D4}" destId="{6A7A8F02-DD45-4009-A317-8DC94804B4C6}" srcOrd="1" destOrd="0" presId="urn:microsoft.com/office/officeart/2005/8/layout/orgChart1"/>
    <dgm:cxn modelId="{EC15AA2C-72A2-4509-A4C8-829DE2B5E41B}" type="presParOf" srcId="{F89E7CCF-3BC3-41DC-9AB3-0F43CB0EB7D4}" destId="{0FC79DED-2E35-4848-8DF8-D3F4051EA46C}" srcOrd="2" destOrd="0" presId="urn:microsoft.com/office/officeart/2005/8/layout/orgChart1"/>
    <dgm:cxn modelId="{82FE9ECA-C5E7-4B36-BEA9-ED0E48D22A02}" type="presParOf" srcId="{02EA4003-4F62-49C0-B5A6-569F97624EF7}" destId="{96F10A2B-D5AE-4D86-B4ED-8CBC8A5C146F}" srcOrd="2" destOrd="0" presId="urn:microsoft.com/office/officeart/2005/8/layout/orgChart1"/>
    <dgm:cxn modelId="{87AA6908-D2D3-422B-8A97-109E9E114B10}" type="presParOf" srcId="{02EA4003-4F62-49C0-B5A6-569F97624EF7}" destId="{12667947-7024-4DAE-838D-54F356E5A566}" srcOrd="3" destOrd="0" presId="urn:microsoft.com/office/officeart/2005/8/layout/orgChart1"/>
    <dgm:cxn modelId="{6DB3684B-4B03-4D45-A0FD-0FEE39682807}" type="presParOf" srcId="{12667947-7024-4DAE-838D-54F356E5A566}" destId="{2660E5A6-817A-42B9-A6A2-B99A74848F01}" srcOrd="0" destOrd="0" presId="urn:microsoft.com/office/officeart/2005/8/layout/orgChart1"/>
    <dgm:cxn modelId="{CB46E0D8-53B4-4936-9DA8-945C61299072}" type="presParOf" srcId="{2660E5A6-817A-42B9-A6A2-B99A74848F01}" destId="{FF141B75-6FE3-4973-BC64-406FA62900D8}" srcOrd="0" destOrd="0" presId="urn:microsoft.com/office/officeart/2005/8/layout/orgChart1"/>
    <dgm:cxn modelId="{DA9DD9F7-C370-45E5-9D6A-FD39654F4D5D}" type="presParOf" srcId="{2660E5A6-817A-42B9-A6A2-B99A74848F01}" destId="{0F6704C5-DAB1-42E0-A5C8-8CBC24A564AD}" srcOrd="1" destOrd="0" presId="urn:microsoft.com/office/officeart/2005/8/layout/orgChart1"/>
    <dgm:cxn modelId="{3DAB1E1F-3400-4386-A5AB-F0F13DF056AA}" type="presParOf" srcId="{12667947-7024-4DAE-838D-54F356E5A566}" destId="{BAE89365-C6B4-4329-9820-D6A0A128EE9F}" srcOrd="1" destOrd="0" presId="urn:microsoft.com/office/officeart/2005/8/layout/orgChart1"/>
    <dgm:cxn modelId="{7DF72BB6-7406-4ED4-91A6-AF48A5F9212F}" type="presParOf" srcId="{12667947-7024-4DAE-838D-54F356E5A566}" destId="{069F81F4-FE26-45CF-9757-7C25F14D0B3F}" srcOrd="2" destOrd="0" presId="urn:microsoft.com/office/officeart/2005/8/layout/orgChart1"/>
    <dgm:cxn modelId="{3A8E8424-2FC0-4F23-9D2A-0044B338B43A}" type="presParOf" srcId="{02EA4003-4F62-49C0-B5A6-569F97624EF7}" destId="{AF28D9E9-CA05-4B17-9A23-6089D2F985A0}" srcOrd="4" destOrd="0" presId="urn:microsoft.com/office/officeart/2005/8/layout/orgChart1"/>
    <dgm:cxn modelId="{8527833D-93C6-4380-A733-1B327D288D7C}" type="presParOf" srcId="{02EA4003-4F62-49C0-B5A6-569F97624EF7}" destId="{6C809F5F-9905-4542-ACB0-FD4B32206D82}" srcOrd="5" destOrd="0" presId="urn:microsoft.com/office/officeart/2005/8/layout/orgChart1"/>
    <dgm:cxn modelId="{C873C1B8-E0A9-41DD-B3BD-868A995EE098}" type="presParOf" srcId="{6C809F5F-9905-4542-ACB0-FD4B32206D82}" destId="{B81C2A15-6233-4061-BD41-D6D01901D175}" srcOrd="0" destOrd="0" presId="urn:microsoft.com/office/officeart/2005/8/layout/orgChart1"/>
    <dgm:cxn modelId="{6BD4CA3F-336E-4230-AF68-4E5A98644CD9}" type="presParOf" srcId="{B81C2A15-6233-4061-BD41-D6D01901D175}" destId="{2E8ABDDA-4C1F-4F32-8341-D269558C7263}" srcOrd="0" destOrd="0" presId="urn:microsoft.com/office/officeart/2005/8/layout/orgChart1"/>
    <dgm:cxn modelId="{0A8AF1BE-9ED9-4ED1-982D-8B5C885B79EB}" type="presParOf" srcId="{B81C2A15-6233-4061-BD41-D6D01901D175}" destId="{1C021391-D7A5-4281-AB0C-FDC549130B26}" srcOrd="1" destOrd="0" presId="urn:microsoft.com/office/officeart/2005/8/layout/orgChart1"/>
    <dgm:cxn modelId="{2D04AD9C-7337-4F37-B324-D215C44CA5BE}" type="presParOf" srcId="{6C809F5F-9905-4542-ACB0-FD4B32206D82}" destId="{AE999D4B-27BD-4906-9AE2-5E8419E8FBBD}" srcOrd="1" destOrd="0" presId="urn:microsoft.com/office/officeart/2005/8/layout/orgChart1"/>
    <dgm:cxn modelId="{B4201DA2-FCDA-4A6B-A000-55C73417D339}" type="presParOf" srcId="{6C809F5F-9905-4542-ACB0-FD4B32206D82}" destId="{4CE2F647-09B6-49BB-8374-415B2D451C35}" srcOrd="2" destOrd="0" presId="urn:microsoft.com/office/officeart/2005/8/layout/orgChart1"/>
    <dgm:cxn modelId="{7C5CB50C-83CF-44EF-BBD9-617D82BF0881}" type="presParOf" srcId="{02EA4003-4F62-49C0-B5A6-569F97624EF7}" destId="{C55A33CB-C485-4DB5-A2AE-246CE790321B}" srcOrd="6" destOrd="0" presId="urn:microsoft.com/office/officeart/2005/8/layout/orgChart1"/>
    <dgm:cxn modelId="{152E4851-24A5-4D4E-B402-34DAD5B13A55}" type="presParOf" srcId="{02EA4003-4F62-49C0-B5A6-569F97624EF7}" destId="{F928EE23-443F-4931-AE9E-E3AC91F26437}" srcOrd="7" destOrd="0" presId="urn:microsoft.com/office/officeart/2005/8/layout/orgChart1"/>
    <dgm:cxn modelId="{6A5FD7BE-C108-42CF-8D01-B1688ED20EE9}" type="presParOf" srcId="{F928EE23-443F-4931-AE9E-E3AC91F26437}" destId="{539A9AB9-895E-4DC1-B72D-5060A12C15E5}" srcOrd="0" destOrd="0" presId="urn:microsoft.com/office/officeart/2005/8/layout/orgChart1"/>
    <dgm:cxn modelId="{716B7BB7-BA24-4D10-9342-A654DAA34720}" type="presParOf" srcId="{539A9AB9-895E-4DC1-B72D-5060A12C15E5}" destId="{59B13B6D-559D-4577-B88C-E4EBB5B9330F}" srcOrd="0" destOrd="0" presId="urn:microsoft.com/office/officeart/2005/8/layout/orgChart1"/>
    <dgm:cxn modelId="{0F6E30AE-089B-48E9-A3C8-EA5F4D4BCB24}" type="presParOf" srcId="{539A9AB9-895E-4DC1-B72D-5060A12C15E5}" destId="{61AC0E62-BBAB-4EAC-B3BD-17AC83B422D3}" srcOrd="1" destOrd="0" presId="urn:microsoft.com/office/officeart/2005/8/layout/orgChart1"/>
    <dgm:cxn modelId="{B6DBD26C-B0D7-404D-B5C4-091B9B25B610}" type="presParOf" srcId="{F928EE23-443F-4931-AE9E-E3AC91F26437}" destId="{748A93CC-9704-40F9-8173-6B038CDCD33F}" srcOrd="1" destOrd="0" presId="urn:microsoft.com/office/officeart/2005/8/layout/orgChart1"/>
    <dgm:cxn modelId="{9CB04037-8131-4890-883E-2EAE589E5978}" type="presParOf" srcId="{F928EE23-443F-4931-AE9E-E3AC91F26437}" destId="{16E63225-4D62-459D-80F7-24F3966DC046}" srcOrd="2" destOrd="0" presId="urn:microsoft.com/office/officeart/2005/8/layout/orgChart1"/>
    <dgm:cxn modelId="{36E4C9B6-ABEB-49F7-850F-8092DFCDD92C}" type="presParOf" srcId="{02EA4003-4F62-49C0-B5A6-569F97624EF7}" destId="{9DD19C2F-17F6-4DCD-89CD-5E8F22A4790C}" srcOrd="8" destOrd="0" presId="urn:microsoft.com/office/officeart/2005/8/layout/orgChart1"/>
    <dgm:cxn modelId="{84B4F9E8-C71B-4C80-9266-F6E8A05AEED1}" type="presParOf" srcId="{02EA4003-4F62-49C0-B5A6-569F97624EF7}" destId="{1824C079-82A6-419C-AF98-27E5A426E23F}" srcOrd="9" destOrd="0" presId="urn:microsoft.com/office/officeart/2005/8/layout/orgChart1"/>
    <dgm:cxn modelId="{6E4CB5E8-36D2-4C4A-9FD1-96F49E13C5D5}" type="presParOf" srcId="{1824C079-82A6-419C-AF98-27E5A426E23F}" destId="{C042200B-FA2A-439E-8F06-8E1396B0D8E7}" srcOrd="0" destOrd="0" presId="urn:microsoft.com/office/officeart/2005/8/layout/orgChart1"/>
    <dgm:cxn modelId="{2C562A06-6CC2-4FCC-A7EC-EBCE8E246817}" type="presParOf" srcId="{C042200B-FA2A-439E-8F06-8E1396B0D8E7}" destId="{C1D893FA-15AF-4B87-9690-0131022377B6}" srcOrd="0" destOrd="0" presId="urn:microsoft.com/office/officeart/2005/8/layout/orgChart1"/>
    <dgm:cxn modelId="{482C6734-5AC9-40FC-8BD7-746317525F7A}" type="presParOf" srcId="{C042200B-FA2A-439E-8F06-8E1396B0D8E7}" destId="{3E48039E-7EF6-48C5-9DED-BBFA2764DBCB}" srcOrd="1" destOrd="0" presId="urn:microsoft.com/office/officeart/2005/8/layout/orgChart1"/>
    <dgm:cxn modelId="{9D0EBC18-8C6D-4670-B2B3-876E7EEA870F}" type="presParOf" srcId="{1824C079-82A6-419C-AF98-27E5A426E23F}" destId="{95F8B9B3-E7E9-47F9-841F-91AA083BC335}" srcOrd="1" destOrd="0" presId="urn:microsoft.com/office/officeart/2005/8/layout/orgChart1"/>
    <dgm:cxn modelId="{63F2F198-1915-4B9A-AC12-3F613E8F03EE}" type="presParOf" srcId="{1824C079-82A6-419C-AF98-27E5A426E23F}" destId="{A5BD1076-D21C-4648-985F-C824D17F1175}" srcOrd="2" destOrd="0" presId="urn:microsoft.com/office/officeart/2005/8/layout/orgChart1"/>
    <dgm:cxn modelId="{39ACF239-241A-4172-8558-C740CBA3F718}" type="presParOf" srcId="{A6E7F5B6-58A5-4877-A0ED-8BDF50258A6C}" destId="{992539FE-DC18-4B3C-BDED-2DFFE5802CB6}" srcOrd="2" destOrd="0" presId="urn:microsoft.com/office/officeart/2005/8/layout/orgChart1"/>
    <dgm:cxn modelId="{5D846667-1DA7-4326-A21B-DFA83A230C48}" type="presParOf" srcId="{814408D5-F49D-468D-9057-0373677A51C2}" destId="{81953FDB-271D-4ADF-976F-14F165D0B507}" srcOrd="8" destOrd="0" presId="urn:microsoft.com/office/officeart/2005/8/layout/orgChart1"/>
    <dgm:cxn modelId="{8048409B-A21B-40A8-92CC-EB758A8D4CF6}" type="presParOf" srcId="{814408D5-F49D-468D-9057-0373677A51C2}" destId="{D3732F57-D65F-490F-AC22-A19DAD63BCCF}" srcOrd="9" destOrd="0" presId="urn:microsoft.com/office/officeart/2005/8/layout/orgChart1"/>
    <dgm:cxn modelId="{B3F59112-03EF-47EA-858D-30F85A5F0712}" type="presParOf" srcId="{D3732F57-D65F-490F-AC22-A19DAD63BCCF}" destId="{31BB9B38-8FD9-4986-918D-B58B4D72BC8D}" srcOrd="0" destOrd="0" presId="urn:microsoft.com/office/officeart/2005/8/layout/orgChart1"/>
    <dgm:cxn modelId="{E4A8C895-9DC9-4DE8-860E-378DCD525284}" type="presParOf" srcId="{31BB9B38-8FD9-4986-918D-B58B4D72BC8D}" destId="{300F72C8-423F-4D7A-8511-F54946BD9910}" srcOrd="0" destOrd="0" presId="urn:microsoft.com/office/officeart/2005/8/layout/orgChart1"/>
    <dgm:cxn modelId="{3FAEAB20-B68B-402B-8409-75407E3AC69F}" type="presParOf" srcId="{31BB9B38-8FD9-4986-918D-B58B4D72BC8D}" destId="{87EEC985-6495-408B-BC43-9F3C0A3C6351}" srcOrd="1" destOrd="0" presId="urn:microsoft.com/office/officeart/2005/8/layout/orgChart1"/>
    <dgm:cxn modelId="{24EE0C9C-ED90-47BF-8B7F-B21914152A03}" type="presParOf" srcId="{D3732F57-D65F-490F-AC22-A19DAD63BCCF}" destId="{E8812FE2-75B7-4EE1-8234-7954E1B1C2B0}" srcOrd="1" destOrd="0" presId="urn:microsoft.com/office/officeart/2005/8/layout/orgChart1"/>
    <dgm:cxn modelId="{1D4727DC-0130-4B0E-AAF4-21C38392A346}" type="presParOf" srcId="{E8812FE2-75B7-4EE1-8234-7954E1B1C2B0}" destId="{8430D391-D833-441C-A119-CB8CF75A5DE3}" srcOrd="0" destOrd="0" presId="urn:microsoft.com/office/officeart/2005/8/layout/orgChart1"/>
    <dgm:cxn modelId="{28524F95-E54B-4195-AA6D-5AD3AAED4F4C}" type="presParOf" srcId="{E8812FE2-75B7-4EE1-8234-7954E1B1C2B0}" destId="{97BD8D0C-FFF2-42EF-A9D9-2576A735AA38}" srcOrd="1" destOrd="0" presId="urn:microsoft.com/office/officeart/2005/8/layout/orgChart1"/>
    <dgm:cxn modelId="{B211AB66-1514-4618-8DF7-4C873174C2EF}" type="presParOf" srcId="{97BD8D0C-FFF2-42EF-A9D9-2576A735AA38}" destId="{673EAC19-9319-4AAC-87C9-6F0289EED33A}" srcOrd="0" destOrd="0" presId="urn:microsoft.com/office/officeart/2005/8/layout/orgChart1"/>
    <dgm:cxn modelId="{98CD4E77-F504-4CF0-A37F-EF0D43D54045}" type="presParOf" srcId="{673EAC19-9319-4AAC-87C9-6F0289EED33A}" destId="{50ED118C-FD6F-4995-9C88-655CACB534B0}" srcOrd="0" destOrd="0" presId="urn:microsoft.com/office/officeart/2005/8/layout/orgChart1"/>
    <dgm:cxn modelId="{22D089B0-07A8-4988-8AF6-015E1114247D}" type="presParOf" srcId="{673EAC19-9319-4AAC-87C9-6F0289EED33A}" destId="{FFF2F7F3-4F8A-4989-9473-A935AF8F85D1}" srcOrd="1" destOrd="0" presId="urn:microsoft.com/office/officeart/2005/8/layout/orgChart1"/>
    <dgm:cxn modelId="{63AC3F8E-5CC9-4DF6-90CB-332A92756A50}" type="presParOf" srcId="{97BD8D0C-FFF2-42EF-A9D9-2576A735AA38}" destId="{6A99A882-0B47-4F2B-9983-AD7D869B7D6A}" srcOrd="1" destOrd="0" presId="urn:microsoft.com/office/officeart/2005/8/layout/orgChart1"/>
    <dgm:cxn modelId="{9175F97B-2878-45BB-98D0-3AF589BD5C3F}" type="presParOf" srcId="{97BD8D0C-FFF2-42EF-A9D9-2576A735AA38}" destId="{99A0D3D6-3E07-488E-A559-85B311396774}" srcOrd="2" destOrd="0" presId="urn:microsoft.com/office/officeart/2005/8/layout/orgChart1"/>
    <dgm:cxn modelId="{D1097BAC-00DD-448D-B00D-07AA19F0F188}" type="presParOf" srcId="{E8812FE2-75B7-4EE1-8234-7954E1B1C2B0}" destId="{A6C3C22F-50C7-401B-AA59-08C36F3AD5FF}" srcOrd="2" destOrd="0" presId="urn:microsoft.com/office/officeart/2005/8/layout/orgChart1"/>
    <dgm:cxn modelId="{D9A1D752-53CB-4B0B-8059-22BAF9C47ABB}" type="presParOf" srcId="{E8812FE2-75B7-4EE1-8234-7954E1B1C2B0}" destId="{48C859C3-E01E-4EFE-9AF9-E8A7891E88E8}" srcOrd="3" destOrd="0" presId="urn:microsoft.com/office/officeart/2005/8/layout/orgChart1"/>
    <dgm:cxn modelId="{8489DFC4-3980-4669-8F4A-257764AA74EF}" type="presParOf" srcId="{48C859C3-E01E-4EFE-9AF9-E8A7891E88E8}" destId="{77B59A29-BD06-4E87-B009-878BEAB35C39}" srcOrd="0" destOrd="0" presId="urn:microsoft.com/office/officeart/2005/8/layout/orgChart1"/>
    <dgm:cxn modelId="{BA910E36-07F9-4428-B51B-15A77360FD8A}" type="presParOf" srcId="{77B59A29-BD06-4E87-B009-878BEAB35C39}" destId="{8D0B0D71-5EB7-4544-92A0-4F1F9CC28B2A}" srcOrd="0" destOrd="0" presId="urn:microsoft.com/office/officeart/2005/8/layout/orgChart1"/>
    <dgm:cxn modelId="{71B22670-CE09-4B79-B728-A3DC077EA4C7}" type="presParOf" srcId="{77B59A29-BD06-4E87-B009-878BEAB35C39}" destId="{07E8B9D2-4452-4027-9655-C28071B502FF}" srcOrd="1" destOrd="0" presId="urn:microsoft.com/office/officeart/2005/8/layout/orgChart1"/>
    <dgm:cxn modelId="{96056D23-01E9-451B-88CE-14212D3CAC97}" type="presParOf" srcId="{48C859C3-E01E-4EFE-9AF9-E8A7891E88E8}" destId="{709B1BBA-F50F-4384-BE52-BBA3DF349F29}" srcOrd="1" destOrd="0" presId="urn:microsoft.com/office/officeart/2005/8/layout/orgChart1"/>
    <dgm:cxn modelId="{04CAD37F-F2E6-4564-93FC-818B374F29D3}" type="presParOf" srcId="{48C859C3-E01E-4EFE-9AF9-E8A7891E88E8}" destId="{0B35E10B-1C52-492D-8FC9-7D14FA8F3ADA}" srcOrd="2" destOrd="0" presId="urn:microsoft.com/office/officeart/2005/8/layout/orgChart1"/>
    <dgm:cxn modelId="{FA70F922-5EC7-41CA-8E9E-D8B5ED53632E}" type="presParOf" srcId="{E8812FE2-75B7-4EE1-8234-7954E1B1C2B0}" destId="{66859F49-5CAF-49A3-B800-DED4D28E832B}" srcOrd="4" destOrd="0" presId="urn:microsoft.com/office/officeart/2005/8/layout/orgChart1"/>
    <dgm:cxn modelId="{5B43BF61-478C-48CB-BBE0-A872DE0F2A73}" type="presParOf" srcId="{E8812FE2-75B7-4EE1-8234-7954E1B1C2B0}" destId="{18B42742-8FDB-4170-8EDE-F0D6B3FF1F0A}" srcOrd="5" destOrd="0" presId="urn:microsoft.com/office/officeart/2005/8/layout/orgChart1"/>
    <dgm:cxn modelId="{2086448B-924D-4912-BBBE-C112510F4894}" type="presParOf" srcId="{18B42742-8FDB-4170-8EDE-F0D6B3FF1F0A}" destId="{A9619A70-F8EA-41AC-B4F7-B48D81A10041}" srcOrd="0" destOrd="0" presId="urn:microsoft.com/office/officeart/2005/8/layout/orgChart1"/>
    <dgm:cxn modelId="{FAB6A732-45BF-463B-880A-AA1D562270B9}" type="presParOf" srcId="{A9619A70-F8EA-41AC-B4F7-B48D81A10041}" destId="{5E61FF5F-169C-414C-B100-D42E86D2450C}" srcOrd="0" destOrd="0" presId="urn:microsoft.com/office/officeart/2005/8/layout/orgChart1"/>
    <dgm:cxn modelId="{13708B6B-AA28-467F-991B-5078EFDF1DB7}" type="presParOf" srcId="{A9619A70-F8EA-41AC-B4F7-B48D81A10041}" destId="{D037B0CF-C9AD-4490-B45E-1A6DFD6F0D7C}" srcOrd="1" destOrd="0" presId="urn:microsoft.com/office/officeart/2005/8/layout/orgChart1"/>
    <dgm:cxn modelId="{3D4E6F75-9B8A-4DD1-B5A0-58A59ED04C2D}" type="presParOf" srcId="{18B42742-8FDB-4170-8EDE-F0D6B3FF1F0A}" destId="{EB04D943-56EF-4F9B-99EE-BBEA7B2740B3}" srcOrd="1" destOrd="0" presId="urn:microsoft.com/office/officeart/2005/8/layout/orgChart1"/>
    <dgm:cxn modelId="{BA3910E4-C23D-430D-8BC8-6D42673F5CC4}" type="presParOf" srcId="{18B42742-8FDB-4170-8EDE-F0D6B3FF1F0A}" destId="{9A299EBF-6BA7-4000-894C-03EABFC32E40}" srcOrd="2" destOrd="0" presId="urn:microsoft.com/office/officeart/2005/8/layout/orgChart1"/>
    <dgm:cxn modelId="{32CAD70C-8A9C-402A-8FAE-831DA21DE799}" type="presParOf" srcId="{E8812FE2-75B7-4EE1-8234-7954E1B1C2B0}" destId="{D052C1F2-1B1D-4B1E-8DA4-759EF2C8EF0C}" srcOrd="6" destOrd="0" presId="urn:microsoft.com/office/officeart/2005/8/layout/orgChart1"/>
    <dgm:cxn modelId="{4A3041B2-48EA-4528-8088-10FC14DD0773}" type="presParOf" srcId="{E8812FE2-75B7-4EE1-8234-7954E1B1C2B0}" destId="{2E276396-0461-4A05-9C00-BBBC12BB672A}" srcOrd="7" destOrd="0" presId="urn:microsoft.com/office/officeart/2005/8/layout/orgChart1"/>
    <dgm:cxn modelId="{747BD6E0-BB1D-4351-A6E5-32D0248EAC3A}" type="presParOf" srcId="{2E276396-0461-4A05-9C00-BBBC12BB672A}" destId="{879907CA-3F12-488C-9290-4E7CC9FFE9F2}" srcOrd="0" destOrd="0" presId="urn:microsoft.com/office/officeart/2005/8/layout/orgChart1"/>
    <dgm:cxn modelId="{048FB9BC-05E1-4C94-8DC3-555CF140A1E6}" type="presParOf" srcId="{879907CA-3F12-488C-9290-4E7CC9FFE9F2}" destId="{AA601002-A2E6-4518-95EF-B539F6CA8BBF}" srcOrd="0" destOrd="0" presId="urn:microsoft.com/office/officeart/2005/8/layout/orgChart1"/>
    <dgm:cxn modelId="{C8EF720B-1C54-4943-858C-B0D86F15DFA9}" type="presParOf" srcId="{879907CA-3F12-488C-9290-4E7CC9FFE9F2}" destId="{56665E3D-45B2-48A3-99F8-59B57C39E545}" srcOrd="1" destOrd="0" presId="urn:microsoft.com/office/officeart/2005/8/layout/orgChart1"/>
    <dgm:cxn modelId="{17AA20A3-C6AA-4305-8018-D33FCE739100}" type="presParOf" srcId="{2E276396-0461-4A05-9C00-BBBC12BB672A}" destId="{39F2F689-51C5-4904-8C51-92F18012E4D8}" srcOrd="1" destOrd="0" presId="urn:microsoft.com/office/officeart/2005/8/layout/orgChart1"/>
    <dgm:cxn modelId="{1608724E-F3EF-4E82-9610-54B64872F87A}" type="presParOf" srcId="{2E276396-0461-4A05-9C00-BBBC12BB672A}" destId="{2E228F93-096D-427D-B1FA-831B806F3B09}" srcOrd="2" destOrd="0" presId="urn:microsoft.com/office/officeart/2005/8/layout/orgChart1"/>
    <dgm:cxn modelId="{C01A49DA-864B-4B3F-A621-7B0BC38DFA36}" type="presParOf" srcId="{E8812FE2-75B7-4EE1-8234-7954E1B1C2B0}" destId="{FBE801FF-A8BC-4A70-895F-95F8538AA72B}" srcOrd="8" destOrd="0" presId="urn:microsoft.com/office/officeart/2005/8/layout/orgChart1"/>
    <dgm:cxn modelId="{0DA7E85B-9F6E-4E01-97FC-1BEE614DA636}" type="presParOf" srcId="{E8812FE2-75B7-4EE1-8234-7954E1B1C2B0}" destId="{3B030427-88F9-4F92-93A5-ED4817986A3D}" srcOrd="9" destOrd="0" presId="urn:microsoft.com/office/officeart/2005/8/layout/orgChart1"/>
    <dgm:cxn modelId="{4387D434-03F4-4113-936F-9354D663103F}" type="presParOf" srcId="{3B030427-88F9-4F92-93A5-ED4817986A3D}" destId="{D34A95F4-E589-4F8C-9607-0B1C80C913EC}" srcOrd="0" destOrd="0" presId="urn:microsoft.com/office/officeart/2005/8/layout/orgChart1"/>
    <dgm:cxn modelId="{0D1318D2-F0E5-4419-9FFE-4427566D4B3B}" type="presParOf" srcId="{D34A95F4-E589-4F8C-9607-0B1C80C913EC}" destId="{A6C6976D-9D0D-443E-B9CE-12345B282C0E}" srcOrd="0" destOrd="0" presId="urn:microsoft.com/office/officeart/2005/8/layout/orgChart1"/>
    <dgm:cxn modelId="{DB0E788D-A025-45A8-97AA-0C25195C0EBB}" type="presParOf" srcId="{D34A95F4-E589-4F8C-9607-0B1C80C913EC}" destId="{D4FCB51B-44A9-41E2-9CCE-0ACEBAE8B82C}" srcOrd="1" destOrd="0" presId="urn:microsoft.com/office/officeart/2005/8/layout/orgChart1"/>
    <dgm:cxn modelId="{3B1C284C-3888-4174-94FE-06600CCF20F9}" type="presParOf" srcId="{3B030427-88F9-4F92-93A5-ED4817986A3D}" destId="{8FEDA7C3-F776-4E00-88ED-E3C5FDAB8BE8}" srcOrd="1" destOrd="0" presId="urn:microsoft.com/office/officeart/2005/8/layout/orgChart1"/>
    <dgm:cxn modelId="{0D05DF0A-E87D-47E0-ADD5-130830E3D9D2}" type="presParOf" srcId="{3B030427-88F9-4F92-93A5-ED4817986A3D}" destId="{89FE0DD3-A4B1-46D7-90B3-F6A373B1A1CE}" srcOrd="2" destOrd="0" presId="urn:microsoft.com/office/officeart/2005/8/layout/orgChart1"/>
    <dgm:cxn modelId="{A81F8F7B-E72C-420C-A59A-1A7951CE48E5}" type="presParOf" srcId="{D3732F57-D65F-490F-AC22-A19DAD63BCCF}" destId="{B95FC23A-E855-4F6E-84A0-A4CA0CEC7517}" srcOrd="2" destOrd="0" presId="urn:microsoft.com/office/officeart/2005/8/layout/orgChart1"/>
    <dgm:cxn modelId="{6CE6991B-2DF0-4BFD-A2DF-FA4F1D6F03CE}" type="presParOf" srcId="{9E907512-75C1-468D-AE9B-DE60B67D59DB}" destId="{5DECE4D5-91B9-4F39-AC83-3A7C65F2FD7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7BBDD-DE7A-4EE0-A43C-09B7428596B3}">
      <dsp:nvSpPr>
        <dsp:cNvPr id="0" name=""/>
        <dsp:cNvSpPr/>
      </dsp:nvSpPr>
      <dsp:spPr>
        <a:xfrm>
          <a:off x="675785"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dirty="0"/>
            <a:t>Vorname, Name</a:t>
          </a:r>
        </a:p>
        <a:p>
          <a:pPr marL="114300" lvl="1" indent="-114300" algn="l" defTabSz="622300">
            <a:lnSpc>
              <a:spcPct val="150000"/>
            </a:lnSpc>
            <a:spcBef>
              <a:spcPct val="0"/>
            </a:spcBef>
            <a:spcAft>
              <a:spcPct val="15000"/>
            </a:spcAft>
            <a:buChar char="•"/>
          </a:pPr>
          <a:r>
            <a:rPr lang="de-DE" sz="1400" kern="1200"/>
            <a:t>Anschrift…</a:t>
          </a:r>
          <a:endParaRPr lang="de-DE" sz="1400" kern="1200" dirty="0"/>
        </a:p>
      </dsp:txBody>
      <dsp:txXfrm>
        <a:off x="710355" y="36527"/>
        <a:ext cx="1415807" cy="1440819"/>
      </dsp:txXfrm>
    </dsp:sp>
    <dsp:sp modelId="{C7A2802C-2820-41B4-BCDD-AFAD363BA956}">
      <dsp:nvSpPr>
        <dsp:cNvPr id="0" name=""/>
        <dsp:cNvSpPr/>
      </dsp:nvSpPr>
      <dsp:spPr>
        <a:xfrm>
          <a:off x="743282"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dirty="0"/>
            <a:t>Kunde</a:t>
          </a:r>
        </a:p>
      </dsp:txBody>
      <dsp:txXfrm>
        <a:off x="743282" y="1243507"/>
        <a:ext cx="950670" cy="433315"/>
      </dsp:txXfrm>
    </dsp:sp>
    <dsp:sp modelId="{8AB5F57B-E20F-4341-A784-E05353C40AD3}">
      <dsp:nvSpPr>
        <dsp:cNvPr id="0" name=""/>
        <dsp:cNvSpPr/>
      </dsp:nvSpPr>
      <dsp:spPr>
        <a:xfrm>
          <a:off x="1732141" y="1312335"/>
          <a:ext cx="472483" cy="472483"/>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9000" b="-9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6DCBEB-D278-4311-B0D0-265870BCAEA0}">
      <dsp:nvSpPr>
        <dsp:cNvPr id="0" name=""/>
        <dsp:cNvSpPr/>
      </dsp:nvSpPr>
      <dsp:spPr>
        <a:xfrm>
          <a:off x="2321680"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rtl="0">
            <a:lnSpc>
              <a:spcPct val="150000"/>
            </a:lnSpc>
            <a:spcBef>
              <a:spcPct val="0"/>
            </a:spcBef>
            <a:spcAft>
              <a:spcPct val="15000"/>
            </a:spcAft>
            <a:buChar char="•"/>
          </a:pPr>
          <a:r>
            <a:rPr lang="de-DE" sz="1400" kern="1200"/>
            <a:t>Nummer</a:t>
          </a:r>
          <a:endParaRPr lang="de-DE" sz="1400" kern="1200" dirty="0"/>
        </a:p>
        <a:p>
          <a:pPr marL="114300" lvl="1" indent="-114300" algn="l" defTabSz="622300" rtl="0">
            <a:lnSpc>
              <a:spcPct val="150000"/>
            </a:lnSpc>
            <a:spcBef>
              <a:spcPct val="0"/>
            </a:spcBef>
            <a:spcAft>
              <a:spcPct val="15000"/>
            </a:spcAft>
            <a:buChar char="•"/>
          </a:pPr>
          <a:r>
            <a:rPr lang="de-DE" sz="1400" kern="1200"/>
            <a:t>Datum</a:t>
          </a:r>
          <a:endParaRPr lang="de-DE" sz="1400" kern="1200" dirty="0"/>
        </a:p>
        <a:p>
          <a:pPr marL="114300" lvl="1" indent="-114300" algn="l" defTabSz="622300" rtl="0">
            <a:lnSpc>
              <a:spcPct val="150000"/>
            </a:lnSpc>
            <a:spcBef>
              <a:spcPct val="0"/>
            </a:spcBef>
            <a:spcAft>
              <a:spcPct val="15000"/>
            </a:spcAft>
            <a:buChar char="•"/>
          </a:pPr>
          <a:r>
            <a:rPr lang="de-DE" sz="1400" kern="1200"/>
            <a:t>Artikel, Menge…</a:t>
          </a:r>
          <a:endParaRPr lang="de-DE" sz="1400" kern="1200" dirty="0"/>
        </a:p>
      </dsp:txBody>
      <dsp:txXfrm>
        <a:off x="2356250" y="36527"/>
        <a:ext cx="1415807" cy="1440819"/>
      </dsp:txXfrm>
    </dsp:sp>
    <dsp:sp modelId="{4FB5F224-0449-4177-A3E1-867FED064198}">
      <dsp:nvSpPr>
        <dsp:cNvPr id="0" name=""/>
        <dsp:cNvSpPr/>
      </dsp:nvSpPr>
      <dsp:spPr>
        <a:xfrm>
          <a:off x="2389177"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a:t>Bestellung</a:t>
          </a:r>
          <a:endParaRPr lang="de-DE" sz="1400" b="1" kern="1200" dirty="0"/>
        </a:p>
      </dsp:txBody>
      <dsp:txXfrm>
        <a:off x="2389177" y="1243507"/>
        <a:ext cx="950670" cy="433315"/>
      </dsp:txXfrm>
    </dsp:sp>
    <dsp:sp modelId="{E45E1493-8287-40D4-9D68-77FAED4B86DF}">
      <dsp:nvSpPr>
        <dsp:cNvPr id="0" name=""/>
        <dsp:cNvSpPr/>
      </dsp:nvSpPr>
      <dsp:spPr>
        <a:xfrm>
          <a:off x="3378036" y="1312335"/>
          <a:ext cx="472483" cy="472483"/>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t="-2000" b="-2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3F2981-0D46-4224-8656-166EEA542927}">
      <dsp:nvSpPr>
        <dsp:cNvPr id="0" name=""/>
        <dsp:cNvSpPr/>
      </dsp:nvSpPr>
      <dsp:spPr>
        <a:xfrm>
          <a:off x="3967574" y="1957"/>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dirty="0"/>
            <a:t>Name</a:t>
          </a:r>
        </a:p>
        <a:p>
          <a:pPr marL="114300" lvl="1" indent="-114300" algn="l" defTabSz="622300">
            <a:lnSpc>
              <a:spcPct val="150000"/>
            </a:lnSpc>
            <a:spcBef>
              <a:spcPct val="0"/>
            </a:spcBef>
            <a:spcAft>
              <a:spcPct val="15000"/>
            </a:spcAft>
            <a:buChar char="•"/>
          </a:pPr>
          <a:r>
            <a:rPr lang="de-DE" sz="1400" kern="1200"/>
            <a:t>Kontakt…</a:t>
          </a:r>
          <a:endParaRPr lang="de-DE" sz="1400" kern="1200" dirty="0"/>
        </a:p>
      </dsp:txBody>
      <dsp:txXfrm>
        <a:off x="4002144" y="36527"/>
        <a:ext cx="1415807" cy="1440819"/>
      </dsp:txXfrm>
    </dsp:sp>
    <dsp:sp modelId="{CA5AAC33-DE48-41EA-8BAA-370B2B22285A}">
      <dsp:nvSpPr>
        <dsp:cNvPr id="0" name=""/>
        <dsp:cNvSpPr/>
      </dsp:nvSpPr>
      <dsp:spPr>
        <a:xfrm>
          <a:off x="4035072" y="1243507"/>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rtl="0">
            <a:lnSpc>
              <a:spcPct val="150000"/>
            </a:lnSpc>
            <a:spcBef>
              <a:spcPct val="0"/>
            </a:spcBef>
            <a:spcAft>
              <a:spcPct val="35000"/>
            </a:spcAft>
            <a:buNone/>
          </a:pPr>
          <a:r>
            <a:rPr lang="de-DE" sz="1400" b="1" kern="1200" dirty="0"/>
            <a:t>Lieferant</a:t>
          </a:r>
        </a:p>
      </dsp:txBody>
      <dsp:txXfrm>
        <a:off x="4035072" y="1243507"/>
        <a:ext cx="950670" cy="433315"/>
      </dsp:txXfrm>
    </dsp:sp>
    <dsp:sp modelId="{7A7C8222-B9CB-4CFF-8FBC-332DC964DE7C}">
      <dsp:nvSpPr>
        <dsp:cNvPr id="0" name=""/>
        <dsp:cNvSpPr/>
      </dsp:nvSpPr>
      <dsp:spPr>
        <a:xfrm>
          <a:off x="5023931" y="1312335"/>
          <a:ext cx="472483" cy="472483"/>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25000" r="-2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86A8FB-C98A-4A55-81BF-EC9A3802488E}">
      <dsp:nvSpPr>
        <dsp:cNvPr id="0" name=""/>
        <dsp:cNvSpPr/>
      </dsp:nvSpPr>
      <dsp:spPr>
        <a:xfrm>
          <a:off x="1532481" y="2018830"/>
          <a:ext cx="1484947"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Nummer</a:t>
          </a:r>
          <a:endParaRPr lang="de-DE" sz="1400" kern="1200" dirty="0"/>
        </a:p>
        <a:p>
          <a:pPr marL="114300" lvl="1" indent="-114300" algn="l" defTabSz="622300">
            <a:lnSpc>
              <a:spcPct val="150000"/>
            </a:lnSpc>
            <a:spcBef>
              <a:spcPct val="0"/>
            </a:spcBef>
            <a:spcAft>
              <a:spcPct val="15000"/>
            </a:spcAft>
            <a:buChar char="•"/>
          </a:pPr>
          <a:r>
            <a:rPr lang="de-DE" sz="1400" kern="1200"/>
            <a:t>Bezeichnung</a:t>
          </a:r>
          <a:endParaRPr lang="de-DE" sz="1400" kern="1200" dirty="0"/>
        </a:p>
        <a:p>
          <a:pPr marL="114300" lvl="1" indent="-114300" algn="l" defTabSz="622300">
            <a:lnSpc>
              <a:spcPct val="150000"/>
            </a:lnSpc>
            <a:spcBef>
              <a:spcPct val="0"/>
            </a:spcBef>
            <a:spcAft>
              <a:spcPct val="15000"/>
            </a:spcAft>
            <a:buChar char="•"/>
          </a:pPr>
          <a:r>
            <a:rPr lang="de-DE" sz="1400" kern="1200" dirty="0"/>
            <a:t>Farbe</a:t>
          </a:r>
          <a:r>
            <a:rPr lang="de-DE" sz="1400" kern="1200"/>
            <a:t>, Preis…</a:t>
          </a:r>
          <a:endParaRPr lang="de-DE" sz="1400" kern="1200" dirty="0"/>
        </a:p>
      </dsp:txBody>
      <dsp:txXfrm>
        <a:off x="1567051" y="2053400"/>
        <a:ext cx="1415807" cy="1440819"/>
      </dsp:txXfrm>
    </dsp:sp>
    <dsp:sp modelId="{EA013CCA-5DBB-4BA7-8E29-0012DA99F08E}">
      <dsp:nvSpPr>
        <dsp:cNvPr id="0" name=""/>
        <dsp:cNvSpPr/>
      </dsp:nvSpPr>
      <dsp:spPr>
        <a:xfrm>
          <a:off x="1599979" y="3260381"/>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a:lnSpc>
              <a:spcPct val="150000"/>
            </a:lnSpc>
            <a:spcBef>
              <a:spcPct val="0"/>
            </a:spcBef>
            <a:spcAft>
              <a:spcPct val="35000"/>
            </a:spcAft>
            <a:buNone/>
          </a:pPr>
          <a:r>
            <a:rPr lang="de-DE" sz="1400" b="1" kern="1200"/>
            <a:t>Artikel</a:t>
          </a:r>
          <a:endParaRPr lang="de-DE" sz="1400" b="1" kern="1200" dirty="0"/>
        </a:p>
      </dsp:txBody>
      <dsp:txXfrm>
        <a:off x="1599979" y="3260381"/>
        <a:ext cx="950670" cy="433315"/>
      </dsp:txXfrm>
    </dsp:sp>
    <dsp:sp modelId="{34D28B7D-1A50-454C-A86A-756048ABE406}">
      <dsp:nvSpPr>
        <dsp:cNvPr id="0" name=""/>
        <dsp:cNvSpPr/>
      </dsp:nvSpPr>
      <dsp:spPr>
        <a:xfrm>
          <a:off x="2588837" y="3329209"/>
          <a:ext cx="472483" cy="472483"/>
        </a:xfrm>
        <a:prstGeom prst="ellipse">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l="-16000" r="-16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945269-104A-44E8-8047-1389CD87B0F5}">
      <dsp:nvSpPr>
        <dsp:cNvPr id="0" name=""/>
        <dsp:cNvSpPr/>
      </dsp:nvSpPr>
      <dsp:spPr>
        <a:xfrm>
          <a:off x="3178376" y="2018830"/>
          <a:ext cx="1349952" cy="1475389"/>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150000"/>
            </a:lnSpc>
            <a:spcBef>
              <a:spcPct val="0"/>
            </a:spcBef>
            <a:spcAft>
              <a:spcPct val="15000"/>
            </a:spcAft>
            <a:buChar char="•"/>
          </a:pPr>
          <a:r>
            <a:rPr lang="de-DE" sz="1400" kern="1200"/>
            <a:t>Kunde</a:t>
          </a:r>
          <a:endParaRPr lang="de-DE" sz="1400" kern="1200" dirty="0"/>
        </a:p>
        <a:p>
          <a:pPr marL="114300" lvl="1" indent="-114300" algn="l" defTabSz="622300">
            <a:lnSpc>
              <a:spcPct val="150000"/>
            </a:lnSpc>
            <a:spcBef>
              <a:spcPct val="0"/>
            </a:spcBef>
            <a:spcAft>
              <a:spcPct val="15000"/>
            </a:spcAft>
            <a:buChar char="•"/>
          </a:pPr>
          <a:r>
            <a:rPr lang="de-DE" sz="1400" kern="1200"/>
            <a:t>Bestellung</a:t>
          </a:r>
          <a:endParaRPr lang="de-DE" sz="1400" kern="1200" dirty="0"/>
        </a:p>
        <a:p>
          <a:pPr marL="114300" lvl="1" indent="-114300" algn="l" defTabSz="622300">
            <a:lnSpc>
              <a:spcPct val="150000"/>
            </a:lnSpc>
            <a:spcBef>
              <a:spcPct val="0"/>
            </a:spcBef>
            <a:spcAft>
              <a:spcPct val="15000"/>
            </a:spcAft>
            <a:buChar char="•"/>
          </a:pPr>
          <a:r>
            <a:rPr lang="de-DE" sz="1400" kern="1200"/>
            <a:t>Preis</a:t>
          </a:r>
          <a:endParaRPr lang="de-DE" sz="1400" kern="1200" dirty="0"/>
        </a:p>
      </dsp:txBody>
      <dsp:txXfrm>
        <a:off x="3210007" y="2050461"/>
        <a:ext cx="1286690" cy="1443758"/>
      </dsp:txXfrm>
    </dsp:sp>
    <dsp:sp modelId="{715BC2CC-5BBA-45AA-BF3B-C215599B7731}">
      <dsp:nvSpPr>
        <dsp:cNvPr id="0" name=""/>
        <dsp:cNvSpPr/>
      </dsp:nvSpPr>
      <dsp:spPr>
        <a:xfrm>
          <a:off x="3178376" y="3260381"/>
          <a:ext cx="1349952" cy="43331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0" rIns="17780" bIns="0" numCol="1" spcCol="1270" anchor="ctr" anchorCtr="0">
          <a:noAutofit/>
        </a:bodyPr>
        <a:lstStyle/>
        <a:p>
          <a:pPr marL="0" lvl="0" indent="0" algn="l" defTabSz="622300">
            <a:lnSpc>
              <a:spcPct val="150000"/>
            </a:lnSpc>
            <a:spcBef>
              <a:spcPct val="0"/>
            </a:spcBef>
            <a:spcAft>
              <a:spcPct val="35000"/>
            </a:spcAft>
            <a:buNone/>
          </a:pPr>
          <a:r>
            <a:rPr lang="de-DE" sz="1400" b="1" kern="1200"/>
            <a:t>Rechnung</a:t>
          </a:r>
          <a:endParaRPr lang="de-DE" sz="1400" b="1" kern="1200" dirty="0"/>
        </a:p>
      </dsp:txBody>
      <dsp:txXfrm>
        <a:off x="3178376" y="3260381"/>
        <a:ext cx="950670" cy="433315"/>
      </dsp:txXfrm>
    </dsp:sp>
    <dsp:sp modelId="{1137495A-B520-4E34-80E3-4FB282A38403}">
      <dsp:nvSpPr>
        <dsp:cNvPr id="0" name=""/>
        <dsp:cNvSpPr/>
      </dsp:nvSpPr>
      <dsp:spPr>
        <a:xfrm>
          <a:off x="4167235" y="3329209"/>
          <a:ext cx="472483" cy="472483"/>
        </a:xfrm>
        <a:prstGeom prst="ellipse">
          <a:avLst/>
        </a:prstGeom>
        <a:blipFill rotWithShape="1">
          <a:blip xmlns:r="http://schemas.openxmlformats.org/officeDocument/2006/relationships"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a:stretch>
            <a:fillRect l="-15000" r="-15000"/>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B4683-447F-4C88-A1E9-43772B485815}">
      <dsp:nvSpPr>
        <dsp:cNvPr id="0" name=""/>
        <dsp:cNvSpPr/>
      </dsp:nvSpPr>
      <dsp:spPr>
        <a:xfrm rot="10800000">
          <a:off x="1347801" y="1338"/>
          <a:ext cx="4231195" cy="1128198"/>
        </a:xfrm>
        <a:prstGeom prst="homePlat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dirty="0"/>
            <a:t>Bearbeitung, Erfassung und Anzeige der Daten mit Hilfe von Formularen</a:t>
          </a:r>
        </a:p>
      </dsp:txBody>
      <dsp:txXfrm rot="10800000">
        <a:off x="1629850" y="1338"/>
        <a:ext cx="3949146" cy="1128198"/>
      </dsp:txXfrm>
    </dsp:sp>
    <dsp:sp modelId="{354472A1-A70D-4389-AC16-52FA7E62DDE9}">
      <dsp:nvSpPr>
        <dsp:cNvPr id="0" name=""/>
        <dsp:cNvSpPr/>
      </dsp:nvSpPr>
      <dsp:spPr>
        <a:xfrm>
          <a:off x="783702" y="1338"/>
          <a:ext cx="1128198" cy="1128198"/>
        </a:xfrm>
        <a:prstGeom prst="ellipse">
          <a:avLst/>
        </a:prstGeom>
        <a:blipFill rotWithShape="1">
          <a:blip xmlns:r="http://schemas.openxmlformats.org/officeDocument/2006/relationships" r:embed="rId1"/>
          <a:srcRect/>
          <a:stretch>
            <a:fillRect l="-3000" r="-3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EE0AEB5B-CF3F-42A9-A3C1-A3D630ED9F98}">
      <dsp:nvSpPr>
        <dsp:cNvPr id="0" name=""/>
        <dsp:cNvSpPr/>
      </dsp:nvSpPr>
      <dsp:spPr>
        <a:xfrm rot="10800000">
          <a:off x="1347801" y="1466313"/>
          <a:ext cx="4231195" cy="1128198"/>
        </a:xfrm>
        <a:prstGeom prst="homePlate">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a:t>Zusammenfassen und Auswerten von Daten in Form von Berichten</a:t>
          </a:r>
        </a:p>
      </dsp:txBody>
      <dsp:txXfrm rot="10800000">
        <a:off x="1629850" y="1466313"/>
        <a:ext cx="3949146" cy="1128198"/>
      </dsp:txXfrm>
    </dsp:sp>
    <dsp:sp modelId="{8ACAA288-6279-4354-8AB6-8023460A10EC}">
      <dsp:nvSpPr>
        <dsp:cNvPr id="0" name=""/>
        <dsp:cNvSpPr/>
      </dsp:nvSpPr>
      <dsp:spPr>
        <a:xfrm>
          <a:off x="783702" y="1466313"/>
          <a:ext cx="1128198" cy="1128198"/>
        </a:xfrm>
        <a:prstGeom prst="ellipse">
          <a:avLst/>
        </a:prstGeom>
        <a:blipFill rotWithShape="1">
          <a:blip xmlns:r="http://schemas.openxmlformats.org/officeDocument/2006/relationships" r:embed="rId2"/>
          <a:srcRect/>
          <a:stretch>
            <a:fillRect/>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AF0D751D-3D6A-4034-AD67-81F6562042EA}">
      <dsp:nvSpPr>
        <dsp:cNvPr id="0" name=""/>
        <dsp:cNvSpPr/>
      </dsp:nvSpPr>
      <dsp:spPr>
        <a:xfrm rot="10800000">
          <a:off x="1347801" y="2931287"/>
          <a:ext cx="4231195" cy="1128198"/>
        </a:xfrm>
        <a:prstGeom prst="homePlat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7504" tIns="83820" rIns="156464" bIns="83820" numCol="1" spcCol="1270" anchor="ctr" anchorCtr="0">
          <a:noAutofit/>
        </a:bodyPr>
        <a:lstStyle/>
        <a:p>
          <a:pPr marL="0" lvl="0" indent="0" algn="ctr" defTabSz="977900">
            <a:lnSpc>
              <a:spcPct val="90000"/>
            </a:lnSpc>
            <a:spcBef>
              <a:spcPct val="0"/>
            </a:spcBef>
            <a:spcAft>
              <a:spcPct val="35000"/>
            </a:spcAft>
            <a:buNone/>
          </a:pPr>
          <a:r>
            <a:rPr lang="de-DE" sz="2200" kern="1200" dirty="0"/>
            <a:t>Tabellen einer Datenbank können durch Abfragen manipuliert werden</a:t>
          </a:r>
        </a:p>
      </dsp:txBody>
      <dsp:txXfrm rot="10800000">
        <a:off x="1629850" y="2931287"/>
        <a:ext cx="3949146" cy="1128198"/>
      </dsp:txXfrm>
    </dsp:sp>
    <dsp:sp modelId="{1C7929BB-E52C-498F-8172-4974D60059F2}">
      <dsp:nvSpPr>
        <dsp:cNvPr id="0" name=""/>
        <dsp:cNvSpPr/>
      </dsp:nvSpPr>
      <dsp:spPr>
        <a:xfrm>
          <a:off x="783702" y="2931287"/>
          <a:ext cx="1128198" cy="1128198"/>
        </a:xfrm>
        <a:prstGeom prst="ellipse">
          <a:avLst/>
        </a:prstGeom>
        <a:blipFill rotWithShape="1">
          <a:blip xmlns:r="http://schemas.openxmlformats.org/officeDocument/2006/relationships" r:embed="rId3"/>
          <a:srcRect/>
          <a:stretch>
            <a:fillRect/>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C4F679-CF90-42AD-A878-1C594890E07B}">
      <dsp:nvSpPr>
        <dsp:cNvPr id="0" name=""/>
        <dsp:cNvSpPr/>
      </dsp:nvSpPr>
      <dsp:spPr>
        <a:xfrm>
          <a:off x="0" y="525256"/>
          <a:ext cx="1549962" cy="929977"/>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Datenspeicherung und -manipulation</a:t>
          </a:r>
        </a:p>
      </dsp:txBody>
      <dsp:txXfrm>
        <a:off x="0" y="525256"/>
        <a:ext cx="1549962" cy="929977"/>
      </dsp:txXfrm>
    </dsp:sp>
    <dsp:sp modelId="{588079B1-CBCC-49A6-8E43-412BE5BA7281}">
      <dsp:nvSpPr>
        <dsp:cNvPr id="0" name=""/>
        <dsp:cNvSpPr/>
      </dsp:nvSpPr>
      <dsp:spPr>
        <a:xfrm>
          <a:off x="1704958" y="525256"/>
          <a:ext cx="1549962" cy="929977"/>
        </a:xfrm>
        <a:prstGeom prst="rect">
          <a:avLst/>
        </a:prstGeom>
        <a:gradFill rotWithShape="0">
          <a:gsLst>
            <a:gs pos="0">
              <a:schemeClr val="accent2">
                <a:hueOff val="-363841"/>
                <a:satOff val="-20982"/>
                <a:lumOff val="2157"/>
                <a:alphaOff val="0"/>
                <a:lumMod val="110000"/>
                <a:satMod val="105000"/>
                <a:tint val="67000"/>
              </a:schemeClr>
            </a:gs>
            <a:gs pos="50000">
              <a:schemeClr val="accent2">
                <a:hueOff val="-363841"/>
                <a:satOff val="-20982"/>
                <a:lumOff val="2157"/>
                <a:alphaOff val="0"/>
                <a:lumMod val="105000"/>
                <a:satMod val="103000"/>
                <a:tint val="73000"/>
              </a:schemeClr>
            </a:gs>
            <a:gs pos="100000">
              <a:schemeClr val="accent2">
                <a:hueOff val="-363841"/>
                <a:satOff val="-20982"/>
                <a:lumOff val="215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Gewährleistung des Zugriffs auf die Daten (Berechtigung)</a:t>
          </a:r>
        </a:p>
      </dsp:txBody>
      <dsp:txXfrm>
        <a:off x="1704958" y="525256"/>
        <a:ext cx="1549962" cy="929977"/>
      </dsp:txXfrm>
    </dsp:sp>
    <dsp:sp modelId="{C6A42B01-49F4-4308-8382-16B3E5E6585D}">
      <dsp:nvSpPr>
        <dsp:cNvPr id="0" name=""/>
        <dsp:cNvSpPr/>
      </dsp:nvSpPr>
      <dsp:spPr>
        <a:xfrm>
          <a:off x="3409916" y="525256"/>
          <a:ext cx="1549962" cy="929977"/>
        </a:xfrm>
        <a:prstGeom prst="rect">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a:t>optimale Ausnutzung des Speichers</a:t>
          </a:r>
        </a:p>
      </dsp:txBody>
      <dsp:txXfrm>
        <a:off x="3409916" y="525256"/>
        <a:ext cx="1549962" cy="929977"/>
      </dsp:txXfrm>
    </dsp:sp>
    <dsp:sp modelId="{56E603E3-A263-4406-AA92-30AB7621C573}">
      <dsp:nvSpPr>
        <dsp:cNvPr id="0" name=""/>
        <dsp:cNvSpPr/>
      </dsp:nvSpPr>
      <dsp:spPr>
        <a:xfrm>
          <a:off x="852479" y="1610229"/>
          <a:ext cx="1549962" cy="929977"/>
        </a:xfrm>
        <a:prstGeom prst="rect">
          <a:avLst/>
        </a:prstGeom>
        <a:gradFill rotWithShape="0">
          <a:gsLst>
            <a:gs pos="0">
              <a:schemeClr val="accent2">
                <a:hueOff val="-1091522"/>
                <a:satOff val="-62946"/>
                <a:lumOff val="6471"/>
                <a:alphaOff val="0"/>
                <a:lumMod val="110000"/>
                <a:satMod val="105000"/>
                <a:tint val="67000"/>
              </a:schemeClr>
            </a:gs>
            <a:gs pos="50000">
              <a:schemeClr val="accent2">
                <a:hueOff val="-1091522"/>
                <a:satOff val="-62946"/>
                <a:lumOff val="6471"/>
                <a:alphaOff val="0"/>
                <a:lumMod val="105000"/>
                <a:satMod val="103000"/>
                <a:tint val="73000"/>
              </a:schemeClr>
            </a:gs>
            <a:gs pos="100000">
              <a:schemeClr val="accent2">
                <a:hueOff val="-1091522"/>
                <a:satOff val="-62946"/>
                <a:lumOff val="647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Gewährleistung der Datensicherheit und des Datenschutzes</a:t>
          </a:r>
        </a:p>
      </dsp:txBody>
      <dsp:txXfrm>
        <a:off x="852479" y="1610229"/>
        <a:ext cx="1549962" cy="929977"/>
      </dsp:txXfrm>
    </dsp:sp>
    <dsp:sp modelId="{77CD2B97-E0FB-4864-A17F-3BC508630226}">
      <dsp:nvSpPr>
        <dsp:cNvPr id="0" name=""/>
        <dsp:cNvSpPr/>
      </dsp:nvSpPr>
      <dsp:spPr>
        <a:xfrm>
          <a:off x="2557437" y="1610229"/>
          <a:ext cx="1549962" cy="929977"/>
        </a:xfrm>
        <a:prstGeom prst="rect">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de-DE" sz="1400" kern="1200" dirty="0"/>
            <a:t>effiziente und fehlerfreie Speicherung</a:t>
          </a:r>
        </a:p>
      </dsp:txBody>
      <dsp:txXfrm>
        <a:off x="2557437" y="1610229"/>
        <a:ext cx="1549962" cy="9299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5AF4C2-8B2C-4A64-90F1-458660509BCA}">
      <dsp:nvSpPr>
        <dsp:cNvPr id="0" name=""/>
        <dsp:cNvSpPr/>
      </dsp:nvSpPr>
      <dsp:spPr>
        <a:xfrm>
          <a:off x="0" y="0"/>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Externe Datensicht:</a:t>
          </a:r>
        </a:p>
      </dsp:txBody>
      <dsp:txXfrm>
        <a:off x="28529" y="28529"/>
        <a:ext cx="4853505" cy="527357"/>
      </dsp:txXfrm>
    </dsp:sp>
    <dsp:sp modelId="{0959260B-1012-4ABB-AA66-2EEBFDD9DC69}">
      <dsp:nvSpPr>
        <dsp:cNvPr id="0" name=""/>
        <dsp:cNvSpPr/>
      </dsp:nvSpPr>
      <dsp:spPr>
        <a:xfrm>
          <a:off x="0" y="585770"/>
          <a:ext cx="4910563" cy="1117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Benutzersicht Anwender und Administratoren</a:t>
          </a:r>
        </a:p>
        <a:p>
          <a:pPr marL="171450" lvl="1" indent="-171450" algn="l" defTabSz="800100">
            <a:lnSpc>
              <a:spcPct val="90000"/>
            </a:lnSpc>
            <a:spcBef>
              <a:spcPct val="0"/>
            </a:spcBef>
            <a:spcAft>
              <a:spcPct val="20000"/>
            </a:spcAft>
            <a:buChar char="•"/>
          </a:pPr>
          <a:r>
            <a:rPr lang="de-DE" sz="1800" kern="1200" dirty="0"/>
            <a:t>Anwendungsprogramme, die über Dienstprogramme direkt auf die Datenbank zugreifen (SQL)</a:t>
          </a:r>
        </a:p>
      </dsp:txBody>
      <dsp:txXfrm>
        <a:off x="0" y="585770"/>
        <a:ext cx="4910563" cy="1117799"/>
      </dsp:txXfrm>
    </dsp:sp>
    <dsp:sp modelId="{D80B1289-7FFF-4718-8392-8DC7D16146D5}">
      <dsp:nvSpPr>
        <dsp:cNvPr id="0" name=""/>
        <dsp:cNvSpPr/>
      </dsp:nvSpPr>
      <dsp:spPr>
        <a:xfrm>
          <a:off x="0" y="1703570"/>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Konzeptionelle Datensicht:</a:t>
          </a:r>
        </a:p>
      </dsp:txBody>
      <dsp:txXfrm>
        <a:off x="28529" y="1732099"/>
        <a:ext cx="4853505" cy="527357"/>
      </dsp:txXfrm>
    </dsp:sp>
    <dsp:sp modelId="{29AA1B40-5632-487A-860C-193FEE76FA74}">
      <dsp:nvSpPr>
        <dsp:cNvPr id="0" name=""/>
        <dsp:cNvSpPr/>
      </dsp:nvSpPr>
      <dsp:spPr>
        <a:xfrm>
          <a:off x="0" y="2287985"/>
          <a:ext cx="4910563" cy="558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Gesamtstruktur der Daten, ihre Eigenschaften sowie ihre Beziehungen untereinander </a:t>
          </a:r>
        </a:p>
      </dsp:txBody>
      <dsp:txXfrm>
        <a:off x="0" y="2287985"/>
        <a:ext cx="4910563" cy="558899"/>
      </dsp:txXfrm>
    </dsp:sp>
    <dsp:sp modelId="{0ABAFC61-A36B-4E62-8865-C82067631C38}">
      <dsp:nvSpPr>
        <dsp:cNvPr id="0" name=""/>
        <dsp:cNvSpPr/>
      </dsp:nvSpPr>
      <dsp:spPr>
        <a:xfrm>
          <a:off x="0" y="2846884"/>
          <a:ext cx="4910563" cy="5844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de-DE" sz="2400" kern="1200"/>
            <a:t>Interne Datensicht:</a:t>
          </a:r>
        </a:p>
      </dsp:txBody>
      <dsp:txXfrm>
        <a:off x="28529" y="2875413"/>
        <a:ext cx="4853505" cy="527357"/>
      </dsp:txXfrm>
    </dsp:sp>
    <dsp:sp modelId="{48AF15E3-A052-4B04-9BD6-8472B535921D}">
      <dsp:nvSpPr>
        <dsp:cNvPr id="0" name=""/>
        <dsp:cNvSpPr/>
      </dsp:nvSpPr>
      <dsp:spPr>
        <a:xfrm>
          <a:off x="0" y="3431300"/>
          <a:ext cx="4910563" cy="866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91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de-DE" sz="1800" kern="1200"/>
            <a:t>physische Speicherung der Daten (in Tabellen)</a:t>
          </a:r>
        </a:p>
        <a:p>
          <a:pPr marL="171450" lvl="1" indent="-171450" algn="l" defTabSz="800100">
            <a:lnSpc>
              <a:spcPct val="90000"/>
            </a:lnSpc>
            <a:spcBef>
              <a:spcPct val="0"/>
            </a:spcBef>
            <a:spcAft>
              <a:spcPct val="20000"/>
            </a:spcAft>
            <a:buChar char="•"/>
          </a:pPr>
          <a:r>
            <a:rPr lang="de-DE" sz="1800" kern="1200"/>
            <a:t>Speicherung erfolgt unabhängig von einer Anwendung</a:t>
          </a:r>
        </a:p>
      </dsp:txBody>
      <dsp:txXfrm>
        <a:off x="0" y="3431300"/>
        <a:ext cx="4910563" cy="8662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AB9EA-177A-4BF2-ADC9-C1974415790F}">
      <dsp:nvSpPr>
        <dsp:cNvPr id="0" name=""/>
        <dsp:cNvSpPr/>
      </dsp:nvSpPr>
      <dsp:spPr>
        <a:xfrm>
          <a:off x="2468880" y="464"/>
          <a:ext cx="3703320" cy="585034"/>
        </a:xfrm>
        <a:prstGeom prst="rightArrow">
          <a:avLst>
            <a:gd name="adj1" fmla="val 75000"/>
            <a:gd name="adj2" fmla="val 50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anwendungsneutral</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offene Schnittstelle</a:t>
          </a:r>
        </a:p>
      </dsp:txBody>
      <dsp:txXfrm>
        <a:off x="2468880" y="73593"/>
        <a:ext cx="3483932" cy="438776"/>
      </dsp:txXfrm>
    </dsp:sp>
    <dsp:sp modelId="{DF23C2B4-C6E6-4EBC-B6D1-04531735160D}">
      <dsp:nvSpPr>
        <dsp:cNvPr id="0" name=""/>
        <dsp:cNvSpPr/>
      </dsp:nvSpPr>
      <dsp:spPr>
        <a:xfrm>
          <a:off x="0" y="464"/>
          <a:ext cx="2468880" cy="585034"/>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Datenunabhängigkeit</a:t>
          </a:r>
        </a:p>
      </dsp:txBody>
      <dsp:txXfrm>
        <a:off x="28559" y="29023"/>
        <a:ext cx="2411762" cy="527916"/>
      </dsp:txXfrm>
    </dsp:sp>
    <dsp:sp modelId="{D8555749-8245-48D9-A380-C92EAA70A16C}">
      <dsp:nvSpPr>
        <dsp:cNvPr id="0" name=""/>
        <dsp:cNvSpPr/>
      </dsp:nvSpPr>
      <dsp:spPr>
        <a:xfrm>
          <a:off x="2468880" y="644001"/>
          <a:ext cx="3703320" cy="585034"/>
        </a:xfrm>
        <a:prstGeom prst="rightArrow">
          <a:avLst>
            <a:gd name="adj1" fmla="val 75000"/>
            <a:gd name="adj2" fmla="val 50000"/>
          </a:avLst>
        </a:prstGeom>
        <a:solidFill>
          <a:schemeClr val="accent5">
            <a:tint val="40000"/>
            <a:alpha val="90000"/>
            <a:hueOff val="-1478351"/>
            <a:satOff val="-2563"/>
            <a:lumOff val="-258"/>
            <a:alphaOff val="0"/>
          </a:schemeClr>
        </a:solidFill>
        <a:ln w="6350" cap="flat" cmpd="sng" algn="ctr">
          <a:solidFill>
            <a:schemeClr val="accent5">
              <a:tint val="40000"/>
              <a:alpha val="90000"/>
              <a:hueOff val="-1478351"/>
              <a:satOff val="-2563"/>
              <a:lumOff val="-25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möglichst viele parallele Abfragen möglich</a:t>
          </a:r>
        </a:p>
        <a:p>
          <a:pPr marL="114300" lvl="1" indent="-114300" algn="l" defTabSz="533400">
            <a:lnSpc>
              <a:spcPct val="90000"/>
            </a:lnSpc>
            <a:spcBef>
              <a:spcPct val="0"/>
            </a:spcBef>
            <a:spcAft>
              <a:spcPct val="15000"/>
            </a:spcAft>
            <a:buChar char="•"/>
          </a:pPr>
          <a:r>
            <a:rPr lang="de-DE" sz="1200" kern="1200" dirty="0">
              <a:latin typeface="Arial" panose="020B0604020202020204" pitchFamily="34" charset="0"/>
              <a:cs typeface="Arial" panose="020B0604020202020204" pitchFamily="34" charset="0"/>
            </a:rPr>
            <a:t>resistent gegen Überlastung</a:t>
          </a:r>
        </a:p>
      </dsp:txBody>
      <dsp:txXfrm>
        <a:off x="2468880" y="717130"/>
        <a:ext cx="3483932" cy="438776"/>
      </dsp:txXfrm>
    </dsp:sp>
    <dsp:sp modelId="{D621EEE3-C56B-4B71-830B-BD8F4CD5A502}">
      <dsp:nvSpPr>
        <dsp:cNvPr id="0" name=""/>
        <dsp:cNvSpPr/>
      </dsp:nvSpPr>
      <dsp:spPr>
        <a:xfrm>
          <a:off x="0" y="644001"/>
          <a:ext cx="2468880" cy="585034"/>
        </a:xfrm>
        <a:prstGeom prst="roundRect">
          <a:avLst/>
        </a:prstGeom>
        <a:gradFill rotWithShape="0">
          <a:gsLst>
            <a:gs pos="0">
              <a:schemeClr val="accent5">
                <a:hueOff val="-1470669"/>
                <a:satOff val="-2046"/>
                <a:lumOff val="-784"/>
                <a:alphaOff val="0"/>
                <a:lumMod val="110000"/>
                <a:satMod val="105000"/>
                <a:tint val="67000"/>
              </a:schemeClr>
            </a:gs>
            <a:gs pos="50000">
              <a:schemeClr val="accent5">
                <a:hueOff val="-1470669"/>
                <a:satOff val="-2046"/>
                <a:lumOff val="-784"/>
                <a:alphaOff val="0"/>
                <a:lumMod val="105000"/>
                <a:satMod val="103000"/>
                <a:tint val="73000"/>
              </a:schemeClr>
            </a:gs>
            <a:gs pos="100000">
              <a:schemeClr val="accent5">
                <a:hueOff val="-1470669"/>
                <a:satOff val="-2046"/>
                <a:lumOff val="-78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Mehrfachzugriff</a:t>
          </a:r>
        </a:p>
      </dsp:txBody>
      <dsp:txXfrm>
        <a:off x="28559" y="672560"/>
        <a:ext cx="2411762" cy="527916"/>
      </dsp:txXfrm>
    </dsp:sp>
    <dsp:sp modelId="{9C385061-6601-4631-9341-D0B1FB795280}">
      <dsp:nvSpPr>
        <dsp:cNvPr id="0" name=""/>
        <dsp:cNvSpPr/>
      </dsp:nvSpPr>
      <dsp:spPr>
        <a:xfrm>
          <a:off x="2468880" y="1287539"/>
          <a:ext cx="3703320" cy="585034"/>
        </a:xfrm>
        <a:prstGeom prst="rightArrow">
          <a:avLst>
            <a:gd name="adj1" fmla="val 75000"/>
            <a:gd name="adj2" fmla="val 50000"/>
          </a:avLst>
        </a:prstGeom>
        <a:solidFill>
          <a:schemeClr val="accent5">
            <a:tint val="40000"/>
            <a:alpha val="90000"/>
            <a:hueOff val="-2956702"/>
            <a:satOff val="-5126"/>
            <a:lumOff val="-516"/>
            <a:alphaOff val="0"/>
          </a:schemeClr>
        </a:solidFill>
        <a:ln w="6350" cap="flat" cmpd="sng" algn="ctr">
          <a:solidFill>
            <a:schemeClr val="accent5">
              <a:tint val="40000"/>
              <a:alpha val="90000"/>
              <a:hueOff val="-2956702"/>
              <a:satOff val="-5126"/>
              <a:lumOff val="-51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Zugriffsberechtigung</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getrennte Sichten</a:t>
          </a:r>
        </a:p>
      </dsp:txBody>
      <dsp:txXfrm>
        <a:off x="2468880" y="1360668"/>
        <a:ext cx="3483932" cy="438776"/>
      </dsp:txXfrm>
    </dsp:sp>
    <dsp:sp modelId="{9B2A4F4A-60F9-4847-B2CF-0CC41845F9D2}">
      <dsp:nvSpPr>
        <dsp:cNvPr id="0" name=""/>
        <dsp:cNvSpPr/>
      </dsp:nvSpPr>
      <dsp:spPr>
        <a:xfrm>
          <a:off x="0" y="1287539"/>
          <a:ext cx="2468880" cy="585034"/>
        </a:xfrm>
        <a:prstGeom prst="roundRect">
          <a:avLst/>
        </a:prstGeom>
        <a:gradFill rotWithShape="0">
          <a:gsLst>
            <a:gs pos="0">
              <a:schemeClr val="accent5">
                <a:hueOff val="-2941338"/>
                <a:satOff val="-4091"/>
                <a:lumOff val="-1569"/>
                <a:alphaOff val="0"/>
                <a:lumMod val="110000"/>
                <a:satMod val="105000"/>
                <a:tint val="67000"/>
              </a:schemeClr>
            </a:gs>
            <a:gs pos="50000">
              <a:schemeClr val="accent5">
                <a:hueOff val="-2941338"/>
                <a:satOff val="-4091"/>
                <a:lumOff val="-1569"/>
                <a:alphaOff val="0"/>
                <a:lumMod val="105000"/>
                <a:satMod val="103000"/>
                <a:tint val="73000"/>
              </a:schemeClr>
            </a:gs>
            <a:gs pos="100000">
              <a:schemeClr val="accent5">
                <a:hueOff val="-2941338"/>
                <a:satOff val="-4091"/>
                <a:lumOff val="-156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Datenschutz</a:t>
          </a:r>
        </a:p>
      </dsp:txBody>
      <dsp:txXfrm>
        <a:off x="28559" y="1316098"/>
        <a:ext cx="2411762" cy="527916"/>
      </dsp:txXfrm>
    </dsp:sp>
    <dsp:sp modelId="{052D6B06-9FDE-4632-B252-543740621EAF}">
      <dsp:nvSpPr>
        <dsp:cNvPr id="0" name=""/>
        <dsp:cNvSpPr/>
      </dsp:nvSpPr>
      <dsp:spPr>
        <a:xfrm>
          <a:off x="2468880" y="1931076"/>
          <a:ext cx="3703320" cy="585034"/>
        </a:xfrm>
        <a:prstGeom prst="rightArrow">
          <a:avLst>
            <a:gd name="adj1" fmla="val 75000"/>
            <a:gd name="adj2" fmla="val 50000"/>
          </a:avLst>
        </a:prstGeom>
        <a:solidFill>
          <a:schemeClr val="accent5">
            <a:tint val="40000"/>
            <a:alpha val="90000"/>
            <a:hueOff val="-4435053"/>
            <a:satOff val="-7690"/>
            <a:lumOff val="-773"/>
            <a:alphaOff val="0"/>
          </a:schemeClr>
        </a:solidFill>
        <a:ln w="6350" cap="flat" cmpd="sng" algn="ctr">
          <a:solidFill>
            <a:schemeClr val="accent5">
              <a:tint val="40000"/>
              <a:alpha val="90000"/>
              <a:hueOff val="-4435053"/>
              <a:satOff val="-7690"/>
              <a:lumOff val="-77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dirty="0" err="1">
              <a:latin typeface="Arial" panose="020B0604020202020204" pitchFamily="34" charset="0"/>
              <a:cs typeface="Arial" panose="020B0604020202020204" pitchFamily="34" charset="0"/>
            </a:rPr>
            <a:t>recovery</a:t>
          </a:r>
          <a:r>
            <a:rPr lang="de-DE" sz="1200" kern="1200" dirty="0">
              <a:latin typeface="Arial" panose="020B0604020202020204" pitchFamily="34" charset="0"/>
              <a:cs typeface="Arial" panose="020B0604020202020204" pitchFamily="34" charset="0"/>
            </a:rPr>
            <a:t> nach Störungsfall</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Speicherung langlebiger Daten (Datenpersistenz)</a:t>
          </a:r>
        </a:p>
      </dsp:txBody>
      <dsp:txXfrm>
        <a:off x="2468880" y="2004205"/>
        <a:ext cx="3483932" cy="438776"/>
      </dsp:txXfrm>
    </dsp:sp>
    <dsp:sp modelId="{E903F49D-CD7B-4897-8963-0DE39D5C561E}">
      <dsp:nvSpPr>
        <dsp:cNvPr id="0" name=""/>
        <dsp:cNvSpPr/>
      </dsp:nvSpPr>
      <dsp:spPr>
        <a:xfrm>
          <a:off x="0" y="1931076"/>
          <a:ext cx="2468880" cy="585034"/>
        </a:xfrm>
        <a:prstGeom prst="roundRect">
          <a:avLst/>
        </a:prstGeom>
        <a:gradFill rotWithShape="0">
          <a:gsLst>
            <a:gs pos="0">
              <a:schemeClr val="accent5">
                <a:hueOff val="-4412007"/>
                <a:satOff val="-6137"/>
                <a:lumOff val="-2353"/>
                <a:alphaOff val="0"/>
                <a:lumMod val="110000"/>
                <a:satMod val="105000"/>
                <a:tint val="67000"/>
              </a:schemeClr>
            </a:gs>
            <a:gs pos="50000">
              <a:schemeClr val="accent5">
                <a:hueOff val="-4412007"/>
                <a:satOff val="-6137"/>
                <a:lumOff val="-2353"/>
                <a:alphaOff val="0"/>
                <a:lumMod val="105000"/>
                <a:satMod val="103000"/>
                <a:tint val="73000"/>
              </a:schemeClr>
            </a:gs>
            <a:gs pos="100000">
              <a:schemeClr val="accent5">
                <a:hueOff val="-4412007"/>
                <a:satOff val="-6137"/>
                <a:lumOff val="-235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Datensicherheit</a:t>
          </a:r>
        </a:p>
      </dsp:txBody>
      <dsp:txXfrm>
        <a:off x="28559" y="1959635"/>
        <a:ext cx="2411762" cy="527916"/>
      </dsp:txXfrm>
    </dsp:sp>
    <dsp:sp modelId="{21372674-C78F-426C-8495-9B1D48B0A596}">
      <dsp:nvSpPr>
        <dsp:cNvPr id="0" name=""/>
        <dsp:cNvSpPr/>
      </dsp:nvSpPr>
      <dsp:spPr>
        <a:xfrm>
          <a:off x="2468880" y="2574614"/>
          <a:ext cx="3703320" cy="585034"/>
        </a:xfrm>
        <a:prstGeom prst="rightArrow">
          <a:avLst>
            <a:gd name="adj1" fmla="val 75000"/>
            <a:gd name="adj2" fmla="val 50000"/>
          </a:avLst>
        </a:prstGeom>
        <a:solidFill>
          <a:schemeClr val="accent5">
            <a:tint val="40000"/>
            <a:alpha val="90000"/>
            <a:hueOff val="-5913404"/>
            <a:satOff val="-10253"/>
            <a:lumOff val="-1031"/>
            <a:alphaOff val="0"/>
          </a:schemeClr>
        </a:solidFill>
        <a:ln w="6350" cap="flat" cmpd="sng" algn="ctr">
          <a:solidFill>
            <a:schemeClr val="accent5">
              <a:tint val="40000"/>
              <a:alpha val="90000"/>
              <a:hueOff val="-5913404"/>
              <a:satOff val="-10253"/>
              <a:lumOff val="-103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Daten sind vollständig erfasst (Prüfung)</a:t>
          </a:r>
        </a:p>
        <a:p>
          <a:pPr marL="114300" lvl="1" indent="-114300" algn="l" defTabSz="533400">
            <a:lnSpc>
              <a:spcPct val="90000"/>
            </a:lnSpc>
            <a:spcBef>
              <a:spcPct val="0"/>
            </a:spcBef>
            <a:spcAft>
              <a:spcPct val="15000"/>
            </a:spcAft>
            <a:buChar char="•"/>
          </a:pPr>
          <a:r>
            <a:rPr lang="de-DE" sz="1200" kern="1200">
              <a:latin typeface="Arial" panose="020B0604020202020204" pitchFamily="34" charset="0"/>
              <a:cs typeface="Arial" panose="020B0604020202020204" pitchFamily="34" charset="0"/>
            </a:rPr>
            <a:t>Daten sind korrekt und widerspruchsfrei</a:t>
          </a:r>
        </a:p>
      </dsp:txBody>
      <dsp:txXfrm>
        <a:off x="2468880" y="2647743"/>
        <a:ext cx="3483932" cy="438776"/>
      </dsp:txXfrm>
    </dsp:sp>
    <dsp:sp modelId="{C0F8261C-2C70-4189-B893-F6BF467D0A22}">
      <dsp:nvSpPr>
        <dsp:cNvPr id="0" name=""/>
        <dsp:cNvSpPr/>
      </dsp:nvSpPr>
      <dsp:spPr>
        <a:xfrm>
          <a:off x="0" y="2574614"/>
          <a:ext cx="2468880" cy="585034"/>
        </a:xfrm>
        <a:prstGeom prst="roundRect">
          <a:avLst/>
        </a:prstGeom>
        <a:gradFill rotWithShape="0">
          <a:gsLst>
            <a:gs pos="0">
              <a:schemeClr val="accent5">
                <a:hueOff val="-5882676"/>
                <a:satOff val="-8182"/>
                <a:lumOff val="-3138"/>
                <a:alphaOff val="0"/>
                <a:lumMod val="110000"/>
                <a:satMod val="105000"/>
                <a:tint val="67000"/>
              </a:schemeClr>
            </a:gs>
            <a:gs pos="50000">
              <a:schemeClr val="accent5">
                <a:hueOff val="-5882676"/>
                <a:satOff val="-8182"/>
                <a:lumOff val="-3138"/>
                <a:alphaOff val="0"/>
                <a:lumMod val="105000"/>
                <a:satMod val="103000"/>
                <a:tint val="73000"/>
              </a:schemeClr>
            </a:gs>
            <a:gs pos="100000">
              <a:schemeClr val="accent5">
                <a:hueOff val="-5882676"/>
                <a:satOff val="-8182"/>
                <a:lumOff val="-313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Datenintegrität</a:t>
          </a:r>
        </a:p>
      </dsp:txBody>
      <dsp:txXfrm>
        <a:off x="28559" y="2603173"/>
        <a:ext cx="2411762" cy="527916"/>
      </dsp:txXfrm>
    </dsp:sp>
    <dsp:sp modelId="{AB4BD3CB-231A-4926-BBFF-86C53488B34D}">
      <dsp:nvSpPr>
        <dsp:cNvPr id="0" name=""/>
        <dsp:cNvSpPr/>
      </dsp:nvSpPr>
      <dsp:spPr>
        <a:xfrm>
          <a:off x="2468880" y="3218151"/>
          <a:ext cx="3703320" cy="585034"/>
        </a:xfrm>
        <a:prstGeom prst="rightArrow">
          <a:avLst>
            <a:gd name="adj1" fmla="val 75000"/>
            <a:gd name="adj2" fmla="val 50000"/>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de-DE" sz="1200" kern="1200" dirty="0">
              <a:latin typeface="Arial" panose="020B0604020202020204" pitchFamily="34" charset="0"/>
              <a:cs typeface="Arial" panose="020B0604020202020204" pitchFamily="34" charset="0"/>
            </a:rPr>
            <a:t>jedes Datenelement ist nach Möglichkeit nur ein einziges Mal vorhanden</a:t>
          </a:r>
        </a:p>
      </dsp:txBody>
      <dsp:txXfrm>
        <a:off x="2468880" y="3291280"/>
        <a:ext cx="3483932" cy="438776"/>
      </dsp:txXfrm>
    </dsp:sp>
    <dsp:sp modelId="{5B9F81F6-283D-46F6-B153-F5884BB0A601}">
      <dsp:nvSpPr>
        <dsp:cNvPr id="0" name=""/>
        <dsp:cNvSpPr/>
      </dsp:nvSpPr>
      <dsp:spPr>
        <a:xfrm>
          <a:off x="0" y="3218151"/>
          <a:ext cx="2468880" cy="585034"/>
        </a:xfrm>
        <a:prstGeom prst="roundRect">
          <a:avLst/>
        </a:prstGeom>
        <a:gradFill rotWithShape="0">
          <a:gsLst>
            <a:gs pos="0">
              <a:schemeClr val="accent5">
                <a:hueOff val="-7353344"/>
                <a:satOff val="-10228"/>
                <a:lumOff val="-3922"/>
                <a:alphaOff val="0"/>
                <a:lumMod val="110000"/>
                <a:satMod val="105000"/>
                <a:tint val="67000"/>
              </a:schemeClr>
            </a:gs>
            <a:gs pos="50000">
              <a:schemeClr val="accent5">
                <a:hueOff val="-7353344"/>
                <a:satOff val="-10228"/>
                <a:lumOff val="-3922"/>
                <a:alphaOff val="0"/>
                <a:lumMod val="105000"/>
                <a:satMod val="103000"/>
                <a:tint val="73000"/>
              </a:schemeClr>
            </a:gs>
            <a:gs pos="100000">
              <a:schemeClr val="accent5">
                <a:hueOff val="-7353344"/>
                <a:satOff val="-10228"/>
                <a:lumOff val="-392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DE" sz="1700" kern="1200">
              <a:latin typeface="Arial" panose="020B0604020202020204" pitchFamily="34" charset="0"/>
              <a:cs typeface="Arial" panose="020B0604020202020204" pitchFamily="34" charset="0"/>
            </a:rPr>
            <a:t>Redundanzfreiheit</a:t>
          </a:r>
        </a:p>
      </dsp:txBody>
      <dsp:txXfrm>
        <a:off x="28559" y="3246710"/>
        <a:ext cx="2411762" cy="5279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801FF-A8BC-4A70-895F-95F8538AA72B}">
      <dsp:nvSpPr>
        <dsp:cNvPr id="0" name=""/>
        <dsp:cNvSpPr/>
      </dsp:nvSpPr>
      <dsp:spPr>
        <a:xfrm>
          <a:off x="3827093"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052C1F2-1B1D-4B1E-8DA4-759EF2C8EF0C}">
      <dsp:nvSpPr>
        <dsp:cNvPr id="0" name=""/>
        <dsp:cNvSpPr/>
      </dsp:nvSpPr>
      <dsp:spPr>
        <a:xfrm>
          <a:off x="3827093"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6859F49-5CAF-49A3-B800-DED4D28E832B}">
      <dsp:nvSpPr>
        <dsp:cNvPr id="0" name=""/>
        <dsp:cNvSpPr/>
      </dsp:nvSpPr>
      <dsp:spPr>
        <a:xfrm>
          <a:off x="3827093"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6C3C22F-50C7-401B-AA59-08C36F3AD5FF}">
      <dsp:nvSpPr>
        <dsp:cNvPr id="0" name=""/>
        <dsp:cNvSpPr/>
      </dsp:nvSpPr>
      <dsp:spPr>
        <a:xfrm>
          <a:off x="3827093"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30D391-D833-441C-A119-CB8CF75A5DE3}">
      <dsp:nvSpPr>
        <dsp:cNvPr id="0" name=""/>
        <dsp:cNvSpPr/>
      </dsp:nvSpPr>
      <dsp:spPr>
        <a:xfrm>
          <a:off x="3827093"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1953FDB-271D-4ADF-976F-14F165D0B507}">
      <dsp:nvSpPr>
        <dsp:cNvPr id="0" name=""/>
        <dsp:cNvSpPr/>
      </dsp:nvSpPr>
      <dsp:spPr>
        <a:xfrm>
          <a:off x="2370755" y="361032"/>
          <a:ext cx="1744721" cy="151401"/>
        </a:xfrm>
        <a:custGeom>
          <a:avLst/>
          <a:gdLst/>
          <a:ahLst/>
          <a:cxnLst/>
          <a:rect l="0" t="0" r="0" b="0"/>
          <a:pathLst>
            <a:path>
              <a:moveTo>
                <a:pt x="0" y="0"/>
              </a:moveTo>
              <a:lnTo>
                <a:pt x="0" y="75700"/>
              </a:lnTo>
              <a:lnTo>
                <a:pt x="1744721" y="75700"/>
              </a:lnTo>
              <a:lnTo>
                <a:pt x="1744721"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D19C2F-17F6-4DCD-89CD-5E8F22A4790C}">
      <dsp:nvSpPr>
        <dsp:cNvPr id="0" name=""/>
        <dsp:cNvSpPr/>
      </dsp:nvSpPr>
      <dsp:spPr>
        <a:xfrm>
          <a:off x="2954732"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55A33CB-C485-4DB5-A2AE-246CE790321B}">
      <dsp:nvSpPr>
        <dsp:cNvPr id="0" name=""/>
        <dsp:cNvSpPr/>
      </dsp:nvSpPr>
      <dsp:spPr>
        <a:xfrm>
          <a:off x="2954732"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28D9E9-CA05-4B17-9A23-6089D2F985A0}">
      <dsp:nvSpPr>
        <dsp:cNvPr id="0" name=""/>
        <dsp:cNvSpPr/>
      </dsp:nvSpPr>
      <dsp:spPr>
        <a:xfrm>
          <a:off x="2954732"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6F10A2B-D5AE-4D86-B4ED-8CBC8A5C146F}">
      <dsp:nvSpPr>
        <dsp:cNvPr id="0" name=""/>
        <dsp:cNvSpPr/>
      </dsp:nvSpPr>
      <dsp:spPr>
        <a:xfrm>
          <a:off x="2954732"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5BB8BB7-0787-442C-BE1C-E402593ABB57}">
      <dsp:nvSpPr>
        <dsp:cNvPr id="0" name=""/>
        <dsp:cNvSpPr/>
      </dsp:nvSpPr>
      <dsp:spPr>
        <a:xfrm>
          <a:off x="2954732"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8206F9B-7AF6-4652-AB5C-916166CB5354}">
      <dsp:nvSpPr>
        <dsp:cNvPr id="0" name=""/>
        <dsp:cNvSpPr/>
      </dsp:nvSpPr>
      <dsp:spPr>
        <a:xfrm>
          <a:off x="2370755" y="361032"/>
          <a:ext cx="872360" cy="151401"/>
        </a:xfrm>
        <a:custGeom>
          <a:avLst/>
          <a:gdLst/>
          <a:ahLst/>
          <a:cxnLst/>
          <a:rect l="0" t="0" r="0" b="0"/>
          <a:pathLst>
            <a:path>
              <a:moveTo>
                <a:pt x="0" y="0"/>
              </a:moveTo>
              <a:lnTo>
                <a:pt x="0" y="75700"/>
              </a:lnTo>
              <a:lnTo>
                <a:pt x="872360" y="75700"/>
              </a:lnTo>
              <a:lnTo>
                <a:pt x="87236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FD5750D-E42E-4CCF-BE26-0FEB82C8FDFE}">
      <dsp:nvSpPr>
        <dsp:cNvPr id="0" name=""/>
        <dsp:cNvSpPr/>
      </dsp:nvSpPr>
      <dsp:spPr>
        <a:xfrm>
          <a:off x="2082371"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749EA20-C4CF-43FF-A607-AC516B713D48}">
      <dsp:nvSpPr>
        <dsp:cNvPr id="0" name=""/>
        <dsp:cNvSpPr/>
      </dsp:nvSpPr>
      <dsp:spPr>
        <a:xfrm>
          <a:off x="2082371"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E8FD173-7E5A-42E3-A545-2787CC3B6D8A}">
      <dsp:nvSpPr>
        <dsp:cNvPr id="0" name=""/>
        <dsp:cNvSpPr/>
      </dsp:nvSpPr>
      <dsp:spPr>
        <a:xfrm>
          <a:off x="2082371"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DAE45F1-F1F7-4C38-9A4C-62AFA5EAC6CC}">
      <dsp:nvSpPr>
        <dsp:cNvPr id="0" name=""/>
        <dsp:cNvSpPr/>
      </dsp:nvSpPr>
      <dsp:spPr>
        <a:xfrm>
          <a:off x="2325035" y="361032"/>
          <a:ext cx="91440" cy="151401"/>
        </a:xfrm>
        <a:custGeom>
          <a:avLst/>
          <a:gdLst/>
          <a:ahLst/>
          <a:cxnLst/>
          <a:rect l="0" t="0" r="0" b="0"/>
          <a:pathLst>
            <a:path>
              <a:moveTo>
                <a:pt x="45720" y="0"/>
              </a:moveTo>
              <a:lnTo>
                <a:pt x="4572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104CC0E-926A-4D4E-8186-6E2AFDD1B9E9}">
      <dsp:nvSpPr>
        <dsp:cNvPr id="0" name=""/>
        <dsp:cNvSpPr/>
      </dsp:nvSpPr>
      <dsp:spPr>
        <a:xfrm>
          <a:off x="1210010" y="872914"/>
          <a:ext cx="108143" cy="3402928"/>
        </a:xfrm>
        <a:custGeom>
          <a:avLst/>
          <a:gdLst/>
          <a:ahLst/>
          <a:cxnLst/>
          <a:rect l="0" t="0" r="0" b="0"/>
          <a:pathLst>
            <a:path>
              <a:moveTo>
                <a:pt x="0" y="0"/>
              </a:moveTo>
              <a:lnTo>
                <a:pt x="0" y="3402928"/>
              </a:lnTo>
              <a:lnTo>
                <a:pt x="108143" y="3402928"/>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70B2555-E90A-438E-B9A6-E1456D48282F}">
      <dsp:nvSpPr>
        <dsp:cNvPr id="0" name=""/>
        <dsp:cNvSpPr/>
      </dsp:nvSpPr>
      <dsp:spPr>
        <a:xfrm>
          <a:off x="1210010" y="872914"/>
          <a:ext cx="108143" cy="2891047"/>
        </a:xfrm>
        <a:custGeom>
          <a:avLst/>
          <a:gdLst/>
          <a:ahLst/>
          <a:cxnLst/>
          <a:rect l="0" t="0" r="0" b="0"/>
          <a:pathLst>
            <a:path>
              <a:moveTo>
                <a:pt x="0" y="0"/>
              </a:moveTo>
              <a:lnTo>
                <a:pt x="0" y="2891047"/>
              </a:lnTo>
              <a:lnTo>
                <a:pt x="108143" y="289104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755148B-E93C-4E8D-BDA3-FD11FEC3ECB7}">
      <dsp:nvSpPr>
        <dsp:cNvPr id="0" name=""/>
        <dsp:cNvSpPr/>
      </dsp:nvSpPr>
      <dsp:spPr>
        <a:xfrm>
          <a:off x="1210010" y="872914"/>
          <a:ext cx="108143" cy="2379166"/>
        </a:xfrm>
        <a:custGeom>
          <a:avLst/>
          <a:gdLst/>
          <a:ahLst/>
          <a:cxnLst/>
          <a:rect l="0" t="0" r="0" b="0"/>
          <a:pathLst>
            <a:path>
              <a:moveTo>
                <a:pt x="0" y="0"/>
              </a:moveTo>
              <a:lnTo>
                <a:pt x="0" y="2379166"/>
              </a:lnTo>
              <a:lnTo>
                <a:pt x="108143" y="237916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E7A3006-04FB-4AB4-B887-60B4768C5D23}">
      <dsp:nvSpPr>
        <dsp:cNvPr id="0" name=""/>
        <dsp:cNvSpPr/>
      </dsp:nvSpPr>
      <dsp:spPr>
        <a:xfrm>
          <a:off x="1210010" y="872914"/>
          <a:ext cx="108143" cy="1867285"/>
        </a:xfrm>
        <a:custGeom>
          <a:avLst/>
          <a:gdLst/>
          <a:ahLst/>
          <a:cxnLst/>
          <a:rect l="0" t="0" r="0" b="0"/>
          <a:pathLst>
            <a:path>
              <a:moveTo>
                <a:pt x="0" y="0"/>
              </a:moveTo>
              <a:lnTo>
                <a:pt x="0" y="1867285"/>
              </a:lnTo>
              <a:lnTo>
                <a:pt x="108143" y="186728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62DE658-F46D-48CF-A277-F80B1D501F2A}">
      <dsp:nvSpPr>
        <dsp:cNvPr id="0" name=""/>
        <dsp:cNvSpPr/>
      </dsp:nvSpPr>
      <dsp:spPr>
        <a:xfrm>
          <a:off x="1210010"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9EABC6F-1778-4829-96CB-7C411F523956}">
      <dsp:nvSpPr>
        <dsp:cNvPr id="0" name=""/>
        <dsp:cNvSpPr/>
      </dsp:nvSpPr>
      <dsp:spPr>
        <a:xfrm>
          <a:off x="1210010"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E05FC00-71E5-4353-8E51-748779809F05}">
      <dsp:nvSpPr>
        <dsp:cNvPr id="0" name=""/>
        <dsp:cNvSpPr/>
      </dsp:nvSpPr>
      <dsp:spPr>
        <a:xfrm>
          <a:off x="1210010"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BC60741-666D-4C9A-8E85-2FBDEFF75D1E}">
      <dsp:nvSpPr>
        <dsp:cNvPr id="0" name=""/>
        <dsp:cNvSpPr/>
      </dsp:nvSpPr>
      <dsp:spPr>
        <a:xfrm>
          <a:off x="1498394" y="361032"/>
          <a:ext cx="872360" cy="151401"/>
        </a:xfrm>
        <a:custGeom>
          <a:avLst/>
          <a:gdLst/>
          <a:ahLst/>
          <a:cxnLst/>
          <a:rect l="0" t="0" r="0" b="0"/>
          <a:pathLst>
            <a:path>
              <a:moveTo>
                <a:pt x="872360" y="0"/>
              </a:moveTo>
              <a:lnTo>
                <a:pt x="872360" y="75700"/>
              </a:lnTo>
              <a:lnTo>
                <a:pt x="0" y="75700"/>
              </a:lnTo>
              <a:lnTo>
                <a:pt x="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FAFE0B-A2EE-411F-93B8-F317A7E63A52}">
      <dsp:nvSpPr>
        <dsp:cNvPr id="0" name=""/>
        <dsp:cNvSpPr/>
      </dsp:nvSpPr>
      <dsp:spPr>
        <a:xfrm>
          <a:off x="337649" y="872914"/>
          <a:ext cx="108143" cy="1355403"/>
        </a:xfrm>
        <a:custGeom>
          <a:avLst/>
          <a:gdLst/>
          <a:ahLst/>
          <a:cxnLst/>
          <a:rect l="0" t="0" r="0" b="0"/>
          <a:pathLst>
            <a:path>
              <a:moveTo>
                <a:pt x="0" y="0"/>
              </a:moveTo>
              <a:lnTo>
                <a:pt x="0" y="1355403"/>
              </a:lnTo>
              <a:lnTo>
                <a:pt x="108143" y="135540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279276-8483-4266-B8F7-191FD4B90472}">
      <dsp:nvSpPr>
        <dsp:cNvPr id="0" name=""/>
        <dsp:cNvSpPr/>
      </dsp:nvSpPr>
      <dsp:spPr>
        <a:xfrm>
          <a:off x="337649" y="872914"/>
          <a:ext cx="108143" cy="843522"/>
        </a:xfrm>
        <a:custGeom>
          <a:avLst/>
          <a:gdLst/>
          <a:ahLst/>
          <a:cxnLst/>
          <a:rect l="0" t="0" r="0" b="0"/>
          <a:pathLst>
            <a:path>
              <a:moveTo>
                <a:pt x="0" y="0"/>
              </a:moveTo>
              <a:lnTo>
                <a:pt x="0" y="843522"/>
              </a:lnTo>
              <a:lnTo>
                <a:pt x="108143" y="84352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990FBE3-536C-403B-A8A2-C6AB47DAC219}">
      <dsp:nvSpPr>
        <dsp:cNvPr id="0" name=""/>
        <dsp:cNvSpPr/>
      </dsp:nvSpPr>
      <dsp:spPr>
        <a:xfrm>
          <a:off x="337649" y="872914"/>
          <a:ext cx="108143" cy="331641"/>
        </a:xfrm>
        <a:custGeom>
          <a:avLst/>
          <a:gdLst/>
          <a:ahLst/>
          <a:cxnLst/>
          <a:rect l="0" t="0" r="0" b="0"/>
          <a:pathLst>
            <a:path>
              <a:moveTo>
                <a:pt x="0" y="0"/>
              </a:moveTo>
              <a:lnTo>
                <a:pt x="0" y="331641"/>
              </a:lnTo>
              <a:lnTo>
                <a:pt x="108143" y="33164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DC919CE-908A-49EB-911F-4D459ACDF8E3}">
      <dsp:nvSpPr>
        <dsp:cNvPr id="0" name=""/>
        <dsp:cNvSpPr/>
      </dsp:nvSpPr>
      <dsp:spPr>
        <a:xfrm>
          <a:off x="626033" y="361032"/>
          <a:ext cx="1744721" cy="151401"/>
        </a:xfrm>
        <a:custGeom>
          <a:avLst/>
          <a:gdLst/>
          <a:ahLst/>
          <a:cxnLst/>
          <a:rect l="0" t="0" r="0" b="0"/>
          <a:pathLst>
            <a:path>
              <a:moveTo>
                <a:pt x="1744721" y="0"/>
              </a:moveTo>
              <a:lnTo>
                <a:pt x="1744721" y="75700"/>
              </a:lnTo>
              <a:lnTo>
                <a:pt x="0" y="75700"/>
              </a:lnTo>
              <a:lnTo>
                <a:pt x="0" y="151401"/>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E82846-5497-460E-8F7C-0C44AE56CA51}">
      <dsp:nvSpPr>
        <dsp:cNvPr id="0" name=""/>
        <dsp:cNvSpPr/>
      </dsp:nvSpPr>
      <dsp:spPr>
        <a:xfrm>
          <a:off x="2010275" y="553"/>
          <a:ext cx="720959" cy="36047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a:t>KFZ</a:t>
          </a:r>
        </a:p>
      </dsp:txBody>
      <dsp:txXfrm>
        <a:off x="2010275" y="553"/>
        <a:ext cx="720959" cy="360479"/>
      </dsp:txXfrm>
    </dsp:sp>
    <dsp:sp modelId="{1A40FA0F-2AF1-4E66-A0F5-6139F3E60436}">
      <dsp:nvSpPr>
        <dsp:cNvPr id="0" name=""/>
        <dsp:cNvSpPr/>
      </dsp:nvSpPr>
      <dsp:spPr>
        <a:xfrm>
          <a:off x="265553"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Ort</a:t>
          </a:r>
        </a:p>
      </dsp:txBody>
      <dsp:txXfrm>
        <a:off x="265553" y="512434"/>
        <a:ext cx="720959" cy="360479"/>
      </dsp:txXfrm>
    </dsp:sp>
    <dsp:sp modelId="{F1B82CC1-9737-49D9-93AB-D12CDDEE964A}">
      <dsp:nvSpPr>
        <dsp:cNvPr id="0" name=""/>
        <dsp:cNvSpPr/>
      </dsp:nvSpPr>
      <dsp:spPr>
        <a:xfrm>
          <a:off x="445793"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Ort_id</a:t>
          </a:r>
          <a:endParaRPr lang="de-DE" sz="1000" kern="1200" dirty="0"/>
        </a:p>
      </dsp:txBody>
      <dsp:txXfrm>
        <a:off x="445793" y="1024315"/>
        <a:ext cx="720959" cy="360479"/>
      </dsp:txXfrm>
    </dsp:sp>
    <dsp:sp modelId="{99BC8703-A174-4025-85FF-C75DF46C60C6}">
      <dsp:nvSpPr>
        <dsp:cNvPr id="0" name=""/>
        <dsp:cNvSpPr/>
      </dsp:nvSpPr>
      <dsp:spPr>
        <a:xfrm>
          <a:off x="445793"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PLZ</a:t>
          </a:r>
        </a:p>
      </dsp:txBody>
      <dsp:txXfrm>
        <a:off x="445793" y="1536196"/>
        <a:ext cx="720959" cy="360479"/>
      </dsp:txXfrm>
    </dsp:sp>
    <dsp:sp modelId="{1501263F-B79C-468E-8CDD-A7468950138E}">
      <dsp:nvSpPr>
        <dsp:cNvPr id="0" name=""/>
        <dsp:cNvSpPr/>
      </dsp:nvSpPr>
      <dsp:spPr>
        <a:xfrm>
          <a:off x="445793"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Ortsname</a:t>
          </a:r>
        </a:p>
      </dsp:txBody>
      <dsp:txXfrm>
        <a:off x="445793" y="2048078"/>
        <a:ext cx="720959" cy="360479"/>
      </dsp:txXfrm>
    </dsp:sp>
    <dsp:sp modelId="{908BBE12-63B8-4DBF-90F0-B9F05A5629A5}">
      <dsp:nvSpPr>
        <dsp:cNvPr id="0" name=""/>
        <dsp:cNvSpPr/>
      </dsp:nvSpPr>
      <dsp:spPr>
        <a:xfrm>
          <a:off x="1137914"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Kunde</a:t>
          </a:r>
        </a:p>
      </dsp:txBody>
      <dsp:txXfrm>
        <a:off x="1137914" y="512434"/>
        <a:ext cx="720959" cy="360479"/>
      </dsp:txXfrm>
    </dsp:sp>
    <dsp:sp modelId="{A9C2D33E-16D5-4DC6-8C89-25D55E2E6FE5}">
      <dsp:nvSpPr>
        <dsp:cNvPr id="0" name=""/>
        <dsp:cNvSpPr/>
      </dsp:nvSpPr>
      <dsp:spPr>
        <a:xfrm>
          <a:off x="1318154"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Kun_id</a:t>
          </a:r>
          <a:endParaRPr lang="de-DE" sz="1000" kern="1200" dirty="0"/>
        </a:p>
      </dsp:txBody>
      <dsp:txXfrm>
        <a:off x="1318154" y="1024315"/>
        <a:ext cx="720959" cy="360479"/>
      </dsp:txXfrm>
    </dsp:sp>
    <dsp:sp modelId="{EE1AC892-4167-4426-98A0-16DF128B4DD0}">
      <dsp:nvSpPr>
        <dsp:cNvPr id="0" name=""/>
        <dsp:cNvSpPr/>
      </dsp:nvSpPr>
      <dsp:spPr>
        <a:xfrm>
          <a:off x="1318154"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Kun_Name</a:t>
          </a:r>
          <a:endParaRPr lang="de-DE" sz="1000" kern="1200" dirty="0"/>
        </a:p>
      </dsp:txBody>
      <dsp:txXfrm>
        <a:off x="1318154" y="1536196"/>
        <a:ext cx="720959" cy="360479"/>
      </dsp:txXfrm>
    </dsp:sp>
    <dsp:sp modelId="{3C0284F8-344A-4A27-A093-414F41BA38FC}">
      <dsp:nvSpPr>
        <dsp:cNvPr id="0" name=""/>
        <dsp:cNvSpPr/>
      </dsp:nvSpPr>
      <dsp:spPr>
        <a:xfrm>
          <a:off x="1318154"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Straße</a:t>
          </a:r>
        </a:p>
      </dsp:txBody>
      <dsp:txXfrm>
        <a:off x="1318154" y="2048078"/>
        <a:ext cx="720959" cy="360479"/>
      </dsp:txXfrm>
    </dsp:sp>
    <dsp:sp modelId="{7E7C973D-B32E-4B8F-972A-21AF2D1F604D}">
      <dsp:nvSpPr>
        <dsp:cNvPr id="0" name=""/>
        <dsp:cNvSpPr/>
      </dsp:nvSpPr>
      <dsp:spPr>
        <a:xfrm>
          <a:off x="1318154"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Haus-nummer</a:t>
          </a:r>
        </a:p>
      </dsp:txBody>
      <dsp:txXfrm>
        <a:off x="1318154" y="2559959"/>
        <a:ext cx="720959" cy="360479"/>
      </dsp:txXfrm>
    </dsp:sp>
    <dsp:sp modelId="{B3ED08DB-45AF-4ED5-BC41-036C6267D4B8}">
      <dsp:nvSpPr>
        <dsp:cNvPr id="0" name=""/>
        <dsp:cNvSpPr/>
      </dsp:nvSpPr>
      <dsp:spPr>
        <a:xfrm>
          <a:off x="1318154"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Telefon</a:t>
          </a:r>
        </a:p>
      </dsp:txBody>
      <dsp:txXfrm>
        <a:off x="1318154" y="3071840"/>
        <a:ext cx="720959" cy="360479"/>
      </dsp:txXfrm>
    </dsp:sp>
    <dsp:sp modelId="{8798F0A4-E69F-44B7-B4D1-F5B764859C7E}">
      <dsp:nvSpPr>
        <dsp:cNvPr id="0" name=""/>
        <dsp:cNvSpPr/>
      </dsp:nvSpPr>
      <dsp:spPr>
        <a:xfrm>
          <a:off x="1318154" y="3583721"/>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E-Mail</a:t>
          </a:r>
        </a:p>
      </dsp:txBody>
      <dsp:txXfrm>
        <a:off x="1318154" y="3583721"/>
        <a:ext cx="720959" cy="360479"/>
      </dsp:txXfrm>
    </dsp:sp>
    <dsp:sp modelId="{482104FF-545B-428F-9A99-CF5DB32512B0}">
      <dsp:nvSpPr>
        <dsp:cNvPr id="0" name=""/>
        <dsp:cNvSpPr/>
      </dsp:nvSpPr>
      <dsp:spPr>
        <a:xfrm>
          <a:off x="1318154" y="4095603"/>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Ort_id</a:t>
          </a:r>
          <a:endParaRPr lang="de-DE" sz="1000" kern="1200" dirty="0"/>
        </a:p>
      </dsp:txBody>
      <dsp:txXfrm>
        <a:off x="1318154" y="4095603"/>
        <a:ext cx="720959" cy="360479"/>
      </dsp:txXfrm>
    </dsp:sp>
    <dsp:sp modelId="{36944AE6-02F6-4A89-9A7B-7E7511698CC8}">
      <dsp:nvSpPr>
        <dsp:cNvPr id="0" name=""/>
        <dsp:cNvSpPr/>
      </dsp:nvSpPr>
      <dsp:spPr>
        <a:xfrm>
          <a:off x="2010275"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Auftrag</a:t>
          </a:r>
        </a:p>
      </dsp:txBody>
      <dsp:txXfrm>
        <a:off x="2010275" y="512434"/>
        <a:ext cx="720959" cy="360479"/>
      </dsp:txXfrm>
    </dsp:sp>
    <dsp:sp modelId="{38FC13C1-621D-4608-A5D0-F96825BE43AC}">
      <dsp:nvSpPr>
        <dsp:cNvPr id="0" name=""/>
        <dsp:cNvSpPr/>
      </dsp:nvSpPr>
      <dsp:spPr>
        <a:xfrm>
          <a:off x="2190515"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Auf_id</a:t>
          </a:r>
          <a:endParaRPr lang="de-DE" sz="1000" kern="1200" dirty="0"/>
        </a:p>
      </dsp:txBody>
      <dsp:txXfrm>
        <a:off x="2190515" y="1024315"/>
        <a:ext cx="720959" cy="360479"/>
      </dsp:txXfrm>
    </dsp:sp>
    <dsp:sp modelId="{97DB5454-A1A5-4903-AE11-921987EBD896}">
      <dsp:nvSpPr>
        <dsp:cNvPr id="0" name=""/>
        <dsp:cNvSpPr/>
      </dsp:nvSpPr>
      <dsp:spPr>
        <a:xfrm>
          <a:off x="2190515"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Kun_id</a:t>
          </a:r>
          <a:endParaRPr lang="de-DE" sz="1000" kern="1200" dirty="0"/>
        </a:p>
      </dsp:txBody>
      <dsp:txXfrm>
        <a:off x="2190515" y="1536196"/>
        <a:ext cx="720959" cy="360479"/>
      </dsp:txXfrm>
    </dsp:sp>
    <dsp:sp modelId="{27D047DE-1A9A-4C54-AAA6-F091AF0193F7}">
      <dsp:nvSpPr>
        <dsp:cNvPr id="0" name=""/>
        <dsp:cNvSpPr/>
      </dsp:nvSpPr>
      <dsp:spPr>
        <a:xfrm>
          <a:off x="2190515"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Bestell-datum</a:t>
          </a:r>
        </a:p>
      </dsp:txBody>
      <dsp:txXfrm>
        <a:off x="2190515" y="2048078"/>
        <a:ext cx="720959" cy="360479"/>
      </dsp:txXfrm>
    </dsp:sp>
    <dsp:sp modelId="{DB735B7A-28B8-4C3B-9863-B17BE7AC949F}">
      <dsp:nvSpPr>
        <dsp:cNvPr id="0" name=""/>
        <dsp:cNvSpPr/>
      </dsp:nvSpPr>
      <dsp:spPr>
        <a:xfrm>
          <a:off x="2882636"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Position</a:t>
          </a:r>
        </a:p>
      </dsp:txBody>
      <dsp:txXfrm>
        <a:off x="2882636" y="512434"/>
        <a:ext cx="720959" cy="360479"/>
      </dsp:txXfrm>
    </dsp:sp>
    <dsp:sp modelId="{186BDEA5-4E36-4323-8EB9-0985FE26F52D}">
      <dsp:nvSpPr>
        <dsp:cNvPr id="0" name=""/>
        <dsp:cNvSpPr/>
      </dsp:nvSpPr>
      <dsp:spPr>
        <a:xfrm>
          <a:off x="3062876"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Pos_id</a:t>
          </a:r>
          <a:endParaRPr lang="de-DE" sz="1000" kern="1200" dirty="0"/>
        </a:p>
      </dsp:txBody>
      <dsp:txXfrm>
        <a:off x="3062876" y="1024315"/>
        <a:ext cx="720959" cy="360479"/>
      </dsp:txXfrm>
    </dsp:sp>
    <dsp:sp modelId="{FF141B75-6FE3-4973-BC64-406FA62900D8}">
      <dsp:nvSpPr>
        <dsp:cNvPr id="0" name=""/>
        <dsp:cNvSpPr/>
      </dsp:nvSpPr>
      <dsp:spPr>
        <a:xfrm>
          <a:off x="3062876"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Art_id</a:t>
          </a:r>
          <a:endParaRPr lang="de-DE" sz="1000" kern="1200" dirty="0"/>
        </a:p>
      </dsp:txBody>
      <dsp:txXfrm>
        <a:off x="3062876" y="1536196"/>
        <a:ext cx="720959" cy="360479"/>
      </dsp:txXfrm>
    </dsp:sp>
    <dsp:sp modelId="{2E8ABDDA-4C1F-4F32-8341-D269558C7263}">
      <dsp:nvSpPr>
        <dsp:cNvPr id="0" name=""/>
        <dsp:cNvSpPr/>
      </dsp:nvSpPr>
      <dsp:spPr>
        <a:xfrm>
          <a:off x="3062876"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Auf_id</a:t>
          </a:r>
          <a:endParaRPr lang="de-DE" sz="1000" kern="1200" dirty="0"/>
        </a:p>
      </dsp:txBody>
      <dsp:txXfrm>
        <a:off x="3062876" y="2048078"/>
        <a:ext cx="720959" cy="360479"/>
      </dsp:txXfrm>
    </dsp:sp>
    <dsp:sp modelId="{59B13B6D-559D-4577-B88C-E4EBB5B9330F}">
      <dsp:nvSpPr>
        <dsp:cNvPr id="0" name=""/>
        <dsp:cNvSpPr/>
      </dsp:nvSpPr>
      <dsp:spPr>
        <a:xfrm>
          <a:off x="3062876"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Menge</a:t>
          </a:r>
        </a:p>
      </dsp:txBody>
      <dsp:txXfrm>
        <a:off x="3062876" y="2559959"/>
        <a:ext cx="720959" cy="360479"/>
      </dsp:txXfrm>
    </dsp:sp>
    <dsp:sp modelId="{C1D893FA-15AF-4B87-9690-0131022377B6}">
      <dsp:nvSpPr>
        <dsp:cNvPr id="0" name=""/>
        <dsp:cNvSpPr/>
      </dsp:nvSpPr>
      <dsp:spPr>
        <a:xfrm>
          <a:off x="3062876"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Rabatt</a:t>
          </a:r>
        </a:p>
      </dsp:txBody>
      <dsp:txXfrm>
        <a:off x="3062876" y="3071840"/>
        <a:ext cx="720959" cy="360479"/>
      </dsp:txXfrm>
    </dsp:sp>
    <dsp:sp modelId="{300F72C8-423F-4D7A-8511-F54946BD9910}">
      <dsp:nvSpPr>
        <dsp:cNvPr id="0" name=""/>
        <dsp:cNvSpPr/>
      </dsp:nvSpPr>
      <dsp:spPr>
        <a:xfrm>
          <a:off x="3754997" y="512434"/>
          <a:ext cx="720959" cy="36047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Artikel</a:t>
          </a:r>
        </a:p>
      </dsp:txBody>
      <dsp:txXfrm>
        <a:off x="3754997" y="512434"/>
        <a:ext cx="720959" cy="360479"/>
      </dsp:txXfrm>
    </dsp:sp>
    <dsp:sp modelId="{50ED118C-FD6F-4995-9C88-655CACB534B0}">
      <dsp:nvSpPr>
        <dsp:cNvPr id="0" name=""/>
        <dsp:cNvSpPr/>
      </dsp:nvSpPr>
      <dsp:spPr>
        <a:xfrm>
          <a:off x="3935237" y="1024315"/>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Art_id</a:t>
          </a:r>
          <a:endParaRPr lang="de-DE" sz="1000" kern="1200" dirty="0"/>
        </a:p>
      </dsp:txBody>
      <dsp:txXfrm>
        <a:off x="3935237" y="1024315"/>
        <a:ext cx="720959" cy="360479"/>
      </dsp:txXfrm>
    </dsp:sp>
    <dsp:sp modelId="{8D0B0D71-5EB7-4544-92A0-4F1F9CC28B2A}">
      <dsp:nvSpPr>
        <dsp:cNvPr id="0" name=""/>
        <dsp:cNvSpPr/>
      </dsp:nvSpPr>
      <dsp:spPr>
        <a:xfrm>
          <a:off x="3935237" y="1536196"/>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err="1"/>
            <a:t>Art_name</a:t>
          </a:r>
          <a:endParaRPr lang="de-DE" sz="1000" kern="1200" dirty="0"/>
        </a:p>
      </dsp:txBody>
      <dsp:txXfrm>
        <a:off x="3935237" y="1536196"/>
        <a:ext cx="720959" cy="360479"/>
      </dsp:txXfrm>
    </dsp:sp>
    <dsp:sp modelId="{5E61FF5F-169C-414C-B100-D42E86D2450C}">
      <dsp:nvSpPr>
        <dsp:cNvPr id="0" name=""/>
        <dsp:cNvSpPr/>
      </dsp:nvSpPr>
      <dsp:spPr>
        <a:xfrm>
          <a:off x="3935237" y="2048078"/>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Melde-bestand</a:t>
          </a:r>
        </a:p>
      </dsp:txBody>
      <dsp:txXfrm>
        <a:off x="3935237" y="2048078"/>
        <a:ext cx="720959" cy="360479"/>
      </dsp:txXfrm>
    </dsp:sp>
    <dsp:sp modelId="{AA601002-A2E6-4518-95EF-B539F6CA8BBF}">
      <dsp:nvSpPr>
        <dsp:cNvPr id="0" name=""/>
        <dsp:cNvSpPr/>
      </dsp:nvSpPr>
      <dsp:spPr>
        <a:xfrm>
          <a:off x="3935237" y="2559959"/>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Lager-bestand</a:t>
          </a:r>
        </a:p>
      </dsp:txBody>
      <dsp:txXfrm>
        <a:off x="3935237" y="2559959"/>
        <a:ext cx="720959" cy="360479"/>
      </dsp:txXfrm>
    </dsp:sp>
    <dsp:sp modelId="{A6C6976D-9D0D-443E-B9CE-12345B282C0E}">
      <dsp:nvSpPr>
        <dsp:cNvPr id="0" name=""/>
        <dsp:cNvSpPr/>
      </dsp:nvSpPr>
      <dsp:spPr>
        <a:xfrm>
          <a:off x="3935237" y="3071840"/>
          <a:ext cx="720959" cy="36047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de-DE" sz="1000" kern="1200" dirty="0"/>
            <a:t>Stückpreis</a:t>
          </a:r>
        </a:p>
      </dsp:txBody>
      <dsp:txXfrm>
        <a:off x="3935237" y="3071840"/>
        <a:ext cx="720959" cy="3604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801FF-A8BC-4A70-895F-95F8538AA72B}">
      <dsp:nvSpPr>
        <dsp:cNvPr id="0" name=""/>
        <dsp:cNvSpPr/>
      </dsp:nvSpPr>
      <dsp:spPr>
        <a:xfrm>
          <a:off x="3576806"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052C1F2-1B1D-4B1E-8DA4-759EF2C8EF0C}">
      <dsp:nvSpPr>
        <dsp:cNvPr id="0" name=""/>
        <dsp:cNvSpPr/>
      </dsp:nvSpPr>
      <dsp:spPr>
        <a:xfrm>
          <a:off x="3576806"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6859F49-5CAF-49A3-B800-DED4D28E832B}">
      <dsp:nvSpPr>
        <dsp:cNvPr id="0" name=""/>
        <dsp:cNvSpPr/>
      </dsp:nvSpPr>
      <dsp:spPr>
        <a:xfrm>
          <a:off x="3576806"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6C3C22F-50C7-401B-AA59-08C36F3AD5FF}">
      <dsp:nvSpPr>
        <dsp:cNvPr id="0" name=""/>
        <dsp:cNvSpPr/>
      </dsp:nvSpPr>
      <dsp:spPr>
        <a:xfrm>
          <a:off x="3576806"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430D391-D833-441C-A119-CB8CF75A5DE3}">
      <dsp:nvSpPr>
        <dsp:cNvPr id="0" name=""/>
        <dsp:cNvSpPr/>
      </dsp:nvSpPr>
      <dsp:spPr>
        <a:xfrm>
          <a:off x="3576806"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1953FDB-271D-4ADF-976F-14F165D0B507}">
      <dsp:nvSpPr>
        <dsp:cNvPr id="0" name=""/>
        <dsp:cNvSpPr/>
      </dsp:nvSpPr>
      <dsp:spPr>
        <a:xfrm>
          <a:off x="2114330" y="554133"/>
          <a:ext cx="1752075" cy="152039"/>
        </a:xfrm>
        <a:custGeom>
          <a:avLst/>
          <a:gdLst/>
          <a:ahLst/>
          <a:cxnLst/>
          <a:rect l="0" t="0" r="0" b="0"/>
          <a:pathLst>
            <a:path>
              <a:moveTo>
                <a:pt x="0" y="0"/>
              </a:moveTo>
              <a:lnTo>
                <a:pt x="0" y="76019"/>
              </a:lnTo>
              <a:lnTo>
                <a:pt x="1752075" y="76019"/>
              </a:lnTo>
              <a:lnTo>
                <a:pt x="1752075"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DD19C2F-17F6-4DCD-89CD-5E8F22A4790C}">
      <dsp:nvSpPr>
        <dsp:cNvPr id="0" name=""/>
        <dsp:cNvSpPr/>
      </dsp:nvSpPr>
      <dsp:spPr>
        <a:xfrm>
          <a:off x="2700768"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55A33CB-C485-4DB5-A2AE-246CE790321B}">
      <dsp:nvSpPr>
        <dsp:cNvPr id="0" name=""/>
        <dsp:cNvSpPr/>
      </dsp:nvSpPr>
      <dsp:spPr>
        <a:xfrm>
          <a:off x="2700768"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F28D9E9-CA05-4B17-9A23-6089D2F985A0}">
      <dsp:nvSpPr>
        <dsp:cNvPr id="0" name=""/>
        <dsp:cNvSpPr/>
      </dsp:nvSpPr>
      <dsp:spPr>
        <a:xfrm>
          <a:off x="2700768"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6F10A2B-D5AE-4D86-B4ED-8CBC8A5C146F}">
      <dsp:nvSpPr>
        <dsp:cNvPr id="0" name=""/>
        <dsp:cNvSpPr/>
      </dsp:nvSpPr>
      <dsp:spPr>
        <a:xfrm>
          <a:off x="2700768"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5BB8BB7-0787-442C-BE1C-E402593ABB57}">
      <dsp:nvSpPr>
        <dsp:cNvPr id="0" name=""/>
        <dsp:cNvSpPr/>
      </dsp:nvSpPr>
      <dsp:spPr>
        <a:xfrm>
          <a:off x="2700768"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8206F9B-7AF6-4652-AB5C-916166CB5354}">
      <dsp:nvSpPr>
        <dsp:cNvPr id="0" name=""/>
        <dsp:cNvSpPr/>
      </dsp:nvSpPr>
      <dsp:spPr>
        <a:xfrm>
          <a:off x="2114330" y="554133"/>
          <a:ext cx="876037" cy="152039"/>
        </a:xfrm>
        <a:custGeom>
          <a:avLst/>
          <a:gdLst/>
          <a:ahLst/>
          <a:cxnLst/>
          <a:rect l="0" t="0" r="0" b="0"/>
          <a:pathLst>
            <a:path>
              <a:moveTo>
                <a:pt x="0" y="0"/>
              </a:moveTo>
              <a:lnTo>
                <a:pt x="0" y="76019"/>
              </a:lnTo>
              <a:lnTo>
                <a:pt x="876037" y="76019"/>
              </a:lnTo>
              <a:lnTo>
                <a:pt x="876037"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FD5750D-E42E-4CCF-BE26-0FEB82C8FDFE}">
      <dsp:nvSpPr>
        <dsp:cNvPr id="0" name=""/>
        <dsp:cNvSpPr/>
      </dsp:nvSpPr>
      <dsp:spPr>
        <a:xfrm>
          <a:off x="1824730"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749EA20-C4CF-43FF-A607-AC516B713D48}">
      <dsp:nvSpPr>
        <dsp:cNvPr id="0" name=""/>
        <dsp:cNvSpPr/>
      </dsp:nvSpPr>
      <dsp:spPr>
        <a:xfrm>
          <a:off x="1824730"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E8FD173-7E5A-42E3-A545-2787CC3B6D8A}">
      <dsp:nvSpPr>
        <dsp:cNvPr id="0" name=""/>
        <dsp:cNvSpPr/>
      </dsp:nvSpPr>
      <dsp:spPr>
        <a:xfrm>
          <a:off x="1824730"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DAE45F1-F1F7-4C38-9A4C-62AFA5EAC6CC}">
      <dsp:nvSpPr>
        <dsp:cNvPr id="0" name=""/>
        <dsp:cNvSpPr/>
      </dsp:nvSpPr>
      <dsp:spPr>
        <a:xfrm>
          <a:off x="2068610" y="554133"/>
          <a:ext cx="91440" cy="152039"/>
        </a:xfrm>
        <a:custGeom>
          <a:avLst/>
          <a:gdLst/>
          <a:ahLst/>
          <a:cxnLst/>
          <a:rect l="0" t="0" r="0" b="0"/>
          <a:pathLst>
            <a:path>
              <a:moveTo>
                <a:pt x="45720" y="0"/>
              </a:moveTo>
              <a:lnTo>
                <a:pt x="4572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104CC0E-926A-4D4E-8186-6E2AFDD1B9E9}">
      <dsp:nvSpPr>
        <dsp:cNvPr id="0" name=""/>
        <dsp:cNvSpPr/>
      </dsp:nvSpPr>
      <dsp:spPr>
        <a:xfrm>
          <a:off x="948693" y="1068172"/>
          <a:ext cx="108599" cy="3417271"/>
        </a:xfrm>
        <a:custGeom>
          <a:avLst/>
          <a:gdLst/>
          <a:ahLst/>
          <a:cxnLst/>
          <a:rect l="0" t="0" r="0" b="0"/>
          <a:pathLst>
            <a:path>
              <a:moveTo>
                <a:pt x="0" y="0"/>
              </a:moveTo>
              <a:lnTo>
                <a:pt x="0" y="3417271"/>
              </a:lnTo>
              <a:lnTo>
                <a:pt x="108599" y="3417271"/>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70B2555-E90A-438E-B9A6-E1456D48282F}">
      <dsp:nvSpPr>
        <dsp:cNvPr id="0" name=""/>
        <dsp:cNvSpPr/>
      </dsp:nvSpPr>
      <dsp:spPr>
        <a:xfrm>
          <a:off x="948693" y="1068172"/>
          <a:ext cx="108599" cy="2903232"/>
        </a:xfrm>
        <a:custGeom>
          <a:avLst/>
          <a:gdLst/>
          <a:ahLst/>
          <a:cxnLst/>
          <a:rect l="0" t="0" r="0" b="0"/>
          <a:pathLst>
            <a:path>
              <a:moveTo>
                <a:pt x="0" y="0"/>
              </a:moveTo>
              <a:lnTo>
                <a:pt x="0" y="2903232"/>
              </a:lnTo>
              <a:lnTo>
                <a:pt x="108599" y="2903232"/>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755148B-E93C-4E8D-BDA3-FD11FEC3ECB7}">
      <dsp:nvSpPr>
        <dsp:cNvPr id="0" name=""/>
        <dsp:cNvSpPr/>
      </dsp:nvSpPr>
      <dsp:spPr>
        <a:xfrm>
          <a:off x="948693" y="1068172"/>
          <a:ext cx="108599" cy="2389193"/>
        </a:xfrm>
        <a:custGeom>
          <a:avLst/>
          <a:gdLst/>
          <a:ahLst/>
          <a:cxnLst/>
          <a:rect l="0" t="0" r="0" b="0"/>
          <a:pathLst>
            <a:path>
              <a:moveTo>
                <a:pt x="0" y="0"/>
              </a:moveTo>
              <a:lnTo>
                <a:pt x="0" y="2389193"/>
              </a:lnTo>
              <a:lnTo>
                <a:pt x="108599" y="2389193"/>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E7A3006-04FB-4AB4-B887-60B4768C5D23}">
      <dsp:nvSpPr>
        <dsp:cNvPr id="0" name=""/>
        <dsp:cNvSpPr/>
      </dsp:nvSpPr>
      <dsp:spPr>
        <a:xfrm>
          <a:off x="948693" y="1068172"/>
          <a:ext cx="108599" cy="1875155"/>
        </a:xfrm>
        <a:custGeom>
          <a:avLst/>
          <a:gdLst/>
          <a:ahLst/>
          <a:cxnLst/>
          <a:rect l="0" t="0" r="0" b="0"/>
          <a:pathLst>
            <a:path>
              <a:moveTo>
                <a:pt x="0" y="0"/>
              </a:moveTo>
              <a:lnTo>
                <a:pt x="0" y="1875155"/>
              </a:lnTo>
              <a:lnTo>
                <a:pt x="108599" y="1875155"/>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62DE658-F46D-48CF-A277-F80B1D501F2A}">
      <dsp:nvSpPr>
        <dsp:cNvPr id="0" name=""/>
        <dsp:cNvSpPr/>
      </dsp:nvSpPr>
      <dsp:spPr>
        <a:xfrm>
          <a:off x="948693"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9EABC6F-1778-4829-96CB-7C411F523956}">
      <dsp:nvSpPr>
        <dsp:cNvPr id="0" name=""/>
        <dsp:cNvSpPr/>
      </dsp:nvSpPr>
      <dsp:spPr>
        <a:xfrm>
          <a:off x="948693"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E05FC00-71E5-4353-8E51-748779809F05}">
      <dsp:nvSpPr>
        <dsp:cNvPr id="0" name=""/>
        <dsp:cNvSpPr/>
      </dsp:nvSpPr>
      <dsp:spPr>
        <a:xfrm>
          <a:off x="948693"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BC60741-666D-4C9A-8E85-2FBDEFF75D1E}">
      <dsp:nvSpPr>
        <dsp:cNvPr id="0" name=""/>
        <dsp:cNvSpPr/>
      </dsp:nvSpPr>
      <dsp:spPr>
        <a:xfrm>
          <a:off x="1238292" y="554133"/>
          <a:ext cx="876037" cy="152039"/>
        </a:xfrm>
        <a:custGeom>
          <a:avLst/>
          <a:gdLst/>
          <a:ahLst/>
          <a:cxnLst/>
          <a:rect l="0" t="0" r="0" b="0"/>
          <a:pathLst>
            <a:path>
              <a:moveTo>
                <a:pt x="876037" y="0"/>
              </a:moveTo>
              <a:lnTo>
                <a:pt x="876037" y="76019"/>
              </a:lnTo>
              <a:lnTo>
                <a:pt x="0" y="76019"/>
              </a:lnTo>
              <a:lnTo>
                <a:pt x="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FAFE0B-A2EE-411F-93B8-F317A7E63A52}">
      <dsp:nvSpPr>
        <dsp:cNvPr id="0" name=""/>
        <dsp:cNvSpPr/>
      </dsp:nvSpPr>
      <dsp:spPr>
        <a:xfrm>
          <a:off x="72655" y="1068172"/>
          <a:ext cx="108599" cy="1361116"/>
        </a:xfrm>
        <a:custGeom>
          <a:avLst/>
          <a:gdLst/>
          <a:ahLst/>
          <a:cxnLst/>
          <a:rect l="0" t="0" r="0" b="0"/>
          <a:pathLst>
            <a:path>
              <a:moveTo>
                <a:pt x="0" y="0"/>
              </a:moveTo>
              <a:lnTo>
                <a:pt x="0" y="1361116"/>
              </a:lnTo>
              <a:lnTo>
                <a:pt x="108599" y="1361116"/>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4279276-8483-4266-B8F7-191FD4B90472}">
      <dsp:nvSpPr>
        <dsp:cNvPr id="0" name=""/>
        <dsp:cNvSpPr/>
      </dsp:nvSpPr>
      <dsp:spPr>
        <a:xfrm>
          <a:off x="72655" y="1068172"/>
          <a:ext cx="108599" cy="847077"/>
        </a:xfrm>
        <a:custGeom>
          <a:avLst/>
          <a:gdLst/>
          <a:ahLst/>
          <a:cxnLst/>
          <a:rect l="0" t="0" r="0" b="0"/>
          <a:pathLst>
            <a:path>
              <a:moveTo>
                <a:pt x="0" y="0"/>
              </a:moveTo>
              <a:lnTo>
                <a:pt x="0" y="847077"/>
              </a:lnTo>
              <a:lnTo>
                <a:pt x="108599" y="847077"/>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990FBE3-536C-403B-A8A2-C6AB47DAC219}">
      <dsp:nvSpPr>
        <dsp:cNvPr id="0" name=""/>
        <dsp:cNvSpPr/>
      </dsp:nvSpPr>
      <dsp:spPr>
        <a:xfrm>
          <a:off x="72655" y="1068172"/>
          <a:ext cx="108599" cy="333039"/>
        </a:xfrm>
        <a:custGeom>
          <a:avLst/>
          <a:gdLst/>
          <a:ahLst/>
          <a:cxnLst/>
          <a:rect l="0" t="0" r="0" b="0"/>
          <a:pathLst>
            <a:path>
              <a:moveTo>
                <a:pt x="0" y="0"/>
              </a:moveTo>
              <a:lnTo>
                <a:pt x="0" y="333039"/>
              </a:lnTo>
              <a:lnTo>
                <a:pt x="108599" y="333039"/>
              </a:lnTo>
            </a:path>
          </a:pathLst>
        </a:custGeom>
        <a:noFill/>
        <a:ln w="635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DC919CE-908A-49EB-911F-4D459ACDF8E3}">
      <dsp:nvSpPr>
        <dsp:cNvPr id="0" name=""/>
        <dsp:cNvSpPr/>
      </dsp:nvSpPr>
      <dsp:spPr>
        <a:xfrm>
          <a:off x="362254" y="554133"/>
          <a:ext cx="1752075" cy="152039"/>
        </a:xfrm>
        <a:custGeom>
          <a:avLst/>
          <a:gdLst/>
          <a:ahLst/>
          <a:cxnLst/>
          <a:rect l="0" t="0" r="0" b="0"/>
          <a:pathLst>
            <a:path>
              <a:moveTo>
                <a:pt x="1752075" y="0"/>
              </a:moveTo>
              <a:lnTo>
                <a:pt x="1752075" y="76019"/>
              </a:lnTo>
              <a:lnTo>
                <a:pt x="0" y="76019"/>
              </a:lnTo>
              <a:lnTo>
                <a:pt x="0" y="152039"/>
              </a:lnTo>
            </a:path>
          </a:pathLst>
        </a:custGeom>
        <a:noFill/>
        <a:ln w="635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E82846-5497-460E-8F7C-0C44AE56CA51}">
      <dsp:nvSpPr>
        <dsp:cNvPr id="0" name=""/>
        <dsp:cNvSpPr/>
      </dsp:nvSpPr>
      <dsp:spPr>
        <a:xfrm>
          <a:off x="1752331" y="192134"/>
          <a:ext cx="723998" cy="361999"/>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a:t>KFZ</a:t>
          </a:r>
        </a:p>
      </dsp:txBody>
      <dsp:txXfrm>
        <a:off x="1752331" y="192134"/>
        <a:ext cx="723998" cy="361999"/>
      </dsp:txXfrm>
    </dsp:sp>
    <dsp:sp modelId="{1A40FA0F-2AF1-4E66-A0F5-6139F3E60436}">
      <dsp:nvSpPr>
        <dsp:cNvPr id="0" name=""/>
        <dsp:cNvSpPr/>
      </dsp:nvSpPr>
      <dsp:spPr>
        <a:xfrm>
          <a:off x="255"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Ort</a:t>
          </a:r>
        </a:p>
      </dsp:txBody>
      <dsp:txXfrm>
        <a:off x="255" y="706172"/>
        <a:ext cx="723998" cy="361999"/>
      </dsp:txXfrm>
    </dsp:sp>
    <dsp:sp modelId="{F1B82CC1-9737-49D9-93AB-D12CDDEE964A}">
      <dsp:nvSpPr>
        <dsp:cNvPr id="0" name=""/>
        <dsp:cNvSpPr/>
      </dsp:nvSpPr>
      <dsp:spPr>
        <a:xfrm>
          <a:off x="181255"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err="1"/>
            <a:t>Ort_id</a:t>
          </a:r>
          <a:endParaRPr lang="de-DE" sz="1400" kern="1200" dirty="0"/>
        </a:p>
      </dsp:txBody>
      <dsp:txXfrm>
        <a:off x="181255" y="1220211"/>
        <a:ext cx="723998" cy="361999"/>
      </dsp:txXfrm>
    </dsp:sp>
    <dsp:sp modelId="{99BC8703-A174-4025-85FF-C75DF46C60C6}">
      <dsp:nvSpPr>
        <dsp:cNvPr id="0" name=""/>
        <dsp:cNvSpPr/>
      </dsp:nvSpPr>
      <dsp:spPr>
        <a:xfrm>
          <a:off x="181255"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PLZ</a:t>
          </a:r>
        </a:p>
      </dsp:txBody>
      <dsp:txXfrm>
        <a:off x="181255" y="1734250"/>
        <a:ext cx="723998" cy="361999"/>
      </dsp:txXfrm>
    </dsp:sp>
    <dsp:sp modelId="{1501263F-B79C-468E-8CDD-A7468950138E}">
      <dsp:nvSpPr>
        <dsp:cNvPr id="0" name=""/>
        <dsp:cNvSpPr/>
      </dsp:nvSpPr>
      <dsp:spPr>
        <a:xfrm>
          <a:off x="181255"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Ortsname</a:t>
          </a:r>
        </a:p>
      </dsp:txBody>
      <dsp:txXfrm>
        <a:off x="181255" y="2248288"/>
        <a:ext cx="723998" cy="361999"/>
      </dsp:txXfrm>
    </dsp:sp>
    <dsp:sp modelId="{908BBE12-63B8-4DBF-90F0-B9F05A5629A5}">
      <dsp:nvSpPr>
        <dsp:cNvPr id="0" name=""/>
        <dsp:cNvSpPr/>
      </dsp:nvSpPr>
      <dsp:spPr>
        <a:xfrm>
          <a:off x="876293"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e-DE" sz="1400" kern="1200" dirty="0"/>
            <a:t>Kunde</a:t>
          </a:r>
          <a:endParaRPr lang="de-DE" kern="1200" dirty="0"/>
        </a:p>
      </dsp:txBody>
      <dsp:txXfrm>
        <a:off x="876293" y="706172"/>
        <a:ext cx="723998" cy="361999"/>
      </dsp:txXfrm>
    </dsp:sp>
    <dsp:sp modelId="{A9C2D33E-16D5-4DC6-8C89-25D55E2E6FE5}">
      <dsp:nvSpPr>
        <dsp:cNvPr id="0" name=""/>
        <dsp:cNvSpPr/>
      </dsp:nvSpPr>
      <dsp:spPr>
        <a:xfrm>
          <a:off x="1057292"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Kun_id</a:t>
          </a:r>
          <a:endParaRPr lang="de-DE" sz="1200" kern="1200" dirty="0"/>
        </a:p>
      </dsp:txBody>
      <dsp:txXfrm>
        <a:off x="1057292" y="1220211"/>
        <a:ext cx="723998" cy="361999"/>
      </dsp:txXfrm>
    </dsp:sp>
    <dsp:sp modelId="{EE1AC892-4167-4426-98A0-16DF128B4DD0}">
      <dsp:nvSpPr>
        <dsp:cNvPr id="0" name=""/>
        <dsp:cNvSpPr/>
      </dsp:nvSpPr>
      <dsp:spPr>
        <a:xfrm>
          <a:off x="1057292"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Kun_-name</a:t>
          </a:r>
        </a:p>
      </dsp:txBody>
      <dsp:txXfrm>
        <a:off x="1057292" y="1734250"/>
        <a:ext cx="723998" cy="361999"/>
      </dsp:txXfrm>
    </dsp:sp>
    <dsp:sp modelId="{3C0284F8-344A-4A27-A093-414F41BA38FC}">
      <dsp:nvSpPr>
        <dsp:cNvPr id="0" name=""/>
        <dsp:cNvSpPr/>
      </dsp:nvSpPr>
      <dsp:spPr>
        <a:xfrm>
          <a:off x="1057292"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Straße</a:t>
          </a:r>
        </a:p>
      </dsp:txBody>
      <dsp:txXfrm>
        <a:off x="1057292" y="2248288"/>
        <a:ext cx="723998" cy="361999"/>
      </dsp:txXfrm>
    </dsp:sp>
    <dsp:sp modelId="{7E7C973D-B32E-4B8F-972A-21AF2D1F604D}">
      <dsp:nvSpPr>
        <dsp:cNvPr id="0" name=""/>
        <dsp:cNvSpPr/>
      </dsp:nvSpPr>
      <dsp:spPr>
        <a:xfrm>
          <a:off x="1057292"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Haus-nummer</a:t>
          </a:r>
        </a:p>
      </dsp:txBody>
      <dsp:txXfrm>
        <a:off x="1057292" y="2762327"/>
        <a:ext cx="723998" cy="361999"/>
      </dsp:txXfrm>
    </dsp:sp>
    <dsp:sp modelId="{B3ED08DB-45AF-4ED5-BC41-036C6267D4B8}">
      <dsp:nvSpPr>
        <dsp:cNvPr id="0" name=""/>
        <dsp:cNvSpPr/>
      </dsp:nvSpPr>
      <dsp:spPr>
        <a:xfrm>
          <a:off x="1057292"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Telefon</a:t>
          </a:r>
        </a:p>
      </dsp:txBody>
      <dsp:txXfrm>
        <a:off x="1057292" y="3276366"/>
        <a:ext cx="723998" cy="361999"/>
      </dsp:txXfrm>
    </dsp:sp>
    <dsp:sp modelId="{8798F0A4-E69F-44B7-B4D1-F5B764859C7E}">
      <dsp:nvSpPr>
        <dsp:cNvPr id="0" name=""/>
        <dsp:cNvSpPr/>
      </dsp:nvSpPr>
      <dsp:spPr>
        <a:xfrm>
          <a:off x="1057292" y="3790404"/>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E-Mail</a:t>
          </a:r>
        </a:p>
      </dsp:txBody>
      <dsp:txXfrm>
        <a:off x="1057292" y="3790404"/>
        <a:ext cx="723998" cy="361999"/>
      </dsp:txXfrm>
    </dsp:sp>
    <dsp:sp modelId="{482104FF-545B-428F-9A99-CF5DB32512B0}">
      <dsp:nvSpPr>
        <dsp:cNvPr id="0" name=""/>
        <dsp:cNvSpPr/>
      </dsp:nvSpPr>
      <dsp:spPr>
        <a:xfrm>
          <a:off x="1057292" y="4304443"/>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Ort_id_f</a:t>
          </a:r>
          <a:endParaRPr lang="de-DE" sz="1200" kern="1200" dirty="0"/>
        </a:p>
      </dsp:txBody>
      <dsp:txXfrm>
        <a:off x="1057292" y="4304443"/>
        <a:ext cx="723998" cy="361999"/>
      </dsp:txXfrm>
    </dsp:sp>
    <dsp:sp modelId="{36944AE6-02F6-4A89-9A7B-7E7511698CC8}">
      <dsp:nvSpPr>
        <dsp:cNvPr id="0" name=""/>
        <dsp:cNvSpPr/>
      </dsp:nvSpPr>
      <dsp:spPr>
        <a:xfrm>
          <a:off x="1752331"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Auftrag</a:t>
          </a:r>
        </a:p>
      </dsp:txBody>
      <dsp:txXfrm>
        <a:off x="1752331" y="706172"/>
        <a:ext cx="723998" cy="361999"/>
      </dsp:txXfrm>
    </dsp:sp>
    <dsp:sp modelId="{38FC13C1-621D-4608-A5D0-F96825BE43AC}">
      <dsp:nvSpPr>
        <dsp:cNvPr id="0" name=""/>
        <dsp:cNvSpPr/>
      </dsp:nvSpPr>
      <dsp:spPr>
        <a:xfrm>
          <a:off x="1933330"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Auf_id</a:t>
          </a:r>
          <a:endParaRPr lang="de-DE" sz="1200" kern="1200" dirty="0"/>
        </a:p>
      </dsp:txBody>
      <dsp:txXfrm>
        <a:off x="1933330" y="1220211"/>
        <a:ext cx="723998" cy="361999"/>
      </dsp:txXfrm>
    </dsp:sp>
    <dsp:sp modelId="{97DB5454-A1A5-4903-AE11-921987EBD896}">
      <dsp:nvSpPr>
        <dsp:cNvPr id="0" name=""/>
        <dsp:cNvSpPr/>
      </dsp:nvSpPr>
      <dsp:spPr>
        <a:xfrm>
          <a:off x="1933330"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Kun_id_f</a:t>
          </a:r>
          <a:endParaRPr lang="de-DE" sz="1200" kern="1200" dirty="0"/>
        </a:p>
      </dsp:txBody>
      <dsp:txXfrm>
        <a:off x="1933330" y="1734250"/>
        <a:ext cx="723998" cy="361999"/>
      </dsp:txXfrm>
    </dsp:sp>
    <dsp:sp modelId="{27D047DE-1A9A-4C54-AAA6-F091AF0193F7}">
      <dsp:nvSpPr>
        <dsp:cNvPr id="0" name=""/>
        <dsp:cNvSpPr/>
      </dsp:nvSpPr>
      <dsp:spPr>
        <a:xfrm>
          <a:off x="1933330"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Bestell-datum</a:t>
          </a:r>
        </a:p>
      </dsp:txBody>
      <dsp:txXfrm>
        <a:off x="1933330" y="2248288"/>
        <a:ext cx="723998" cy="361999"/>
      </dsp:txXfrm>
    </dsp:sp>
    <dsp:sp modelId="{DB735B7A-28B8-4C3B-9863-B17BE7AC949F}">
      <dsp:nvSpPr>
        <dsp:cNvPr id="0" name=""/>
        <dsp:cNvSpPr/>
      </dsp:nvSpPr>
      <dsp:spPr>
        <a:xfrm>
          <a:off x="2628368"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Position</a:t>
          </a:r>
        </a:p>
      </dsp:txBody>
      <dsp:txXfrm>
        <a:off x="2628368" y="706172"/>
        <a:ext cx="723998" cy="361999"/>
      </dsp:txXfrm>
    </dsp:sp>
    <dsp:sp modelId="{186BDEA5-4E36-4323-8EB9-0985FE26F52D}">
      <dsp:nvSpPr>
        <dsp:cNvPr id="0" name=""/>
        <dsp:cNvSpPr/>
      </dsp:nvSpPr>
      <dsp:spPr>
        <a:xfrm>
          <a:off x="2809368"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Pos_id</a:t>
          </a:r>
          <a:endParaRPr lang="de-DE" sz="1200" kern="1200" dirty="0"/>
        </a:p>
      </dsp:txBody>
      <dsp:txXfrm>
        <a:off x="2809368" y="1220211"/>
        <a:ext cx="723998" cy="361999"/>
      </dsp:txXfrm>
    </dsp:sp>
    <dsp:sp modelId="{FF141B75-6FE3-4973-BC64-406FA62900D8}">
      <dsp:nvSpPr>
        <dsp:cNvPr id="0" name=""/>
        <dsp:cNvSpPr/>
      </dsp:nvSpPr>
      <dsp:spPr>
        <a:xfrm>
          <a:off x="2809368"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Art_id_f</a:t>
          </a:r>
          <a:endParaRPr lang="de-DE" sz="1200" kern="1200" dirty="0"/>
        </a:p>
      </dsp:txBody>
      <dsp:txXfrm>
        <a:off x="2809368" y="1734250"/>
        <a:ext cx="723998" cy="361999"/>
      </dsp:txXfrm>
    </dsp:sp>
    <dsp:sp modelId="{2E8ABDDA-4C1F-4F32-8341-D269558C7263}">
      <dsp:nvSpPr>
        <dsp:cNvPr id="0" name=""/>
        <dsp:cNvSpPr/>
      </dsp:nvSpPr>
      <dsp:spPr>
        <a:xfrm>
          <a:off x="2809368"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Auf_id_f</a:t>
          </a:r>
          <a:endParaRPr lang="de-DE" sz="1200" kern="1200" dirty="0"/>
        </a:p>
      </dsp:txBody>
      <dsp:txXfrm>
        <a:off x="2809368" y="2248288"/>
        <a:ext cx="723998" cy="361999"/>
      </dsp:txXfrm>
    </dsp:sp>
    <dsp:sp modelId="{59B13B6D-559D-4577-B88C-E4EBB5B9330F}">
      <dsp:nvSpPr>
        <dsp:cNvPr id="0" name=""/>
        <dsp:cNvSpPr/>
      </dsp:nvSpPr>
      <dsp:spPr>
        <a:xfrm>
          <a:off x="2809368"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Menge</a:t>
          </a:r>
        </a:p>
      </dsp:txBody>
      <dsp:txXfrm>
        <a:off x="2809368" y="2762327"/>
        <a:ext cx="723998" cy="361999"/>
      </dsp:txXfrm>
    </dsp:sp>
    <dsp:sp modelId="{C1D893FA-15AF-4B87-9690-0131022377B6}">
      <dsp:nvSpPr>
        <dsp:cNvPr id="0" name=""/>
        <dsp:cNvSpPr/>
      </dsp:nvSpPr>
      <dsp:spPr>
        <a:xfrm>
          <a:off x="2809368"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Rabatt</a:t>
          </a:r>
        </a:p>
      </dsp:txBody>
      <dsp:txXfrm>
        <a:off x="2809368" y="3276366"/>
        <a:ext cx="723998" cy="361999"/>
      </dsp:txXfrm>
    </dsp:sp>
    <dsp:sp modelId="{300F72C8-423F-4D7A-8511-F54946BD9910}">
      <dsp:nvSpPr>
        <dsp:cNvPr id="0" name=""/>
        <dsp:cNvSpPr/>
      </dsp:nvSpPr>
      <dsp:spPr>
        <a:xfrm>
          <a:off x="3504406" y="706172"/>
          <a:ext cx="723998" cy="36199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Artikel</a:t>
          </a:r>
        </a:p>
      </dsp:txBody>
      <dsp:txXfrm>
        <a:off x="3504406" y="706172"/>
        <a:ext cx="723998" cy="361999"/>
      </dsp:txXfrm>
    </dsp:sp>
    <dsp:sp modelId="{50ED118C-FD6F-4995-9C88-655CACB534B0}">
      <dsp:nvSpPr>
        <dsp:cNvPr id="0" name=""/>
        <dsp:cNvSpPr/>
      </dsp:nvSpPr>
      <dsp:spPr>
        <a:xfrm>
          <a:off x="3685406" y="1220211"/>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Art_id</a:t>
          </a:r>
          <a:endParaRPr lang="de-DE" sz="1200" kern="1200" dirty="0"/>
        </a:p>
      </dsp:txBody>
      <dsp:txXfrm>
        <a:off x="3685406" y="1220211"/>
        <a:ext cx="723998" cy="361999"/>
      </dsp:txXfrm>
    </dsp:sp>
    <dsp:sp modelId="{8D0B0D71-5EB7-4544-92A0-4F1F9CC28B2A}">
      <dsp:nvSpPr>
        <dsp:cNvPr id="0" name=""/>
        <dsp:cNvSpPr/>
      </dsp:nvSpPr>
      <dsp:spPr>
        <a:xfrm>
          <a:off x="3685406" y="1734250"/>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Art_name</a:t>
          </a:r>
          <a:endParaRPr lang="de-DE" sz="1200" kern="1200" dirty="0"/>
        </a:p>
      </dsp:txBody>
      <dsp:txXfrm>
        <a:off x="3685406" y="1734250"/>
        <a:ext cx="723998" cy="361999"/>
      </dsp:txXfrm>
    </dsp:sp>
    <dsp:sp modelId="{5E61FF5F-169C-414C-B100-D42E86D2450C}">
      <dsp:nvSpPr>
        <dsp:cNvPr id="0" name=""/>
        <dsp:cNvSpPr/>
      </dsp:nvSpPr>
      <dsp:spPr>
        <a:xfrm>
          <a:off x="3685406" y="2248288"/>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Melde-bestand</a:t>
          </a:r>
        </a:p>
      </dsp:txBody>
      <dsp:txXfrm>
        <a:off x="3685406" y="2248288"/>
        <a:ext cx="723998" cy="361999"/>
      </dsp:txXfrm>
    </dsp:sp>
    <dsp:sp modelId="{AA601002-A2E6-4518-95EF-B539F6CA8BBF}">
      <dsp:nvSpPr>
        <dsp:cNvPr id="0" name=""/>
        <dsp:cNvSpPr/>
      </dsp:nvSpPr>
      <dsp:spPr>
        <a:xfrm>
          <a:off x="3685406" y="2762327"/>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Lager-bestand</a:t>
          </a:r>
        </a:p>
      </dsp:txBody>
      <dsp:txXfrm>
        <a:off x="3685406" y="2762327"/>
        <a:ext cx="723998" cy="361999"/>
      </dsp:txXfrm>
    </dsp:sp>
    <dsp:sp modelId="{A6C6976D-9D0D-443E-B9CE-12345B282C0E}">
      <dsp:nvSpPr>
        <dsp:cNvPr id="0" name=""/>
        <dsp:cNvSpPr/>
      </dsp:nvSpPr>
      <dsp:spPr>
        <a:xfrm>
          <a:off x="3685406" y="3276366"/>
          <a:ext cx="723998" cy="3619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a:t>Stückpreis</a:t>
          </a:r>
        </a:p>
      </dsp:txBody>
      <dsp:txXfrm>
        <a:off x="3685406" y="3276366"/>
        <a:ext cx="723998" cy="361999"/>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2787829" y="3568171"/>
            <a:ext cx="9144000" cy="1655762"/>
          </a:xfrm>
        </p:spPr>
        <p:txBody>
          <a:bodyPr/>
          <a:lstStyle>
            <a:lvl1pPr marL="0" indent="0" algn="r">
              <a:buNone/>
              <a:defRPr sz="2400" b="1">
                <a:solidFill>
                  <a:srgbClr val="E3005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Formatvorlage des Untertitelmasters durch Klicken bearbeiten</a:t>
            </a:r>
          </a:p>
        </p:txBody>
      </p:sp>
      <p:sp>
        <p:nvSpPr>
          <p:cNvPr id="4" name="Datumsplatzhalter 3"/>
          <p:cNvSpPr>
            <a:spLocks noGrp="1"/>
          </p:cNvSpPr>
          <p:nvPr>
            <p:ph type="dt" sz="half" idx="10"/>
          </p:nvPr>
        </p:nvSpPr>
        <p:spPr/>
        <p:txBody>
          <a:bodyPr/>
          <a:lstStyle/>
          <a:p>
            <a:fld id="{46BAD19C-C06D-4329-A11C-2F746C1AA8FD}" type="datetimeFigureOut">
              <a:rPr lang="de-DE" smtClean="0"/>
              <a:t>11.11.2025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1820" t="22103" r="21125" b="22103"/>
          <a:stretch/>
        </p:blipFill>
        <p:spPr>
          <a:xfrm>
            <a:off x="3886016" y="0"/>
            <a:ext cx="8045813" cy="3146694"/>
          </a:xfrm>
          <a:prstGeom prst="rect">
            <a:avLst/>
          </a:prstGeom>
        </p:spPr>
      </p:pic>
    </p:spTree>
    <p:extLst>
      <p:ext uri="{BB962C8B-B14F-4D97-AF65-F5344CB8AC3E}">
        <p14:creationId xmlns:p14="http://schemas.microsoft.com/office/powerpoint/2010/main" val="3240054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BA34FE47-BBE1-499C-9867-4079DD1807B9}"/>
              </a:ext>
            </a:extLst>
          </p:cNvPr>
          <p:cNvSpPr/>
          <p:nvPr userDrawn="1"/>
        </p:nvSpPr>
        <p:spPr>
          <a:xfrm>
            <a:off x="-97278" y="6176962"/>
            <a:ext cx="12373583" cy="768587"/>
          </a:xfrm>
          <a:prstGeom prst="rect">
            <a:avLst/>
          </a:prstGeom>
          <a:solidFill>
            <a:srgbClr val="76B72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p:cNvSpPr>
            <a:spLocks noGrp="1"/>
          </p:cNvSpPr>
          <p:nvPr>
            <p:ph type="title"/>
          </p:nvPr>
        </p:nvSpPr>
        <p:spPr>
          <a:xfrm>
            <a:off x="160867" y="320675"/>
            <a:ext cx="10515600" cy="1325563"/>
          </a:xfrm>
        </p:spPr>
        <p:txBody>
          <a:bodyPr/>
          <a:lstStyle>
            <a:lvl1pPr>
              <a:defRPr b="1">
                <a:solidFill>
                  <a:srgbClr val="E30051"/>
                </a:solidFill>
                <a:latin typeface="Arial" panose="020B0604020202020204" pitchFamily="34" charset="0"/>
                <a:cs typeface="Arial" panose="020B0604020202020204" pitchFamily="34" charset="0"/>
              </a:defRPr>
            </a:lvl1pPr>
          </a:lstStyle>
          <a:p>
            <a:r>
              <a:rPr lang="de-DE" dirty="0"/>
              <a:t>Titelmasterformat durch Klicken bearbeiten</a:t>
            </a:r>
          </a:p>
        </p:txBody>
      </p:sp>
      <p:sp>
        <p:nvSpPr>
          <p:cNvPr id="3" name="Inhaltsplatzhalter 2"/>
          <p:cNvSpPr>
            <a:spLocks noGrp="1"/>
          </p:cNvSpPr>
          <p:nvPr>
            <p:ph idx="1"/>
          </p:nvPr>
        </p:nvSpPr>
        <p:spPr>
          <a:xfrm>
            <a:off x="160867" y="1825625"/>
            <a:ext cx="10515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2274" t="22783" r="21578" b="22103"/>
          <a:stretch/>
        </p:blipFill>
        <p:spPr>
          <a:xfrm>
            <a:off x="9062269" y="389731"/>
            <a:ext cx="2968275" cy="1165251"/>
          </a:xfrm>
          <a:prstGeom prst="rect">
            <a:avLst/>
          </a:prstGeom>
        </p:spPr>
      </p:pic>
      <p:sp>
        <p:nvSpPr>
          <p:cNvPr id="11" name="Textfeld 10">
            <a:extLst>
              <a:ext uri="{FF2B5EF4-FFF2-40B4-BE49-F238E27FC236}">
                <a16:creationId xmlns:a16="http://schemas.microsoft.com/office/drawing/2014/main" id="{7D35D1A3-4AA7-4035-943A-1D9D2F8F595A}"/>
              </a:ext>
            </a:extLst>
          </p:cNvPr>
          <p:cNvSpPr txBox="1"/>
          <p:nvPr userDrawn="1"/>
        </p:nvSpPr>
        <p:spPr>
          <a:xfrm>
            <a:off x="10914434" y="6352161"/>
            <a:ext cx="826851" cy="369332"/>
          </a:xfrm>
          <a:prstGeom prst="rect">
            <a:avLst/>
          </a:prstGeom>
          <a:noFill/>
        </p:spPr>
        <p:txBody>
          <a:bodyPr wrap="square" rtlCol="0">
            <a:spAutoFit/>
          </a:bodyPr>
          <a:lstStyle/>
          <a:p>
            <a:fld id="{5990DB8E-EF2C-432C-BA97-787CD29BEB0C}" type="slidenum">
              <a:rPr lang="de-DE" smtClean="0">
                <a:latin typeface="Arial" panose="020B0604020202020204" pitchFamily="34" charset="0"/>
                <a:cs typeface="Arial" panose="020B0604020202020204" pitchFamily="34" charset="0"/>
              </a:rPr>
              <a:t>‹Nr.›</a:t>
            </a:fld>
            <a:endParaRPr lang="de-DE" dirty="0">
              <a:latin typeface="Arial" panose="020B0604020202020204" pitchFamily="34" charset="0"/>
              <a:cs typeface="Arial" panose="020B0604020202020204" pitchFamily="34" charset="0"/>
            </a:endParaRPr>
          </a:p>
        </p:txBody>
      </p:sp>
      <p:sp>
        <p:nvSpPr>
          <p:cNvPr id="4" name="Textfeld 3">
            <a:extLst>
              <a:ext uri="{FF2B5EF4-FFF2-40B4-BE49-F238E27FC236}">
                <a16:creationId xmlns:a16="http://schemas.microsoft.com/office/drawing/2014/main" id="{4FF7ED6C-24E2-4BF2-9986-EEF22C4BD38D}"/>
              </a:ext>
            </a:extLst>
          </p:cNvPr>
          <p:cNvSpPr txBox="1"/>
          <p:nvPr userDrawn="1"/>
        </p:nvSpPr>
        <p:spPr>
          <a:xfrm>
            <a:off x="0" y="6642556"/>
            <a:ext cx="1721795" cy="215444"/>
          </a:xfrm>
          <a:prstGeom prst="rect">
            <a:avLst/>
          </a:prstGeom>
          <a:noFill/>
        </p:spPr>
        <p:txBody>
          <a:bodyPr wrap="square" rtlCol="0">
            <a:spAutoFit/>
          </a:bodyPr>
          <a:lstStyle/>
          <a:p>
            <a:r>
              <a:rPr lang="de-DE" sz="800" dirty="0">
                <a:latin typeface="Verdana" panose="020B0604030504040204" pitchFamily="34" charset="0"/>
                <a:ea typeface="Verdana" panose="020B0604030504040204" pitchFamily="34" charset="0"/>
                <a:cs typeface="Arial" panose="020B0604020202020204" pitchFamily="34" charset="0"/>
              </a:rPr>
              <a:t>Informatiksysteme</a:t>
            </a:r>
          </a:p>
        </p:txBody>
      </p:sp>
    </p:spTree>
    <p:extLst>
      <p:ext uri="{BB962C8B-B14F-4D97-AF65-F5344CB8AC3E}">
        <p14:creationId xmlns:p14="http://schemas.microsoft.com/office/powerpoint/2010/main" val="1214206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160867" y="320675"/>
            <a:ext cx="10515600" cy="1325563"/>
          </a:xfrm>
        </p:spPr>
        <p:txBody>
          <a:bodyPr/>
          <a:lstStyle>
            <a:lvl1pPr>
              <a:defRPr b="1">
                <a:solidFill>
                  <a:srgbClr val="E30051"/>
                </a:solidFill>
                <a:latin typeface="Arial" panose="020B0604020202020204" pitchFamily="34" charset="0"/>
                <a:cs typeface="Arial" panose="020B0604020202020204" pitchFamily="34" charset="0"/>
              </a:defRPr>
            </a:lvl1pPr>
          </a:lstStyle>
          <a:p>
            <a:r>
              <a:rPr lang="de-DE" dirty="0"/>
              <a:t>Titelmasterformat durch Klicken bearbeiten</a:t>
            </a:r>
          </a:p>
        </p:txBody>
      </p:sp>
      <p:sp>
        <p:nvSpPr>
          <p:cNvPr id="3" name="Inhaltsplatzhalter 2"/>
          <p:cNvSpPr>
            <a:spLocks noGrp="1"/>
          </p:cNvSpPr>
          <p:nvPr>
            <p:ph idx="1"/>
          </p:nvPr>
        </p:nvSpPr>
        <p:spPr>
          <a:xfrm>
            <a:off x="160867" y="1825625"/>
            <a:ext cx="10515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7" name="Grafik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2274" t="22783" r="21578" b="22103"/>
          <a:stretch/>
        </p:blipFill>
        <p:spPr>
          <a:xfrm>
            <a:off x="9062269" y="389731"/>
            <a:ext cx="2968275" cy="1165251"/>
          </a:xfrm>
          <a:prstGeom prst="rect">
            <a:avLst/>
          </a:prstGeom>
        </p:spPr>
      </p:pic>
    </p:spTree>
    <p:extLst>
      <p:ext uri="{BB962C8B-B14F-4D97-AF65-F5344CB8AC3E}">
        <p14:creationId xmlns:p14="http://schemas.microsoft.com/office/powerpoint/2010/main" val="241641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46BAD19C-C06D-4329-A11C-2F746C1AA8FD}" type="datetimeFigureOut">
              <a:rPr lang="de-DE" smtClean="0"/>
              <a:t>11.11.2025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381598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46BAD19C-C06D-4329-A11C-2F746C1AA8FD}" type="datetimeFigureOut">
              <a:rPr lang="de-DE" smtClean="0"/>
              <a:t>11.11.2025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37074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839788" y="2505075"/>
            <a:ext cx="5157787"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46BAD19C-C06D-4329-A11C-2F746C1AA8FD}" type="datetimeFigureOut">
              <a:rPr lang="de-DE" smtClean="0"/>
              <a:t>11.11.2025</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5235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46BAD19C-C06D-4329-A11C-2F746C1AA8FD}" type="datetimeFigureOut">
              <a:rPr lang="de-DE" smtClean="0"/>
              <a:t>11.11.2025</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929354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6BAD19C-C06D-4329-A11C-2F746C1AA8FD}" type="datetimeFigureOut">
              <a:rPr lang="de-DE" smtClean="0"/>
              <a:t>11.11.2025</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222870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46BAD19C-C06D-4329-A11C-2F746C1AA8FD}" type="datetimeFigureOut">
              <a:rPr lang="de-DE" smtClean="0"/>
              <a:t>11.11.2025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933685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46BAD19C-C06D-4329-A11C-2F746C1AA8FD}" type="datetimeFigureOut">
              <a:rPr lang="de-DE" smtClean="0"/>
              <a:t>11.11.2025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1103005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46BAD19C-C06D-4329-A11C-2F746C1AA8FD}" type="datetimeFigureOut">
              <a:rPr lang="de-DE" smtClean="0"/>
              <a:t>11.11.2025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2410750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46BAD19C-C06D-4329-A11C-2F746C1AA8FD}" type="datetimeFigureOut">
              <a:rPr lang="de-DE" smtClean="0"/>
              <a:t>11.11.2025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23F2F304-80D7-4E14-A6ED-AE31697895C5}" type="slidenum">
              <a:rPr lang="de-DE" smtClean="0"/>
              <a:t>‹Nr.›</a:t>
            </a:fld>
            <a:endParaRPr lang="de-DE"/>
          </a:p>
        </p:txBody>
      </p:sp>
    </p:spTree>
    <p:extLst>
      <p:ext uri="{BB962C8B-B14F-4D97-AF65-F5344CB8AC3E}">
        <p14:creationId xmlns:p14="http://schemas.microsoft.com/office/powerpoint/2010/main" val="3840932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BAD19C-C06D-4329-A11C-2F746C1AA8FD}" type="datetimeFigureOut">
              <a:rPr lang="de-DE" smtClean="0"/>
              <a:t>11.11.2025</a:t>
            </a:fld>
            <a:endParaRPr lang="de-DE" dirty="0"/>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dirty="0"/>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F2F304-80D7-4E14-A6ED-AE31697895C5}" type="slidenum">
              <a:rPr lang="de-DE" smtClean="0"/>
              <a:t>‹Nr.›</a:t>
            </a:fld>
            <a:endParaRPr lang="de-DE"/>
          </a:p>
        </p:txBody>
      </p:sp>
    </p:spTree>
    <p:extLst>
      <p:ext uri="{BB962C8B-B14F-4D97-AF65-F5344CB8AC3E}">
        <p14:creationId xmlns:p14="http://schemas.microsoft.com/office/powerpoint/2010/main" val="460533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luis.uni-hannover.de/fileadmin/kurse/material/access/01_Access_DatenbankEinfuehrung.pdf"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luis.uni-hannover.de/fileadmin/kurse/material/access/01_Access_DatenbankEinfuehrung.pdf"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4.xml"/><Relationship Id="rId7" Type="http://schemas.openxmlformats.org/officeDocument/2006/relationships/image" Target="../media/image1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5.xml"/><Relationship Id="rId7" Type="http://schemas.openxmlformats.org/officeDocument/2006/relationships/image" Target="../media/image16.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fachinformatikerwissen.de/pages/wis_db_obje.shtml"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inf-schule.de/datenbanksysteme/ermodelle/datenmodell"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hyperlink" Target="https://de.wikipedia.org/wiki/Datei:Grundbegriffe_relationaler_Datenbanken.svg" TargetMode="External"/><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hyperlink" Target="https://creativecommons.org/licenses/by-sa/3.0/"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 Id="rId4" Type="http://schemas.openxmlformats.org/officeDocument/2006/relationships/hyperlink" Target="https://de.wikipedia.org/w/index.php?curid=4399541"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hyperlink" Target="https://digitalmode.net/2016/03/07/top-10-greatest-people/"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8.svg"/><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3" Type="http://schemas.openxmlformats.org/officeDocument/2006/relationships/hyperlink" Target="https://www.kvno.de/fileadmin/shared/pdf/online/verordnungen/morbiditaetsstatistik/100icd_20-3.pdf?v=1636545602" TargetMode="Externa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4.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7.xml"/><Relationship Id="rId7" Type="http://schemas.openxmlformats.org/officeDocument/2006/relationships/image" Target="../media/image58.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4.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10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hyperlink" Target="https://mvnrepository.com/artifact/org.xerial/sqlite-jdbc" TargetMode="External"/><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12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hyperlink" Target="file:///\\10.1.1.5\Klassen\2_Klassenordner\IFSY1\Praktikum_Datenbanken\SFS-Praktikum\Github_Anleitung.mp4" TargetMode="External"/><Relationship Id="rId2" Type="http://schemas.openxmlformats.org/officeDocument/2006/relationships/hyperlink" Target="file:///\\10.1.1.5\Klassen\2_Klassenordner\IFSY1\Praktikum_Datenbanken\SFS-Praktikum\Praktikum.pdf" TargetMode="External"/><Relationship Id="rId1" Type="http://schemas.openxmlformats.org/officeDocument/2006/relationships/slideLayout" Target="../slideLayouts/slideLayout2.xml"/><Relationship Id="rId4" Type="http://schemas.openxmlformats.org/officeDocument/2006/relationships/hyperlink" Target="file:///\\10.1.1.5\Klassen\2_Klassenordner\IFSY1\Praktikum_Datenbanken\SFS-Praktikum\Aufgabenstellung.pdf" TargetMode="External"/></Relationships>
</file>

<file path=ppt/slides/_rels/slide130.xml.rels><?xml version="1.0" encoding="UTF-8" standalone="yes"?>
<Relationships xmlns="http://schemas.openxmlformats.org/package/2006/relationships"><Relationship Id="rId2" Type="http://schemas.openxmlformats.org/officeDocument/2006/relationships/hyperlink" Target="file:///\\10.1.1.5\Klassen\2_Klassenordner\IFSY1\Praktikum_Datenbanken\&#220;bungsblatt_JFX.pdf" TargetMode="Externa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BGY Klasse 12 – Informatiksysteme</a:t>
            </a:r>
          </a:p>
          <a:p>
            <a:pPr algn="r"/>
            <a:r>
              <a:rPr lang="de-DE" dirty="0">
                <a:solidFill>
                  <a:srgbClr val="009633"/>
                </a:solidFill>
              </a:rPr>
              <a:t>Datenbank-Technologie</a:t>
            </a:r>
          </a:p>
          <a:p>
            <a:pPr algn="r"/>
            <a:r>
              <a:rPr lang="de-DE" dirty="0">
                <a:solidFill>
                  <a:srgbClr val="009633"/>
                </a:solidFill>
              </a:rPr>
              <a:t>Nico Schulze</a:t>
            </a:r>
            <a:endParaRPr lang="de-DE" dirty="0">
              <a:solidFill>
                <a:srgbClr val="F68800"/>
              </a:solidFill>
            </a:endParaRPr>
          </a:p>
        </p:txBody>
      </p:sp>
    </p:spTree>
    <p:extLst>
      <p:ext uri="{BB962C8B-B14F-4D97-AF65-F5344CB8AC3E}">
        <p14:creationId xmlns:p14="http://schemas.microsoft.com/office/powerpoint/2010/main" val="2140574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2DD6DE-00EA-46C8-AF01-1ED593ED93E4}"/>
              </a:ext>
            </a:extLst>
          </p:cNvPr>
          <p:cNvSpPr>
            <a:spLocks noGrp="1"/>
          </p:cNvSpPr>
          <p:nvPr>
            <p:ph type="title"/>
          </p:nvPr>
        </p:nvSpPr>
        <p:spPr/>
        <p:txBody>
          <a:bodyPr/>
          <a:lstStyle/>
          <a:p>
            <a:r>
              <a:rPr lang="de-DE" dirty="0"/>
              <a:t>Symbolik / Legende</a:t>
            </a:r>
          </a:p>
        </p:txBody>
      </p:sp>
      <p:pic>
        <p:nvPicPr>
          <p:cNvPr id="5" name="Grafik 4">
            <a:extLst>
              <a:ext uri="{FF2B5EF4-FFF2-40B4-BE49-F238E27FC236}">
                <a16:creationId xmlns:a16="http://schemas.microsoft.com/office/drawing/2014/main" id="{FC5DCF7C-EB0B-416A-B8CE-4E004AC792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8195" y="1646238"/>
            <a:ext cx="525054" cy="1235797"/>
          </a:xfrm>
          <a:prstGeom prst="rect">
            <a:avLst/>
          </a:prstGeom>
        </p:spPr>
      </p:pic>
      <p:sp>
        <p:nvSpPr>
          <p:cNvPr id="6" name="Textfeld 5">
            <a:extLst>
              <a:ext uri="{FF2B5EF4-FFF2-40B4-BE49-F238E27FC236}">
                <a16:creationId xmlns:a16="http://schemas.microsoft.com/office/drawing/2014/main" id="{4892A9CF-7EFE-4940-9B68-819B3D88198F}"/>
              </a:ext>
            </a:extLst>
          </p:cNvPr>
          <p:cNvSpPr txBox="1"/>
          <p:nvPr/>
        </p:nvSpPr>
        <p:spPr>
          <a:xfrm>
            <a:off x="2480734" y="1802471"/>
            <a:ext cx="6273800" cy="923330"/>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wichtige </a:t>
            </a:r>
            <a:r>
              <a:rPr lang="de-DE" dirty="0">
                <a:solidFill>
                  <a:srgbClr val="FF0000"/>
                </a:solidFill>
                <a:latin typeface="Arial" panose="020B0604020202020204" pitchFamily="34" charset="0"/>
                <a:cs typeface="Arial" panose="020B0604020202020204" pitchFamily="34" charset="0"/>
              </a:rPr>
              <a:t>Fakten und Definitionen</a:t>
            </a:r>
            <a:r>
              <a:rPr lang="de-DE" dirty="0">
                <a:latin typeface="Arial" panose="020B0604020202020204" pitchFamily="34" charset="0"/>
                <a:cs typeface="Arial" panose="020B0604020202020204" pitchFamily="34" charset="0"/>
              </a:rPr>
              <a:t>, die Sie kennen und beherrschen müssen</a:t>
            </a:r>
          </a:p>
          <a:p>
            <a:r>
              <a:rPr lang="de-DE" dirty="0">
                <a:latin typeface="Arial" panose="020B0604020202020204" pitchFamily="34" charset="0"/>
                <a:cs typeface="Arial" panose="020B0604020202020204" pitchFamily="34" charset="0"/>
              </a:rPr>
              <a:t>(es bietet sich an, diese aufzuschreiben)</a:t>
            </a:r>
          </a:p>
        </p:txBody>
      </p:sp>
      <p:pic>
        <p:nvPicPr>
          <p:cNvPr id="8" name="Grafik 7">
            <a:extLst>
              <a:ext uri="{FF2B5EF4-FFF2-40B4-BE49-F238E27FC236}">
                <a16:creationId xmlns:a16="http://schemas.microsoft.com/office/drawing/2014/main" id="{B71A273C-FC7C-408E-852A-5DC93CAA94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2332" y="3683000"/>
            <a:ext cx="1076780" cy="1443263"/>
          </a:xfrm>
          <a:prstGeom prst="rect">
            <a:avLst/>
          </a:prstGeom>
        </p:spPr>
      </p:pic>
      <p:sp>
        <p:nvSpPr>
          <p:cNvPr id="9" name="Textfeld 8">
            <a:extLst>
              <a:ext uri="{FF2B5EF4-FFF2-40B4-BE49-F238E27FC236}">
                <a16:creationId xmlns:a16="http://schemas.microsoft.com/office/drawing/2014/main" id="{B56868A6-F6EC-46D6-841A-1520CE442D6D}"/>
              </a:ext>
            </a:extLst>
          </p:cNvPr>
          <p:cNvSpPr txBox="1"/>
          <p:nvPr/>
        </p:nvSpPr>
        <p:spPr>
          <a:xfrm>
            <a:off x="2480733" y="3942966"/>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sind Aufgaben, die Ihnen helfen das Gelernte zu festigen und zu vertiefen</a:t>
            </a:r>
          </a:p>
        </p:txBody>
      </p:sp>
      <p:sp>
        <p:nvSpPr>
          <p:cNvPr id="10" name="Textfeld 9">
            <a:extLst>
              <a:ext uri="{FF2B5EF4-FFF2-40B4-BE49-F238E27FC236}">
                <a16:creationId xmlns:a16="http://schemas.microsoft.com/office/drawing/2014/main" id="{1CD0AE80-D5E1-4340-977D-3A6322ED669C}"/>
              </a:ext>
            </a:extLst>
          </p:cNvPr>
          <p:cNvSpPr txBox="1"/>
          <p:nvPr/>
        </p:nvSpPr>
        <p:spPr>
          <a:xfrm>
            <a:off x="2057400" y="5810295"/>
            <a:ext cx="7636933" cy="369332"/>
          </a:xfrm>
          <a:prstGeom prst="rect">
            <a:avLst/>
          </a:prstGeom>
          <a:solidFill>
            <a:schemeClr val="bg1">
              <a:lumMod val="95000"/>
            </a:schemeClr>
          </a:solidFill>
        </p:spPr>
        <p:txBody>
          <a:bodyPr wrap="square" rtlCol="0">
            <a:spAutoFit/>
          </a:bodyPr>
          <a:lstStyle/>
          <a:p>
            <a:r>
              <a:rPr lang="de-DE" dirty="0">
                <a:latin typeface="Arial" panose="020B0604020202020204" pitchFamily="34" charset="0"/>
                <a:cs typeface="Arial" panose="020B0604020202020204" pitchFamily="34" charset="0"/>
              </a:rPr>
              <a:t>alle anderen Folien dienen zum besseren Verständnis des Fachgebiets </a:t>
            </a:r>
          </a:p>
        </p:txBody>
      </p:sp>
    </p:spTree>
    <p:extLst>
      <p:ext uri="{BB962C8B-B14F-4D97-AF65-F5344CB8AC3E}">
        <p14:creationId xmlns:p14="http://schemas.microsoft.com/office/powerpoint/2010/main" val="29080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9AFDAC-B183-4B00-A17A-C08CA2B06E72}"/>
              </a:ext>
            </a:extLst>
          </p:cNvPr>
          <p:cNvSpPr>
            <a:spLocks noGrp="1"/>
          </p:cNvSpPr>
          <p:nvPr>
            <p:ph type="title"/>
          </p:nvPr>
        </p:nvSpPr>
        <p:spPr/>
        <p:txBody>
          <a:bodyPr/>
          <a:lstStyle/>
          <a:p>
            <a:r>
              <a:rPr lang="de-DE"/>
              <a:t>Gliederung</a:t>
            </a:r>
            <a:endParaRPr lang="de-DE" dirty="0"/>
          </a:p>
        </p:txBody>
      </p:sp>
      <p:sp>
        <p:nvSpPr>
          <p:cNvPr id="3" name="Inhaltsplatzhalter 2">
            <a:extLst>
              <a:ext uri="{FF2B5EF4-FFF2-40B4-BE49-F238E27FC236}">
                <a16:creationId xmlns:a16="http://schemas.microsoft.com/office/drawing/2014/main" id="{3389509C-501D-44D1-B9ED-C3F9CDD322E0}"/>
              </a:ext>
            </a:extLst>
          </p:cNvPr>
          <p:cNvSpPr>
            <a:spLocks noGrp="1"/>
          </p:cNvSpPr>
          <p:nvPr>
            <p:ph idx="1"/>
          </p:nvPr>
        </p:nvSpPr>
        <p:spPr/>
        <p:txBody>
          <a:bodyPr/>
          <a:lstStyle/>
          <a:p>
            <a:pPr marL="514350" indent="-514350">
              <a:buFont typeface="+mj-lt"/>
              <a:buAutoNum type="arabicPeriod"/>
            </a:pPr>
            <a:r>
              <a:rPr lang="de-DE" dirty="0"/>
              <a:t>Theoretische Grundlagen von Datenbanken</a:t>
            </a:r>
          </a:p>
          <a:p>
            <a:pPr marL="971550" lvl="1" indent="-514350">
              <a:buFont typeface="+mj-lt"/>
              <a:buAutoNum type="alphaLcPeriod"/>
            </a:pPr>
            <a:r>
              <a:rPr lang="de-DE" dirty="0"/>
              <a:t>Modelle</a:t>
            </a:r>
          </a:p>
          <a:p>
            <a:pPr marL="971550" lvl="1" indent="-514350">
              <a:buFont typeface="+mj-lt"/>
              <a:buAutoNum type="alphaLcPeriod"/>
            </a:pPr>
            <a:r>
              <a:rPr lang="de-DE" dirty="0"/>
              <a:t>Normalisierung</a:t>
            </a:r>
          </a:p>
          <a:p>
            <a:pPr marL="514350" indent="-514350">
              <a:buFont typeface="+mj-lt"/>
              <a:buAutoNum type="arabicPeriod"/>
            </a:pPr>
            <a:r>
              <a:rPr lang="de-DE" dirty="0"/>
              <a:t>Microsoft Access</a:t>
            </a:r>
          </a:p>
          <a:p>
            <a:pPr marL="514350" indent="-514350">
              <a:buFont typeface="+mj-lt"/>
              <a:buAutoNum type="arabicPeriod"/>
            </a:pPr>
            <a:r>
              <a:rPr lang="de-DE" dirty="0"/>
              <a:t>SQL</a:t>
            </a:r>
          </a:p>
        </p:txBody>
      </p:sp>
    </p:spTree>
    <p:extLst>
      <p:ext uri="{BB962C8B-B14F-4D97-AF65-F5344CB8AC3E}">
        <p14:creationId xmlns:p14="http://schemas.microsoft.com/office/powerpoint/2010/main" val="178369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„kleines“ Brainstorming</a:t>
            </a:r>
            <a:br>
              <a:rPr lang="de-DE" dirty="0"/>
            </a:br>
            <a:r>
              <a:rPr lang="de-DE" dirty="0"/>
              <a:t>zu Datenbanken und deren Begrifflichkeiten</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Ellipse 6">
            <a:extLst>
              <a:ext uri="{FF2B5EF4-FFF2-40B4-BE49-F238E27FC236}">
                <a16:creationId xmlns:a16="http://schemas.microsoft.com/office/drawing/2014/main" id="{281E2AD1-E5D4-4DA4-ABCE-F13240DE0391}"/>
              </a:ext>
            </a:extLst>
          </p:cNvPr>
          <p:cNvSpPr/>
          <p:nvPr/>
        </p:nvSpPr>
        <p:spPr>
          <a:xfrm rot="935982">
            <a:off x="518252" y="1975946"/>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Inkonsistenz</a:t>
            </a:r>
          </a:p>
        </p:txBody>
      </p:sp>
      <p:sp>
        <p:nvSpPr>
          <p:cNvPr id="10" name="Ellipse 9">
            <a:extLst>
              <a:ext uri="{FF2B5EF4-FFF2-40B4-BE49-F238E27FC236}">
                <a16:creationId xmlns:a16="http://schemas.microsoft.com/office/drawing/2014/main" id="{EFA52067-208C-4735-88E4-A07D2C3AF90E}"/>
              </a:ext>
            </a:extLst>
          </p:cNvPr>
          <p:cNvSpPr/>
          <p:nvPr/>
        </p:nvSpPr>
        <p:spPr>
          <a:xfrm rot="19111157">
            <a:off x="9484709" y="4269325"/>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Redundanz</a:t>
            </a:r>
          </a:p>
        </p:txBody>
      </p:sp>
      <p:sp>
        <p:nvSpPr>
          <p:cNvPr id="11" name="Ellipse 10">
            <a:extLst>
              <a:ext uri="{FF2B5EF4-FFF2-40B4-BE49-F238E27FC236}">
                <a16:creationId xmlns:a16="http://schemas.microsoft.com/office/drawing/2014/main" id="{3DD3C223-1F72-4523-A242-CECCF84713E3}"/>
              </a:ext>
            </a:extLst>
          </p:cNvPr>
          <p:cNvSpPr/>
          <p:nvPr/>
        </p:nvSpPr>
        <p:spPr>
          <a:xfrm rot="18749435">
            <a:off x="4036422" y="1647318"/>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Entität</a:t>
            </a:r>
          </a:p>
        </p:txBody>
      </p:sp>
      <p:sp>
        <p:nvSpPr>
          <p:cNvPr id="12" name="Ellipse 11">
            <a:extLst>
              <a:ext uri="{FF2B5EF4-FFF2-40B4-BE49-F238E27FC236}">
                <a16:creationId xmlns:a16="http://schemas.microsoft.com/office/drawing/2014/main" id="{FB58151E-084A-4B25-BAA9-CA3FC4B1E4E4}"/>
              </a:ext>
            </a:extLst>
          </p:cNvPr>
          <p:cNvSpPr/>
          <p:nvPr/>
        </p:nvSpPr>
        <p:spPr>
          <a:xfrm rot="935982">
            <a:off x="7011937" y="2241498"/>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Attribut</a:t>
            </a:r>
          </a:p>
        </p:txBody>
      </p:sp>
      <p:sp>
        <p:nvSpPr>
          <p:cNvPr id="13" name="Ellipse 12">
            <a:extLst>
              <a:ext uri="{FF2B5EF4-FFF2-40B4-BE49-F238E27FC236}">
                <a16:creationId xmlns:a16="http://schemas.microsoft.com/office/drawing/2014/main" id="{518D5693-8E5A-45A9-A19B-D87DB601983B}"/>
              </a:ext>
            </a:extLst>
          </p:cNvPr>
          <p:cNvSpPr/>
          <p:nvPr/>
        </p:nvSpPr>
        <p:spPr>
          <a:xfrm rot="20065912">
            <a:off x="1892420" y="3583917"/>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Schlüssel</a:t>
            </a:r>
          </a:p>
        </p:txBody>
      </p:sp>
      <p:sp>
        <p:nvSpPr>
          <p:cNvPr id="14" name="Ellipse 13">
            <a:extLst>
              <a:ext uri="{FF2B5EF4-FFF2-40B4-BE49-F238E27FC236}">
                <a16:creationId xmlns:a16="http://schemas.microsoft.com/office/drawing/2014/main" id="{19CC7905-A0D0-45AC-8D29-FA6BF1DDCC29}"/>
              </a:ext>
            </a:extLst>
          </p:cNvPr>
          <p:cNvSpPr/>
          <p:nvPr/>
        </p:nvSpPr>
        <p:spPr>
          <a:xfrm rot="315656">
            <a:off x="9484710" y="1975946"/>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t>
            </a:r>
          </a:p>
        </p:txBody>
      </p:sp>
      <p:sp>
        <p:nvSpPr>
          <p:cNvPr id="15" name="Ellipse 14">
            <a:extLst>
              <a:ext uri="{FF2B5EF4-FFF2-40B4-BE49-F238E27FC236}">
                <a16:creationId xmlns:a16="http://schemas.microsoft.com/office/drawing/2014/main" id="{6A04B8F2-4D40-4800-B41A-12C769ACE10D}"/>
              </a:ext>
            </a:extLst>
          </p:cNvPr>
          <p:cNvSpPr/>
          <p:nvPr/>
        </p:nvSpPr>
        <p:spPr>
          <a:xfrm rot="21037000">
            <a:off x="4777860" y="3332531"/>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Tupel</a:t>
            </a:r>
          </a:p>
        </p:txBody>
      </p:sp>
      <p:sp>
        <p:nvSpPr>
          <p:cNvPr id="16" name="Ellipse 15">
            <a:extLst>
              <a:ext uri="{FF2B5EF4-FFF2-40B4-BE49-F238E27FC236}">
                <a16:creationId xmlns:a16="http://schemas.microsoft.com/office/drawing/2014/main" id="{CB2BED22-AD23-4445-8DBA-13BF285C3DE0}"/>
              </a:ext>
            </a:extLst>
          </p:cNvPr>
          <p:cNvSpPr/>
          <p:nvPr/>
        </p:nvSpPr>
        <p:spPr>
          <a:xfrm rot="395437">
            <a:off x="183061" y="4855499"/>
            <a:ext cx="2438957" cy="1270245"/>
          </a:xfrm>
          <a:prstGeom prst="ellipse">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Integrität</a:t>
            </a:r>
          </a:p>
        </p:txBody>
      </p:sp>
      <p:sp>
        <p:nvSpPr>
          <p:cNvPr id="17" name="Ellipse 16">
            <a:extLst>
              <a:ext uri="{FF2B5EF4-FFF2-40B4-BE49-F238E27FC236}">
                <a16:creationId xmlns:a16="http://schemas.microsoft.com/office/drawing/2014/main" id="{0D7308AB-F375-40B0-B5E5-BC387687BF19}"/>
              </a:ext>
            </a:extLst>
          </p:cNvPr>
          <p:cNvSpPr/>
          <p:nvPr/>
        </p:nvSpPr>
        <p:spPr>
          <a:xfrm rot="21435330">
            <a:off x="3530961" y="4743095"/>
            <a:ext cx="2438957" cy="1270245"/>
          </a:xfrm>
          <a:prstGeom prst="ellipse">
            <a:avLst/>
          </a:prstGeom>
          <a:solidFill>
            <a:srgbClr val="76B72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Assoziation</a:t>
            </a:r>
          </a:p>
        </p:txBody>
      </p:sp>
      <p:sp>
        <p:nvSpPr>
          <p:cNvPr id="18" name="Ellipse 17">
            <a:extLst>
              <a:ext uri="{FF2B5EF4-FFF2-40B4-BE49-F238E27FC236}">
                <a16:creationId xmlns:a16="http://schemas.microsoft.com/office/drawing/2014/main" id="{DCCC6349-8519-4525-B0F5-DF2F63E4C131}"/>
              </a:ext>
            </a:extLst>
          </p:cNvPr>
          <p:cNvSpPr/>
          <p:nvPr/>
        </p:nvSpPr>
        <p:spPr>
          <a:xfrm>
            <a:off x="6854378" y="4248564"/>
            <a:ext cx="2438957" cy="1270245"/>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Kardinalität</a:t>
            </a:r>
          </a:p>
        </p:txBody>
      </p:sp>
    </p:spTree>
    <p:extLst>
      <p:ext uri="{BB962C8B-B14F-4D97-AF65-F5344CB8AC3E}">
        <p14:creationId xmlns:p14="http://schemas.microsoft.com/office/powerpoint/2010/main" val="118734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Theoretisches Wissen</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Was ist eine Datenbank?</a:t>
            </a:r>
          </a:p>
          <a:p>
            <a:r>
              <a:rPr lang="de-DE" dirty="0"/>
              <a:t>Was ist ein Datenbankmanagementsystem?</a:t>
            </a:r>
          </a:p>
          <a:p>
            <a:r>
              <a:rPr lang="de-DE" dirty="0"/>
              <a:t>Was ist das Datenbanksystem?</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111536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a:t>
            </a:r>
            <a:br>
              <a:rPr lang="de-DE" dirty="0"/>
            </a:br>
            <a:r>
              <a:rPr lang="de-DE" dirty="0"/>
              <a:t>(DB)</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verwaltet unter Berücksichtigung log. Beziehungen eine Menge von Daten, die der Deckung des Informationsbedarfs verschiedener Benutzer dienen.</a:t>
            </a:r>
          </a:p>
          <a:p>
            <a:r>
              <a:rPr lang="de-DE" dirty="0"/>
              <a:t>Unter Umständen auch „Datenbasis“ genannt </a:t>
            </a:r>
            <a:r>
              <a:rPr lang="de-DE" dirty="0">
                <a:sym typeface="Wingdings" panose="05000000000000000000" pitchFamily="2" charset="2"/>
              </a:rPr>
              <a:t> bezeichnet die im Datenbanksystem (oder auch im Datenbankmanagementsystem) gespeicherten Daten</a:t>
            </a: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Grafik 4">
            <a:extLst>
              <a:ext uri="{FF2B5EF4-FFF2-40B4-BE49-F238E27FC236}">
                <a16:creationId xmlns:a16="http://schemas.microsoft.com/office/drawing/2014/main" id="{3E935AD4-63C4-4F6D-AA91-50C9E8D357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49445" y="1948079"/>
            <a:ext cx="525054" cy="1235797"/>
          </a:xfrm>
          <a:prstGeom prst="rect">
            <a:avLst/>
          </a:prstGeom>
        </p:spPr>
      </p:pic>
    </p:spTree>
    <p:extLst>
      <p:ext uri="{BB962C8B-B14F-4D97-AF65-F5344CB8AC3E}">
        <p14:creationId xmlns:p14="http://schemas.microsoft.com/office/powerpoint/2010/main" val="3994148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Datenbankmanagementsystem</a:t>
            </a:r>
            <a:br>
              <a:rPr lang="de-DE" dirty="0"/>
            </a:br>
            <a:r>
              <a:rPr lang="de-DE" dirty="0"/>
              <a:t>(DMBS)</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Software, um programmunabhängig Daten zu verwalten, zu kontrollieren und um Funktionalitäten (Ändern, Einfügen, Löschen von Daten) zur Verfügung zu stellen. Wird von einem Datenbankadministrator verwaltet.</a:t>
            </a:r>
          </a:p>
          <a:p>
            <a:r>
              <a:rPr lang="de-DE" dirty="0"/>
              <a:t>Zugriffe werden durch Rollen dargestellt </a:t>
            </a:r>
            <a:r>
              <a:rPr lang="de-DE" dirty="0">
                <a:sym typeface="Wingdings" panose="05000000000000000000" pitchFamily="2" charset="2"/>
              </a:rPr>
              <a:t> </a:t>
            </a:r>
            <a:r>
              <a:rPr lang="de-DE" dirty="0" err="1">
                <a:sym typeface="Wingdings" panose="05000000000000000000" pitchFamily="2" charset="2"/>
              </a:rPr>
              <a:t>z.B</a:t>
            </a:r>
            <a:r>
              <a:rPr lang="de-DE" dirty="0">
                <a:sym typeface="Wingdings" panose="05000000000000000000" pitchFamily="2" charset="2"/>
              </a:rPr>
              <a:t> Administrator, Verwaltung, User</a:t>
            </a:r>
          </a:p>
          <a:p>
            <a:r>
              <a:rPr lang="de-DE" dirty="0">
                <a:sym typeface="Wingdings" panose="05000000000000000000" pitchFamily="2" charset="2"/>
              </a:rPr>
              <a:t>Diese Rollen unterscheiden sich in:</a:t>
            </a:r>
          </a:p>
          <a:p>
            <a:pPr lvl="1"/>
            <a:r>
              <a:rPr lang="de-DE" dirty="0">
                <a:sym typeface="Wingdings" panose="05000000000000000000" pitchFamily="2" charset="2"/>
              </a:rPr>
              <a:t>Rechten</a:t>
            </a:r>
          </a:p>
          <a:p>
            <a:pPr lvl="1"/>
            <a:r>
              <a:rPr lang="de-DE" dirty="0">
                <a:sym typeface="Wingdings" panose="05000000000000000000" pitchFamily="2" charset="2"/>
              </a:rPr>
              <a:t>Ansichten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Grafik 4">
            <a:extLst>
              <a:ext uri="{FF2B5EF4-FFF2-40B4-BE49-F238E27FC236}">
                <a16:creationId xmlns:a16="http://schemas.microsoft.com/office/drawing/2014/main" id="{7BB90B17-F1DB-4686-A1D5-1320B46044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6467" y="1956956"/>
            <a:ext cx="525054" cy="1235797"/>
          </a:xfrm>
          <a:prstGeom prst="rect">
            <a:avLst/>
          </a:prstGeom>
        </p:spPr>
      </p:pic>
    </p:spTree>
    <p:extLst>
      <p:ext uri="{BB962C8B-B14F-4D97-AF65-F5344CB8AC3E}">
        <p14:creationId xmlns:p14="http://schemas.microsoft.com/office/powerpoint/2010/main" val="2324424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Größte Datenbank – </a:t>
            </a:r>
            <a:br>
              <a:rPr lang="de-DE" dirty="0"/>
            </a:br>
            <a:r>
              <a:rPr lang="de-DE" dirty="0" err="1"/>
              <a:t>managementsysteme</a:t>
            </a:r>
            <a:br>
              <a:rPr lang="de-DE" dirty="0"/>
            </a:br>
            <a:r>
              <a:rPr lang="de-DE" dirty="0"/>
              <a:t>(DMBS) – Stand 2024</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5033703" cy="4351338"/>
          </a:xfrm>
        </p:spPr>
        <p:txBody>
          <a:bodyPr/>
          <a:lstStyle/>
          <a:p>
            <a:r>
              <a:rPr lang="de-DE" dirty="0">
                <a:sym typeface="Wingdings" panose="05000000000000000000" pitchFamily="2" charset="2"/>
              </a:rPr>
              <a:t>Oracle</a:t>
            </a:r>
          </a:p>
          <a:p>
            <a:r>
              <a:rPr lang="de-DE" dirty="0">
                <a:sym typeface="Wingdings" panose="05000000000000000000" pitchFamily="2" charset="2"/>
              </a:rPr>
              <a:t>MySQL</a:t>
            </a:r>
          </a:p>
          <a:p>
            <a:r>
              <a:rPr lang="de-DE" dirty="0">
                <a:sym typeface="Wingdings" panose="05000000000000000000" pitchFamily="2" charset="2"/>
              </a:rPr>
              <a:t>Microsoft SQL Server</a:t>
            </a:r>
          </a:p>
          <a:p>
            <a:r>
              <a:rPr lang="de-DE" dirty="0">
                <a:sym typeface="Wingdings" panose="05000000000000000000" pitchFamily="2" charset="2"/>
              </a:rPr>
              <a:t>PostgreSQL</a:t>
            </a:r>
          </a:p>
          <a:p>
            <a:r>
              <a:rPr lang="de-DE" dirty="0">
                <a:sym typeface="Wingdings" panose="05000000000000000000" pitchFamily="2" charset="2"/>
              </a:rPr>
              <a:t>MongoDB</a:t>
            </a:r>
          </a:p>
          <a:p>
            <a:endParaRPr lang="de-DE" dirty="0">
              <a:sym typeface="Wingdings" panose="05000000000000000000" pitchFamily="2" charset="2"/>
            </a:endParaRPr>
          </a:p>
          <a:p>
            <a:pPr marL="0" indent="0">
              <a:buNone/>
            </a:pP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5" name="Inhaltsplatzhalter 2">
            <a:extLst>
              <a:ext uri="{FF2B5EF4-FFF2-40B4-BE49-F238E27FC236}">
                <a16:creationId xmlns:a16="http://schemas.microsoft.com/office/drawing/2014/main" id="{59439E78-8B24-46D3-A23E-676BBB41CD17}"/>
              </a:ext>
            </a:extLst>
          </p:cNvPr>
          <p:cNvSpPr txBox="1">
            <a:spLocks/>
          </p:cNvSpPr>
          <p:nvPr/>
        </p:nvSpPr>
        <p:spPr>
          <a:xfrm>
            <a:off x="5136204" y="1825625"/>
            <a:ext cx="503370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b="1" dirty="0">
                <a:sym typeface="Wingdings" panose="05000000000000000000" pitchFamily="2" charset="2"/>
              </a:rPr>
              <a:t>Recherchieren Sie zu diesen 5 DBMS kurz Vor – und Nachteile!</a:t>
            </a:r>
          </a:p>
          <a:p>
            <a:pPr marL="0" indent="0">
              <a:buFont typeface="Arial" panose="020B0604020202020204" pitchFamily="34" charset="0"/>
              <a:buNone/>
            </a:pPr>
            <a:endParaRPr lang="de-DE" dirty="0">
              <a:sym typeface="Wingdings" panose="05000000000000000000" pitchFamily="2" charset="2"/>
            </a:endParaRPr>
          </a:p>
        </p:txBody>
      </p:sp>
    </p:spTree>
    <p:extLst>
      <p:ext uri="{BB962C8B-B14F-4D97-AF65-F5344CB8AC3E}">
        <p14:creationId xmlns:p14="http://schemas.microsoft.com/office/powerpoint/2010/main" val="230886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Datenbanksystem</a:t>
            </a:r>
            <a:br>
              <a:rPr lang="de-DE" dirty="0"/>
            </a:br>
            <a:r>
              <a:rPr lang="de-DE" dirty="0"/>
              <a:t>(DBS)</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t>Wenn wir das Wort „Datenbank“ verwenden, meinen wir also vermutlich das ganzheitliche „DBS“</a:t>
            </a:r>
          </a:p>
          <a:p>
            <a:r>
              <a:rPr lang="de-DE" dirty="0">
                <a:sym typeface="Wingdings" panose="05000000000000000000" pitchFamily="2" charset="2"/>
              </a:rPr>
              <a:t>DBS = DB + DBMS</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pic>
        <p:nvPicPr>
          <p:cNvPr id="5" name="Inhaltsplatzhalter 7">
            <a:extLst>
              <a:ext uri="{FF2B5EF4-FFF2-40B4-BE49-F238E27FC236}">
                <a16:creationId xmlns:a16="http://schemas.microsoft.com/office/drawing/2014/main" id="{5086E3E8-7717-4AAD-AFBF-253BF61A7AFC}"/>
              </a:ext>
            </a:extLst>
          </p:cNvPr>
          <p:cNvPicPr>
            <a:picLocks noChangeAspect="1"/>
          </p:cNvPicPr>
          <p:nvPr/>
        </p:nvPicPr>
        <p:blipFill>
          <a:blip r:embed="rId2"/>
          <a:stretch>
            <a:fillRect/>
          </a:stretch>
        </p:blipFill>
        <p:spPr>
          <a:xfrm>
            <a:off x="3959997" y="2785430"/>
            <a:ext cx="6172200" cy="2978097"/>
          </a:xfrm>
          <a:prstGeom prst="rect">
            <a:avLst/>
          </a:prstGeom>
        </p:spPr>
      </p:pic>
      <p:sp>
        <p:nvSpPr>
          <p:cNvPr id="6" name="Textfeld 5">
            <a:extLst>
              <a:ext uri="{FF2B5EF4-FFF2-40B4-BE49-F238E27FC236}">
                <a16:creationId xmlns:a16="http://schemas.microsoft.com/office/drawing/2014/main" id="{A0F12D87-B831-4EF1-9392-A65FED17CEE3}"/>
              </a:ext>
            </a:extLst>
          </p:cNvPr>
          <p:cNvSpPr txBox="1"/>
          <p:nvPr/>
        </p:nvSpPr>
        <p:spPr>
          <a:xfrm>
            <a:off x="7164662" y="6152179"/>
            <a:ext cx="5027338" cy="338554"/>
          </a:xfrm>
          <a:prstGeom prst="rect">
            <a:avLst/>
          </a:prstGeom>
          <a:noFill/>
        </p:spPr>
        <p:txBody>
          <a:bodyPr wrap="none" rtlCol="0">
            <a:spAutoFit/>
          </a:bodyPr>
          <a:lstStyle/>
          <a:p>
            <a:pPr>
              <a:defRPr/>
            </a:pPr>
            <a:r>
              <a:rPr lang="de-DE" sz="800" dirty="0">
                <a:solidFill>
                  <a:prstClr val="black"/>
                </a:solidFill>
              </a:rPr>
              <a:t>Quelle: </a:t>
            </a:r>
            <a:r>
              <a:rPr lang="de-DE" sz="800" dirty="0">
                <a:solidFill>
                  <a:prstClr val="black"/>
                </a:solidFill>
                <a:hlinkClick r:id="rId3"/>
              </a:rPr>
              <a:t>https://www.luis.uni-hannover.de/fileadmin/kurse/material/access/01_Access_DatenbankEinfuehrung.pdf</a:t>
            </a:r>
            <a:r>
              <a:rPr lang="de-DE" sz="800" dirty="0">
                <a:solidFill>
                  <a:prstClr val="black"/>
                </a:solidFill>
              </a:rPr>
              <a:t> </a:t>
            </a:r>
            <a:br>
              <a:rPr lang="de-DE" sz="800" dirty="0">
                <a:solidFill>
                  <a:prstClr val="black"/>
                </a:solidFill>
              </a:rPr>
            </a:br>
            <a:r>
              <a:rPr lang="de-DE" sz="800" dirty="0">
                <a:solidFill>
                  <a:prstClr val="black"/>
                </a:solidFill>
              </a:rPr>
              <a:t>Zugriff am 29.11.2021</a:t>
            </a:r>
          </a:p>
        </p:txBody>
      </p:sp>
    </p:spTree>
    <p:extLst>
      <p:ext uri="{BB962C8B-B14F-4D97-AF65-F5344CB8AC3E}">
        <p14:creationId xmlns:p14="http://schemas.microsoft.com/office/powerpoint/2010/main" val="2270674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Weekly Tasks (</a:t>
            </a:r>
            <a:r>
              <a:rPr lang="de-DE" dirty="0" err="1"/>
              <a:t>Kahoot</a:t>
            </a:r>
            <a:r>
              <a:rPr lang="de-DE" dirty="0"/>
              <a:t>)</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sym typeface="Wingdings" panose="05000000000000000000" pitchFamily="2" charset="2"/>
              </a:rPr>
              <a:t>dienen zum Wiederholen der letzten Einheit</a:t>
            </a:r>
          </a:p>
          <a:p>
            <a:r>
              <a:rPr lang="de-DE" dirty="0">
                <a:sym typeface="Wingdings" panose="05000000000000000000" pitchFamily="2" charset="2"/>
              </a:rPr>
              <a:t>beim Erreichen von 3x „Top 3“  ½*15 Punkte</a:t>
            </a:r>
          </a:p>
          <a:p>
            <a:r>
              <a:rPr lang="de-DE" dirty="0">
                <a:sym typeface="Wingdings" panose="05000000000000000000" pitchFamily="2" charset="2"/>
              </a:rPr>
              <a:t>Nachbereitung lohnt sich also!</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6" name="Textfeld 5">
            <a:extLst>
              <a:ext uri="{FF2B5EF4-FFF2-40B4-BE49-F238E27FC236}">
                <a16:creationId xmlns:a16="http://schemas.microsoft.com/office/drawing/2014/main" id="{A0F12D87-B831-4EF1-9392-A65FED17CEE3}"/>
              </a:ext>
            </a:extLst>
          </p:cNvPr>
          <p:cNvSpPr txBox="1"/>
          <p:nvPr/>
        </p:nvSpPr>
        <p:spPr>
          <a:xfrm>
            <a:off x="7164662" y="6152179"/>
            <a:ext cx="5027338" cy="338554"/>
          </a:xfrm>
          <a:prstGeom prst="rect">
            <a:avLst/>
          </a:prstGeom>
          <a:noFill/>
        </p:spPr>
        <p:txBody>
          <a:bodyPr wrap="none" rtlCol="0">
            <a:spAutoFit/>
          </a:bodyPr>
          <a:lstStyle/>
          <a:p>
            <a:pPr>
              <a:defRPr/>
            </a:pPr>
            <a:r>
              <a:rPr lang="de-DE" sz="800" dirty="0">
                <a:solidFill>
                  <a:prstClr val="black"/>
                </a:solidFill>
              </a:rPr>
              <a:t>Quelle: </a:t>
            </a:r>
            <a:r>
              <a:rPr lang="de-DE" sz="800" dirty="0">
                <a:solidFill>
                  <a:prstClr val="black"/>
                </a:solidFill>
                <a:hlinkClick r:id="rId2"/>
              </a:rPr>
              <a:t>https://www.luis.uni-hannover.de/fileadmin/kurse/material/access/01_Access_DatenbankEinfuehrung.pdf</a:t>
            </a:r>
            <a:r>
              <a:rPr lang="de-DE" sz="800" dirty="0">
                <a:solidFill>
                  <a:prstClr val="black"/>
                </a:solidFill>
              </a:rPr>
              <a:t> </a:t>
            </a:r>
            <a:br>
              <a:rPr lang="de-DE" sz="800" dirty="0">
                <a:solidFill>
                  <a:prstClr val="black"/>
                </a:solidFill>
              </a:rPr>
            </a:br>
            <a:r>
              <a:rPr lang="de-DE" sz="800" dirty="0">
                <a:solidFill>
                  <a:prstClr val="black"/>
                </a:solidFill>
              </a:rPr>
              <a:t>Zugriff am 29.11.2021</a:t>
            </a:r>
          </a:p>
        </p:txBody>
      </p:sp>
    </p:spTree>
    <p:extLst>
      <p:ext uri="{BB962C8B-B14F-4D97-AF65-F5344CB8AC3E}">
        <p14:creationId xmlns:p14="http://schemas.microsoft.com/office/powerpoint/2010/main" val="2095415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Wo werden Datenbanken eingesetzt?</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lstStyle/>
          <a:p>
            <a:r>
              <a:rPr lang="de-DE" dirty="0">
                <a:sym typeface="Wingdings" panose="05000000000000000000" pitchFamily="2" charset="2"/>
              </a:rPr>
              <a:t>E-Commerce</a:t>
            </a:r>
          </a:p>
          <a:p>
            <a:r>
              <a:rPr lang="de-DE" dirty="0">
                <a:sym typeface="Wingdings" panose="05000000000000000000" pitchFamily="2" charset="2"/>
              </a:rPr>
              <a:t>Gesundheitswesen</a:t>
            </a:r>
          </a:p>
          <a:p>
            <a:r>
              <a:rPr lang="de-DE" dirty="0">
                <a:sym typeface="Wingdings" panose="05000000000000000000" pitchFamily="2" charset="2"/>
              </a:rPr>
              <a:t>Finanzwesen</a:t>
            </a:r>
          </a:p>
          <a:p>
            <a:r>
              <a:rPr lang="de-DE" dirty="0">
                <a:sym typeface="Wingdings" panose="05000000000000000000" pitchFamily="2" charset="2"/>
              </a:rPr>
              <a:t>Schulen / Universitäten</a:t>
            </a:r>
          </a:p>
          <a:p>
            <a:r>
              <a:rPr lang="de-DE" dirty="0">
                <a:sym typeface="Wingdings" panose="05000000000000000000" pitchFamily="2" charset="2"/>
              </a:rPr>
              <a:t>Wetterdaten</a:t>
            </a:r>
          </a:p>
          <a:p>
            <a:r>
              <a:rPr lang="de-DE" dirty="0" err="1">
                <a:sym typeface="Wingdings" panose="05000000000000000000" pitchFamily="2" charset="2"/>
              </a:rPr>
              <a:t>Social</a:t>
            </a:r>
            <a:r>
              <a:rPr lang="de-DE" dirty="0">
                <a:sym typeface="Wingdings" panose="05000000000000000000" pitchFamily="2" charset="2"/>
              </a:rPr>
              <a:t> Media</a:t>
            </a:r>
          </a:p>
          <a:p>
            <a:pPr marL="0" indent="0">
              <a:buNone/>
            </a:pPr>
            <a:r>
              <a:rPr lang="de-DE" dirty="0">
                <a:sym typeface="Wingdings" panose="05000000000000000000" pitchFamily="2" charset="2"/>
              </a:rPr>
              <a:t>…also eigentlich heutzutage überall, wo es darum geht, irgendwie Daten zu Speichern und zu Nutzen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451741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Welche Unternehmen speichern die meisten Daten?	</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p:txBody>
          <a:bodyPr>
            <a:normAutofit fontScale="92500" lnSpcReduction="10000"/>
          </a:bodyPr>
          <a:lstStyle/>
          <a:p>
            <a:pPr marL="514350" indent="-514350">
              <a:buFont typeface="+mj-lt"/>
              <a:buAutoNum type="arabicPeriod"/>
            </a:pPr>
            <a:r>
              <a:rPr lang="de-DE" dirty="0">
                <a:sym typeface="Wingdings" panose="05000000000000000000" pitchFamily="2" charset="2"/>
              </a:rPr>
              <a:t>Google</a:t>
            </a:r>
          </a:p>
          <a:p>
            <a:pPr lvl="1"/>
            <a:r>
              <a:rPr lang="de-DE" dirty="0">
                <a:sym typeface="Wingdings" panose="05000000000000000000" pitchFamily="2" charset="2"/>
              </a:rPr>
              <a:t>Suchanfragen, E-Mails, </a:t>
            </a:r>
            <a:r>
              <a:rPr lang="de-DE" dirty="0" err="1">
                <a:sym typeface="Wingdings" panose="05000000000000000000" pitchFamily="2" charset="2"/>
              </a:rPr>
              <a:t>Youtube</a:t>
            </a:r>
            <a:r>
              <a:rPr lang="de-DE" dirty="0">
                <a:sym typeface="Wingdings" panose="05000000000000000000" pitchFamily="2" charset="2"/>
              </a:rPr>
              <a:t>-Videos, Maps-Daten, Drive-Dokumente,…</a:t>
            </a:r>
          </a:p>
          <a:p>
            <a:pPr marL="514350" indent="-514350">
              <a:buFont typeface="+mj-lt"/>
              <a:buAutoNum type="arabicPeriod"/>
            </a:pPr>
            <a:r>
              <a:rPr lang="de-DE" dirty="0">
                <a:sym typeface="Wingdings" panose="05000000000000000000" pitchFamily="2" charset="2"/>
              </a:rPr>
              <a:t>AWS (Amazon Web Services)</a:t>
            </a:r>
          </a:p>
          <a:p>
            <a:pPr lvl="1"/>
            <a:r>
              <a:rPr lang="de-DE" dirty="0">
                <a:sym typeface="Wingdings" panose="05000000000000000000" pitchFamily="2" charset="2"/>
              </a:rPr>
              <a:t>größter Cloud-Service-Anbieter, Daten von sehr vielen Unternehmen, Daten aus dem E-Commerce-Geschäft (Prime Video, Amazon Pay, Amazon Music,…)</a:t>
            </a:r>
          </a:p>
          <a:p>
            <a:pPr marL="514350" indent="-514350">
              <a:buFont typeface="+mj-lt"/>
              <a:buAutoNum type="arabicPeriod"/>
            </a:pPr>
            <a:r>
              <a:rPr lang="de-DE" dirty="0">
                <a:sym typeface="Wingdings" panose="05000000000000000000" pitchFamily="2" charset="2"/>
              </a:rPr>
              <a:t>Microsoft (Azure)</a:t>
            </a:r>
          </a:p>
          <a:p>
            <a:pPr lvl="1"/>
            <a:r>
              <a:rPr lang="de-DE" dirty="0">
                <a:sym typeface="Wingdings" panose="05000000000000000000" pitchFamily="2" charset="2"/>
              </a:rPr>
              <a:t>Cloud-Plattform von Microsoft, nach Amazon  2. größte weltweit, speichert Daten aus Office365, LinkedIn, </a:t>
            </a:r>
            <a:r>
              <a:rPr lang="de-DE" dirty="0" err="1">
                <a:sym typeface="Wingdings" panose="05000000000000000000" pitchFamily="2" charset="2"/>
              </a:rPr>
              <a:t>XboX</a:t>
            </a:r>
            <a:r>
              <a:rPr lang="de-DE" dirty="0">
                <a:sym typeface="Wingdings" panose="05000000000000000000" pitchFamily="2" charset="2"/>
              </a:rPr>
              <a:t> Live, ….</a:t>
            </a:r>
          </a:p>
          <a:p>
            <a:pPr marL="514350" indent="-514350">
              <a:buFont typeface="+mj-lt"/>
              <a:buAutoNum type="arabicPeriod"/>
            </a:pPr>
            <a:r>
              <a:rPr lang="de-DE" dirty="0" err="1">
                <a:sym typeface="Wingdings" panose="05000000000000000000" pitchFamily="2" charset="2"/>
              </a:rPr>
              <a:t>Meta</a:t>
            </a:r>
            <a:r>
              <a:rPr lang="de-DE" dirty="0">
                <a:sym typeface="Wingdings" panose="05000000000000000000" pitchFamily="2" charset="2"/>
              </a:rPr>
              <a:t> </a:t>
            </a:r>
            <a:r>
              <a:rPr lang="de-DE" dirty="0" err="1">
                <a:sym typeface="Wingdings" panose="05000000000000000000" pitchFamily="2" charset="2"/>
              </a:rPr>
              <a:t>Platforms</a:t>
            </a:r>
            <a:r>
              <a:rPr lang="de-DE" dirty="0">
                <a:sym typeface="Wingdings" panose="05000000000000000000" pitchFamily="2" charset="2"/>
              </a:rPr>
              <a:t>, Inc.</a:t>
            </a:r>
          </a:p>
          <a:p>
            <a:pPr lvl="1"/>
            <a:r>
              <a:rPr lang="de-DE" dirty="0">
                <a:sym typeface="Wingdings" panose="05000000000000000000" pitchFamily="2" charset="2"/>
              </a:rPr>
              <a:t>Daten von Milliarden von Nutzern aus Facebook, Instagram, WhatsApp und Oculus (</a:t>
            </a:r>
            <a:r>
              <a:rPr lang="de-DE" dirty="0" err="1">
                <a:sym typeface="Wingdings" panose="05000000000000000000" pitchFamily="2" charset="2"/>
              </a:rPr>
              <a:t>Social</a:t>
            </a:r>
            <a:r>
              <a:rPr lang="de-DE" dirty="0">
                <a:sym typeface="Wingdings" panose="05000000000000000000" pitchFamily="2" charset="2"/>
              </a:rPr>
              <a:t>-media-Posts, Nachrichten, Bilder, Videos, …)</a:t>
            </a:r>
          </a:p>
          <a:p>
            <a:pPr marL="514350" indent="-514350">
              <a:buFont typeface="+mj-lt"/>
              <a:buAutoNum type="arabicPeriod"/>
            </a:pP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Tree>
    <p:extLst>
      <p:ext uri="{BB962C8B-B14F-4D97-AF65-F5344CB8AC3E}">
        <p14:creationId xmlns:p14="http://schemas.microsoft.com/office/powerpoint/2010/main" val="349239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0" end="0"/>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anim calcmode="lin" valueType="num">
                                      <p:cBhvr>
                                        <p:cTn id="13"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1" end="1"/>
                                            </p:txEl>
                                          </p:spTgt>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anim calcmode="lin" valueType="num">
                                      <p:cBhvr>
                                        <p:cTn id="18"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2" end="2"/>
                                            </p:txEl>
                                          </p:spTgt>
                                        </p:tgtEl>
                                        <p:attrNameLst>
                                          <p:attrName>ppt_h</p:attrName>
                                        </p:attrNameLst>
                                      </p:cBhvr>
                                      <p:tavLst>
                                        <p:tav tm="0">
                                          <p:val>
                                            <p:strVal val="#ppt_h"/>
                                          </p:val>
                                        </p:tav>
                                        <p:tav tm="100000">
                                          <p:val>
                                            <p:strVal val="#ppt_h"/>
                                          </p:val>
                                        </p:tav>
                                      </p:tavLst>
                                    </p:anim>
                                  </p:childTnLst>
                                </p:cTn>
                              </p:par>
                              <p:par>
                                <p:cTn id="20" presetID="45"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anim calcmode="lin" valueType="num">
                                      <p:cBhvr>
                                        <p:cTn id="23"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24" dur="2000" fill="hold"/>
                                        <p:tgtEl>
                                          <p:spTgt spid="3">
                                            <p:txEl>
                                              <p:pRg st="3" end="3"/>
                                            </p:txEl>
                                          </p:spTgt>
                                        </p:tgtEl>
                                        <p:attrNameLst>
                                          <p:attrName>ppt_h</p:attrName>
                                        </p:attrNameLst>
                                      </p:cBhvr>
                                      <p:tavLst>
                                        <p:tav tm="0">
                                          <p:val>
                                            <p:strVal val="#ppt_h"/>
                                          </p:val>
                                        </p:tav>
                                        <p:tav tm="100000">
                                          <p:val>
                                            <p:strVal val="#ppt_h"/>
                                          </p:val>
                                        </p:tav>
                                      </p:tavLst>
                                    </p:anim>
                                  </p:childTnLst>
                                </p:cTn>
                              </p:par>
                              <p:par>
                                <p:cTn id="25" presetID="45"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anim calcmode="lin" valueType="num">
                                      <p:cBhvr>
                                        <p:cTn id="28" dur="2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29" dur="2000" fill="hold"/>
                                        <p:tgtEl>
                                          <p:spTgt spid="3">
                                            <p:txEl>
                                              <p:pRg st="4" end="4"/>
                                            </p:txEl>
                                          </p:spTgt>
                                        </p:tgtEl>
                                        <p:attrNameLst>
                                          <p:attrName>ppt_h</p:attrName>
                                        </p:attrNameLst>
                                      </p:cBhvr>
                                      <p:tavLst>
                                        <p:tav tm="0">
                                          <p:val>
                                            <p:strVal val="#ppt_h"/>
                                          </p:val>
                                        </p:tav>
                                        <p:tav tm="100000">
                                          <p:val>
                                            <p:strVal val="#ppt_h"/>
                                          </p:val>
                                        </p:tav>
                                      </p:tavLst>
                                    </p:anim>
                                  </p:childTnLst>
                                </p:cTn>
                              </p:par>
                              <p:par>
                                <p:cTn id="30" presetID="45"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anim calcmode="lin" valueType="num">
                                      <p:cBhvr>
                                        <p:cTn id="33"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34" dur="2000" fill="hold"/>
                                        <p:tgtEl>
                                          <p:spTgt spid="3">
                                            <p:txEl>
                                              <p:pRg st="5" end="5"/>
                                            </p:txEl>
                                          </p:spTgt>
                                        </p:tgtEl>
                                        <p:attrNameLst>
                                          <p:attrName>ppt_h</p:attrName>
                                        </p:attrNameLst>
                                      </p:cBhvr>
                                      <p:tavLst>
                                        <p:tav tm="0">
                                          <p:val>
                                            <p:strVal val="#ppt_h"/>
                                          </p:val>
                                        </p:tav>
                                        <p:tav tm="100000">
                                          <p:val>
                                            <p:strVal val="#ppt_h"/>
                                          </p:val>
                                        </p:tav>
                                      </p:tavLst>
                                    </p:anim>
                                  </p:childTnLst>
                                </p:cTn>
                              </p:par>
                              <p:par>
                                <p:cTn id="35" presetID="45"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anim calcmode="lin" valueType="num">
                                      <p:cBhvr>
                                        <p:cTn id="38" dur="2000" fill="hold"/>
                                        <p:tgtEl>
                                          <p:spTgt spid="3">
                                            <p:txEl>
                                              <p:pRg st="6" end="6"/>
                                            </p:txEl>
                                          </p:spTgt>
                                        </p:tgtEl>
                                        <p:attrNameLst>
                                          <p:attrName>ppt_w</p:attrName>
                                        </p:attrNameLst>
                                      </p:cBhvr>
                                      <p:tavLst>
                                        <p:tav tm="0" fmla="#ppt_w*sin(2.5*pi*$)">
                                          <p:val>
                                            <p:fltVal val="0"/>
                                          </p:val>
                                        </p:tav>
                                        <p:tav tm="100000">
                                          <p:val>
                                            <p:fltVal val="1"/>
                                          </p:val>
                                        </p:tav>
                                      </p:tavLst>
                                    </p:anim>
                                    <p:anim calcmode="lin" valueType="num">
                                      <p:cBhvr>
                                        <p:cTn id="39" dur="2000" fill="hold"/>
                                        <p:tgtEl>
                                          <p:spTgt spid="3">
                                            <p:txEl>
                                              <p:pRg st="6" end="6"/>
                                            </p:txEl>
                                          </p:spTgt>
                                        </p:tgtEl>
                                        <p:attrNameLst>
                                          <p:attrName>ppt_h</p:attrName>
                                        </p:attrNameLst>
                                      </p:cBhvr>
                                      <p:tavLst>
                                        <p:tav tm="0">
                                          <p:val>
                                            <p:strVal val="#ppt_h"/>
                                          </p:val>
                                        </p:tav>
                                        <p:tav tm="100000">
                                          <p:val>
                                            <p:strVal val="#ppt_h"/>
                                          </p:val>
                                        </p:tav>
                                      </p:tavLst>
                                    </p:anim>
                                  </p:childTnLst>
                                </p:cTn>
                              </p:par>
                              <p:par>
                                <p:cTn id="40" presetID="45"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anim calcmode="lin" valueType="num">
                                      <p:cBhvr>
                                        <p:cTn id="43" dur="2000" fill="hold"/>
                                        <p:tgtEl>
                                          <p:spTgt spid="3">
                                            <p:txEl>
                                              <p:pRg st="7" end="7"/>
                                            </p:txEl>
                                          </p:spTgt>
                                        </p:tgtEl>
                                        <p:attrNameLst>
                                          <p:attrName>ppt_w</p:attrName>
                                        </p:attrNameLst>
                                      </p:cBhvr>
                                      <p:tavLst>
                                        <p:tav tm="0" fmla="#ppt_w*sin(2.5*pi*$)">
                                          <p:val>
                                            <p:fltVal val="0"/>
                                          </p:val>
                                        </p:tav>
                                        <p:tav tm="100000">
                                          <p:val>
                                            <p:fltVal val="1"/>
                                          </p:val>
                                        </p:tav>
                                      </p:tavLst>
                                    </p:anim>
                                    <p:anim calcmode="lin" valueType="num">
                                      <p:cBhvr>
                                        <p:cTn id="44" dur="2000" fill="hold"/>
                                        <p:tgtEl>
                                          <p:spTgt spid="3">
                                            <p:txEl>
                                              <p:pRg st="7" end="7"/>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Beispiel:</a:t>
            </a:r>
            <a:br>
              <a:rPr lang="de-DE" dirty="0"/>
            </a:br>
            <a:r>
              <a:rPr lang="de-DE" dirty="0"/>
              <a:t>Datenbanken im E-Commerce</a:t>
            </a:r>
            <a:br>
              <a:rPr lang="de-DE" dirty="0"/>
            </a:br>
            <a:r>
              <a:rPr lang="de-DE" dirty="0"/>
              <a:t>(Webshop)</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395576" cy="4351338"/>
          </a:xfrm>
        </p:spPr>
        <p:txBody>
          <a:bodyPr/>
          <a:lstStyle/>
          <a:p>
            <a:r>
              <a:rPr lang="de-DE" dirty="0">
                <a:sym typeface="Wingdings" panose="05000000000000000000" pitchFamily="2" charset="2"/>
              </a:rPr>
              <a:t>Treffen Sie folgende Überlegungen:</a:t>
            </a:r>
          </a:p>
          <a:p>
            <a:pPr marL="914400" lvl="1" indent="-457200">
              <a:buFont typeface="+mj-lt"/>
              <a:buAutoNum type="arabicPeriod"/>
            </a:pPr>
            <a:r>
              <a:rPr lang="de-DE" dirty="0"/>
              <a:t>Welche Daten bzw. Informationen fallen bei einem typischen Bestellprozess im Internet an?</a:t>
            </a:r>
          </a:p>
          <a:p>
            <a:pPr marL="914400" lvl="1" indent="-457200">
              <a:buFont typeface="+mj-lt"/>
              <a:buAutoNum type="arabicPeriod"/>
            </a:pPr>
            <a:r>
              <a:rPr lang="de-DE" dirty="0"/>
              <a:t>Wie sind die Informationen miteinander verknüpft?</a:t>
            </a:r>
          </a:p>
          <a:p>
            <a:pPr marL="914400" lvl="1" indent="-457200">
              <a:buFont typeface="+mj-lt"/>
              <a:buAutoNum type="arabicPeriod"/>
            </a:pPr>
            <a:r>
              <a:rPr lang="de-DE" dirty="0"/>
              <a:t>Welche Dokumente entstehen bzw. werden benötigt?</a:t>
            </a:r>
          </a:p>
          <a:p>
            <a:pPr marL="914400" lvl="1" indent="-457200">
              <a:buFont typeface="+mj-lt"/>
              <a:buAutoNum type="arabicPeriod"/>
            </a:pPr>
            <a:r>
              <a:rPr lang="de-DE" dirty="0"/>
              <a:t>Erstellen Sie ein beispielhaftes Excel-Dokument für die Bestellung eines kompletten Desktop PC</a:t>
            </a:r>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5" name="Inhaltsplatzhalter 7">
            <a:extLst>
              <a:ext uri="{FF2B5EF4-FFF2-40B4-BE49-F238E27FC236}">
                <a16:creationId xmlns:a16="http://schemas.microsoft.com/office/drawing/2014/main" id="{B0FB3460-BEEB-4E97-843A-5C61139E1ECB}"/>
              </a:ext>
            </a:extLst>
          </p:cNvPr>
          <p:cNvGraphicFramePr>
            <a:graphicFrameLocks/>
          </p:cNvGraphicFramePr>
          <p:nvPr>
            <p:extLst>
              <p:ext uri="{D42A27DB-BD31-4B8C-83A1-F6EECF244321}">
                <p14:modId xmlns:p14="http://schemas.microsoft.com/office/powerpoint/2010/main" val="960231870"/>
              </p:ext>
            </p:extLst>
          </p:nvPr>
        </p:nvGraphicFramePr>
        <p:xfrm>
          <a:off x="6235790" y="1825625"/>
          <a:ext cx="6172200" cy="3803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fik 5">
            <a:extLst>
              <a:ext uri="{FF2B5EF4-FFF2-40B4-BE49-F238E27FC236}">
                <a16:creationId xmlns:a16="http://schemas.microsoft.com/office/drawing/2014/main" id="{B8F78607-2F7A-4367-A59E-8B8AD54AECB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672930" y="228142"/>
            <a:ext cx="1076780" cy="1443263"/>
          </a:xfrm>
          <a:prstGeom prst="rect">
            <a:avLst/>
          </a:prstGeom>
        </p:spPr>
      </p:pic>
    </p:spTree>
    <p:extLst>
      <p:ext uri="{BB962C8B-B14F-4D97-AF65-F5344CB8AC3E}">
        <p14:creationId xmlns:p14="http://schemas.microsoft.com/office/powerpoint/2010/main" val="122366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8AB5F57B-E20F-4341-A784-E05353C40AD3}"/>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C7A2802C-2820-41B4-BCDD-AFAD363BA956}"/>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6FA7BBDD-DE7A-4EE0-A43C-09B7428596B3}"/>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E45E1493-8287-40D4-9D68-77FAED4B86DF}"/>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graphicEl>
                                              <a:dgm id="{4FB5F224-0449-4177-A3E1-867FED06419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DE6DCBEB-D278-4311-B0D0-265870BCAEA0}"/>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7A7C8222-B9CB-4CFF-8FBC-332DC964DE7C}"/>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graphicEl>
                                              <a:dgm id="{CA5AAC33-DE48-41EA-8BAA-370B2B22285A}"/>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graphicEl>
                                              <a:dgm id="{093F2981-0D46-4224-8656-166EEA542927}"/>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graphicEl>
                                              <a:dgm id="{34D28B7D-1A50-454C-A86A-756048ABE406}"/>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graphicEl>
                                              <a:dgm id="{EA013CCA-5DBB-4BA7-8E29-0012DA99F08E}"/>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graphicEl>
                                              <a:dgm id="{EB86A8FB-C98A-4A55-81BF-EC9A3802488E}"/>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graphicEl>
                                              <a:dgm id="{1137495A-B520-4E34-80E3-4FB282A38403}"/>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
                                            <p:graphicEl>
                                              <a:dgm id="{715BC2CC-5BBA-45AA-BF3B-C215599B7731}"/>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
                                            <p:graphicEl>
                                              <a:dgm id="{B4945269-104A-44E8-8047-1389CD87B0F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r>
              <a:rPr lang="de-DE" dirty="0"/>
              <a:t>Vorteile eines Datenbanksystems</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351338"/>
          </a:xfrm>
        </p:spPr>
        <p:txBody>
          <a:bodyPr/>
          <a:lstStyle/>
          <a:p>
            <a:r>
              <a:rPr lang="de-DE" dirty="0"/>
              <a:t>zentrale Basis für alle Anwendungen</a:t>
            </a:r>
          </a:p>
          <a:p>
            <a:r>
              <a:rPr lang="de-DE" b="1" dirty="0"/>
              <a:t>Vermeidung</a:t>
            </a:r>
            <a:r>
              <a:rPr lang="de-DE" dirty="0"/>
              <a:t> von </a:t>
            </a:r>
            <a:r>
              <a:rPr lang="de-DE" b="1" dirty="0"/>
              <a:t>Datenredundanzen</a:t>
            </a:r>
            <a:r>
              <a:rPr lang="de-DE" dirty="0"/>
              <a:t> (Mehrfachspeicherungen)</a:t>
            </a:r>
          </a:p>
          <a:p>
            <a:r>
              <a:rPr lang="de-DE" b="1" dirty="0"/>
              <a:t>Inkonsistenzen</a:t>
            </a:r>
            <a:r>
              <a:rPr lang="de-DE" dirty="0"/>
              <a:t> (widersprüchliche Angaben) werden </a:t>
            </a:r>
            <a:r>
              <a:rPr lang="de-DE" b="1" dirty="0"/>
              <a:t>vermieden</a:t>
            </a:r>
          </a:p>
          <a:p>
            <a:r>
              <a:rPr lang="de-DE" dirty="0"/>
              <a:t>Abfragesprache nutzbar </a:t>
            </a:r>
            <a:r>
              <a:rPr lang="de-DE" dirty="0">
                <a:sym typeface="Wingdings" panose="05000000000000000000" pitchFamily="2" charset="2"/>
              </a:rPr>
              <a:t> </a:t>
            </a:r>
            <a:r>
              <a:rPr lang="de-DE" dirty="0"/>
              <a:t>senkt Kosten für Administration, Datenpflege und Datenanalyse</a:t>
            </a:r>
          </a:p>
          <a:p>
            <a:endParaRPr lang="de-DE" dirty="0">
              <a:sym typeface="Wingdings" panose="05000000000000000000" pitchFamily="2" charset="2"/>
            </a:endParaRP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5" name="Inhaltsplatzhalter 13">
            <a:extLst>
              <a:ext uri="{FF2B5EF4-FFF2-40B4-BE49-F238E27FC236}">
                <a16:creationId xmlns:a16="http://schemas.microsoft.com/office/drawing/2014/main" id="{B80D9616-83BB-42C1-8D77-1F4EB36690A0}"/>
              </a:ext>
            </a:extLst>
          </p:cNvPr>
          <p:cNvGraphicFramePr>
            <a:graphicFrameLocks/>
          </p:cNvGraphicFramePr>
          <p:nvPr>
            <p:extLst>
              <p:ext uri="{D42A27DB-BD31-4B8C-83A1-F6EECF244321}">
                <p14:modId xmlns:p14="http://schemas.microsoft.com/office/powerpoint/2010/main" val="531737388"/>
              </p:ext>
            </p:extLst>
          </p:nvPr>
        </p:nvGraphicFramePr>
        <p:xfrm>
          <a:off x="5829300" y="1869873"/>
          <a:ext cx="6362700" cy="40608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406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Aufgaben eines </a:t>
            </a:r>
            <a:br>
              <a:rPr lang="de-DE" dirty="0"/>
            </a:br>
            <a:r>
              <a:rPr lang="de-DE" dirty="0"/>
              <a:t>Datenbanksystems</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3584575"/>
          </a:xfrm>
        </p:spPr>
        <p:txBody>
          <a:bodyPr/>
          <a:lstStyle/>
          <a:p>
            <a:r>
              <a:rPr lang="de-DE" dirty="0"/>
              <a:t>Recherchieren Sie typische Aufgaben eines Datenbanksystems!</a:t>
            </a:r>
          </a:p>
          <a:p>
            <a:r>
              <a:rPr lang="de-DE" dirty="0"/>
              <a:t>Differenzieren Sie die Aufgaben in technische und organisatorische Aspekte</a:t>
            </a:r>
          </a:p>
          <a:p>
            <a:r>
              <a:rPr lang="de-DE" dirty="0"/>
              <a:t>Welche Arten von Benutzern muss eine Datenbank berücksichtigen können?</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6" name="Inhaltsplatzhalter 14">
            <a:extLst>
              <a:ext uri="{FF2B5EF4-FFF2-40B4-BE49-F238E27FC236}">
                <a16:creationId xmlns:a16="http://schemas.microsoft.com/office/drawing/2014/main" id="{83C16DCA-9B9B-447A-A78D-1DD50B0A0EA2}"/>
              </a:ext>
            </a:extLst>
          </p:cNvPr>
          <p:cNvGraphicFramePr>
            <a:graphicFrameLocks/>
          </p:cNvGraphicFramePr>
          <p:nvPr>
            <p:extLst>
              <p:ext uri="{D42A27DB-BD31-4B8C-83A1-F6EECF244321}">
                <p14:modId xmlns:p14="http://schemas.microsoft.com/office/powerpoint/2010/main" val="857567600"/>
              </p:ext>
            </p:extLst>
          </p:nvPr>
        </p:nvGraphicFramePr>
        <p:xfrm>
          <a:off x="6630988" y="1825625"/>
          <a:ext cx="4959879" cy="3065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Grafik 6">
            <a:extLst>
              <a:ext uri="{FF2B5EF4-FFF2-40B4-BE49-F238E27FC236}">
                <a16:creationId xmlns:a16="http://schemas.microsoft.com/office/drawing/2014/main" id="{668D1970-35F0-46AD-A178-EE4DAF82C82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42110" y="504794"/>
            <a:ext cx="1076780" cy="1443263"/>
          </a:xfrm>
          <a:prstGeom prst="rect">
            <a:avLst/>
          </a:prstGeom>
        </p:spPr>
      </p:pic>
    </p:spTree>
    <p:extLst>
      <p:ext uri="{BB962C8B-B14F-4D97-AF65-F5344CB8AC3E}">
        <p14:creationId xmlns:p14="http://schemas.microsoft.com/office/powerpoint/2010/main" val="3700876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Architektur eines DB-Systems</a:t>
            </a:r>
            <a:br>
              <a:rPr lang="de-DE" dirty="0"/>
            </a:br>
            <a:r>
              <a:rPr lang="de-DE" dirty="0"/>
              <a:t>3 Ebenen-Modell</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graphicFrame>
        <p:nvGraphicFramePr>
          <p:cNvPr id="11" name="Diagramm 10">
            <a:extLst>
              <a:ext uri="{FF2B5EF4-FFF2-40B4-BE49-F238E27FC236}">
                <a16:creationId xmlns:a16="http://schemas.microsoft.com/office/drawing/2014/main" id="{0CB8DF55-02D1-4DD1-899C-6FF6DE4DD91E}"/>
              </a:ext>
            </a:extLst>
          </p:cNvPr>
          <p:cNvGraphicFramePr/>
          <p:nvPr>
            <p:extLst>
              <p:ext uri="{D42A27DB-BD31-4B8C-83A1-F6EECF244321}">
                <p14:modId xmlns:p14="http://schemas.microsoft.com/office/powerpoint/2010/main" val="3056933345"/>
              </p:ext>
            </p:extLst>
          </p:nvPr>
        </p:nvGraphicFramePr>
        <p:xfrm>
          <a:off x="160867" y="1671405"/>
          <a:ext cx="4910563" cy="4298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Inhaltsplatzhalter 7">
            <a:extLst>
              <a:ext uri="{FF2B5EF4-FFF2-40B4-BE49-F238E27FC236}">
                <a16:creationId xmlns:a16="http://schemas.microsoft.com/office/drawing/2014/main" id="{4332509E-B8F1-49FD-BEC2-9608E19DBA2A}"/>
              </a:ext>
            </a:extLst>
          </p:cNvPr>
          <p:cNvPicPr>
            <a:picLocks noGrp="1" noChangeAspect="1"/>
          </p:cNvPicPr>
          <p:nvPr>
            <p:ph idx="1"/>
          </p:nvPr>
        </p:nvPicPr>
        <p:blipFill>
          <a:blip r:embed="rId7"/>
          <a:stretch>
            <a:fillRect/>
          </a:stretch>
        </p:blipFill>
        <p:spPr>
          <a:xfrm>
            <a:off x="5782760" y="1671405"/>
            <a:ext cx="4748931" cy="4702826"/>
          </a:xfrm>
          <a:prstGeom prst="rect">
            <a:avLst/>
          </a:prstGeom>
        </p:spPr>
      </p:pic>
      <p:pic>
        <p:nvPicPr>
          <p:cNvPr id="6" name="Grafik 5">
            <a:extLst>
              <a:ext uri="{FF2B5EF4-FFF2-40B4-BE49-F238E27FC236}">
                <a16:creationId xmlns:a16="http://schemas.microsoft.com/office/drawing/2014/main" id="{15732C27-E5E3-4631-B66F-6BF85E3C2F7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862743" y="1671405"/>
            <a:ext cx="525054" cy="1235797"/>
          </a:xfrm>
          <a:prstGeom prst="rect">
            <a:avLst/>
          </a:prstGeom>
        </p:spPr>
      </p:pic>
    </p:spTree>
    <p:extLst>
      <p:ext uri="{BB962C8B-B14F-4D97-AF65-F5344CB8AC3E}">
        <p14:creationId xmlns:p14="http://schemas.microsoft.com/office/powerpoint/2010/main" val="2613776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Akteure einer Datenbank</a:t>
            </a: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2429691"/>
            <a:ext cx="6201833" cy="3570515"/>
          </a:xfrm>
        </p:spPr>
        <p:txBody>
          <a:bodyPr>
            <a:normAutofit fontScale="62500" lnSpcReduction="20000"/>
          </a:bodyPr>
          <a:lstStyle/>
          <a:p>
            <a:pPr marL="0" indent="0">
              <a:buNone/>
            </a:pPr>
            <a:r>
              <a:rPr lang="de-DE" dirty="0"/>
              <a:t>Man betrachtet folgende Ebenen/Akteure:</a:t>
            </a:r>
          </a:p>
          <a:p>
            <a:r>
              <a:rPr lang="de-DE" b="1" dirty="0"/>
              <a:t>Benutzer</a:t>
            </a:r>
          </a:p>
          <a:p>
            <a:pPr lvl="1"/>
            <a:r>
              <a:rPr lang="de-DE" dirty="0"/>
              <a:t>schauen mittels einen Interface (GUI oder front-end) auf die aufbereiteten Daten</a:t>
            </a:r>
          </a:p>
          <a:p>
            <a:r>
              <a:rPr lang="de-DE" b="1" dirty="0"/>
              <a:t>Entwickler</a:t>
            </a:r>
          </a:p>
          <a:p>
            <a:pPr lvl="1"/>
            <a:r>
              <a:rPr lang="de-DE" dirty="0"/>
              <a:t>entwerfen Formulare (für Druckansichten etc.) und Tabellen</a:t>
            </a:r>
          </a:p>
          <a:p>
            <a:r>
              <a:rPr lang="de-DE" b="1" dirty="0"/>
              <a:t>Admins</a:t>
            </a:r>
          </a:p>
          <a:p>
            <a:pPr lvl="1"/>
            <a:r>
              <a:rPr lang="de-DE" dirty="0"/>
              <a:t>pflegen Zugriffsrechte, technische Unterstützung im Einzelfall</a:t>
            </a:r>
          </a:p>
          <a:p>
            <a:r>
              <a:rPr lang="de-DE" b="1" dirty="0"/>
              <a:t>Datenbank</a:t>
            </a:r>
          </a:p>
          <a:p>
            <a:pPr lvl="1"/>
            <a:r>
              <a:rPr lang="de-DE" dirty="0"/>
              <a:t>back-end mit Tabellen und Formularen</a:t>
            </a:r>
          </a:p>
          <a:p>
            <a:r>
              <a:rPr lang="de-DE" b="1" dirty="0"/>
              <a:t>DBMS</a:t>
            </a:r>
          </a:p>
          <a:p>
            <a:pPr lvl="1"/>
            <a:r>
              <a:rPr lang="de-DE" dirty="0"/>
              <a:t>Datenbankmanagementsystem, organisiert den Zugriff und stellt die GUI</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Inhaltsplatzhalter 2">
            <a:extLst>
              <a:ext uri="{FF2B5EF4-FFF2-40B4-BE49-F238E27FC236}">
                <a16:creationId xmlns:a16="http://schemas.microsoft.com/office/drawing/2014/main" id="{0D0A9E5D-6E36-4E3A-8EF1-F384B4DDC915}"/>
              </a:ext>
            </a:extLst>
          </p:cNvPr>
          <p:cNvSpPr txBox="1">
            <a:spLocks/>
          </p:cNvSpPr>
          <p:nvPr/>
        </p:nvSpPr>
        <p:spPr>
          <a:xfrm>
            <a:off x="-350113" y="1439340"/>
            <a:ext cx="7689910" cy="11066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de-DE" sz="1800" i="1" dirty="0"/>
              <a:t>Der Akteur ist definiert als eine Rolle, die sich außerhalb des Systems des zugehörigen Anwendungsfalles befindet und mit dem System, beschrieben durch seine Anwendungsfälle, interagiert.</a:t>
            </a:r>
          </a:p>
        </p:txBody>
      </p:sp>
      <p:pic>
        <p:nvPicPr>
          <p:cNvPr id="8" name="Inhaltsplatzhalter 10">
            <a:extLst>
              <a:ext uri="{FF2B5EF4-FFF2-40B4-BE49-F238E27FC236}">
                <a16:creationId xmlns:a16="http://schemas.microsoft.com/office/drawing/2014/main" id="{AC6E6DAF-08C3-4EB3-9DA1-37A2D0881F2E}"/>
              </a:ext>
            </a:extLst>
          </p:cNvPr>
          <p:cNvPicPr>
            <a:picLocks/>
          </p:cNvPicPr>
          <p:nvPr/>
        </p:nvPicPr>
        <p:blipFill>
          <a:blip r:embed="rId2"/>
          <a:stretch>
            <a:fillRect/>
          </a:stretch>
        </p:blipFill>
        <p:spPr>
          <a:xfrm>
            <a:off x="6828817" y="2429691"/>
            <a:ext cx="5045529" cy="3249663"/>
          </a:xfrm>
          <a:prstGeom prst="rect">
            <a:avLst/>
          </a:prstGeom>
        </p:spPr>
      </p:pic>
      <p:pic>
        <p:nvPicPr>
          <p:cNvPr id="9" name="Grafik 8">
            <a:extLst>
              <a:ext uri="{FF2B5EF4-FFF2-40B4-BE49-F238E27FC236}">
                <a16:creationId xmlns:a16="http://schemas.microsoft.com/office/drawing/2014/main" id="{9B34E0A0-565D-4DEC-8630-0F07E078F9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88250" y="872890"/>
            <a:ext cx="525054" cy="1235797"/>
          </a:xfrm>
          <a:prstGeom prst="rect">
            <a:avLst/>
          </a:prstGeom>
        </p:spPr>
      </p:pic>
    </p:spTree>
    <p:extLst>
      <p:ext uri="{BB962C8B-B14F-4D97-AF65-F5344CB8AC3E}">
        <p14:creationId xmlns:p14="http://schemas.microsoft.com/office/powerpoint/2010/main" val="2709693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Ziele der Datenorganisation in</a:t>
            </a:r>
            <a:br>
              <a:rPr lang="de-DE" dirty="0"/>
            </a:br>
            <a:r>
              <a:rPr lang="de-DE" dirty="0"/>
              <a:t>Datenbanken</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graphicFrame>
        <p:nvGraphicFramePr>
          <p:cNvPr id="11" name="Inhaltsplatzhalter 7">
            <a:extLst>
              <a:ext uri="{FF2B5EF4-FFF2-40B4-BE49-F238E27FC236}">
                <a16:creationId xmlns:a16="http://schemas.microsoft.com/office/drawing/2014/main" id="{482D7F71-F26F-4336-B63A-7E7846CA18D8}"/>
              </a:ext>
            </a:extLst>
          </p:cNvPr>
          <p:cNvGraphicFramePr>
            <a:graphicFrameLocks noGrp="1"/>
          </p:cNvGraphicFramePr>
          <p:nvPr>
            <p:ph idx="1"/>
            <p:extLst>
              <p:ext uri="{D42A27DB-BD31-4B8C-83A1-F6EECF244321}">
                <p14:modId xmlns:p14="http://schemas.microsoft.com/office/powerpoint/2010/main" val="1736923202"/>
              </p:ext>
            </p:extLst>
          </p:nvPr>
        </p:nvGraphicFramePr>
        <p:xfrm>
          <a:off x="408742" y="1945066"/>
          <a:ext cx="6172200" cy="3803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Picture 2" descr="Übersicht der unterstützten Cloud Anbieter">
            <a:extLst>
              <a:ext uri="{FF2B5EF4-FFF2-40B4-BE49-F238E27FC236}">
                <a16:creationId xmlns:a16="http://schemas.microsoft.com/office/drawing/2014/main" id="{F3908133-448E-45DC-B825-1EBE5C397B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6365" y="1945066"/>
            <a:ext cx="4737100" cy="2368550"/>
          </a:xfrm>
          <a:prstGeom prst="rect">
            <a:avLst/>
          </a:prstGeom>
          <a:noFill/>
          <a:extLst>
            <a:ext uri="{909E8E84-426E-40DD-AFC4-6F175D3DCCD1}">
              <a14:hiddenFill xmlns:a14="http://schemas.microsoft.com/office/drawing/2010/main">
                <a:solidFill>
                  <a:srgbClr val="FFFFFF"/>
                </a:solidFill>
              </a14:hiddenFill>
            </a:ext>
          </a:extLst>
        </p:spPr>
      </p:pic>
      <p:sp>
        <p:nvSpPr>
          <p:cNvPr id="15" name="Rechteck 14">
            <a:extLst>
              <a:ext uri="{FF2B5EF4-FFF2-40B4-BE49-F238E27FC236}">
                <a16:creationId xmlns:a16="http://schemas.microsoft.com/office/drawing/2014/main" id="{FE11FE03-2595-4758-9A9F-8C0C34C490FF}"/>
              </a:ext>
            </a:extLst>
          </p:cNvPr>
          <p:cNvSpPr/>
          <p:nvPr/>
        </p:nvSpPr>
        <p:spPr>
          <a:xfrm>
            <a:off x="7046158" y="4309642"/>
            <a:ext cx="4737100" cy="1754326"/>
          </a:xfrm>
          <a:prstGeom prst="rect">
            <a:avLst/>
          </a:prstGeom>
          <a:solidFill>
            <a:schemeClr val="accent6">
              <a:lumMod val="40000"/>
              <a:lumOff val="60000"/>
            </a:schemeClr>
          </a:solidFill>
        </p:spPr>
        <p:txBody>
          <a:bodyPr wrap="square">
            <a:spAutoFit/>
          </a:bodyPr>
          <a:lstStyle/>
          <a:p>
            <a:r>
              <a:rPr lang="de-DE" dirty="0">
                <a:latin typeface="Arial" panose="020B0604020202020204" pitchFamily="34" charset="0"/>
                <a:cs typeface="Arial" panose="020B0604020202020204" pitchFamily="34" charset="0"/>
              </a:rPr>
              <a:t>Beschreiben Sie Angebot und Anforderungen an Cloud Datenbanken. </a:t>
            </a:r>
          </a:p>
          <a:p>
            <a:endParaRPr lang="de-DE" dirty="0"/>
          </a:p>
          <a:p>
            <a:r>
              <a:rPr lang="de-DE" dirty="0">
                <a:latin typeface="Arial" panose="020B0604020202020204" pitchFamily="34" charset="0"/>
                <a:cs typeface="Arial" panose="020B0604020202020204" pitchFamily="34" charset="0"/>
              </a:rPr>
              <a:t>https://www.computerweekly.com/de/tipp/Vergleich-Cloud-Datenbanken-AWS-Microsoft-Google-Oracle</a:t>
            </a:r>
          </a:p>
        </p:txBody>
      </p:sp>
      <p:pic>
        <p:nvPicPr>
          <p:cNvPr id="7" name="Grafik 6">
            <a:extLst>
              <a:ext uri="{FF2B5EF4-FFF2-40B4-BE49-F238E27FC236}">
                <a16:creationId xmlns:a16="http://schemas.microsoft.com/office/drawing/2014/main" id="{B1618AE5-BE32-442A-8BF0-D53EFA3554C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58767" y="435608"/>
            <a:ext cx="525054" cy="1235797"/>
          </a:xfrm>
          <a:prstGeom prst="rect">
            <a:avLst/>
          </a:prstGeom>
        </p:spPr>
      </p:pic>
    </p:spTree>
    <p:extLst>
      <p:ext uri="{BB962C8B-B14F-4D97-AF65-F5344CB8AC3E}">
        <p14:creationId xmlns:p14="http://schemas.microsoft.com/office/powerpoint/2010/main" val="33888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Sicherheit in Datenbanken</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3" name="Inhaltsplatzhalter 2">
            <a:extLst>
              <a:ext uri="{FF2B5EF4-FFF2-40B4-BE49-F238E27FC236}">
                <a16:creationId xmlns:a16="http://schemas.microsoft.com/office/drawing/2014/main" id="{5D3B3D0A-079A-49C4-853C-D2B3991A5821}"/>
              </a:ext>
            </a:extLst>
          </p:cNvPr>
          <p:cNvSpPr>
            <a:spLocks noGrp="1"/>
          </p:cNvSpPr>
          <p:nvPr>
            <p:ph idx="1"/>
          </p:nvPr>
        </p:nvSpPr>
        <p:spPr>
          <a:xfrm>
            <a:off x="160867" y="1825625"/>
            <a:ext cx="7616346" cy="4351338"/>
          </a:xfrm>
        </p:spPr>
        <p:txBody>
          <a:bodyPr/>
          <a:lstStyle/>
          <a:p>
            <a:r>
              <a:rPr lang="de-DE" dirty="0"/>
              <a:t>Ziel: nur befugte Benutzer dürfen auf die Daten in einer Datenbank zugreifen</a:t>
            </a:r>
          </a:p>
          <a:p>
            <a:r>
              <a:rPr lang="de-DE" dirty="0"/>
              <a:t>Benutzerverwaltung einer Datenbank unterscheidet:</a:t>
            </a:r>
          </a:p>
          <a:p>
            <a:pPr lvl="1"/>
            <a:r>
              <a:rPr lang="de-DE" dirty="0"/>
              <a:t>einzelne Personen</a:t>
            </a:r>
          </a:p>
          <a:p>
            <a:pPr lvl="1"/>
            <a:r>
              <a:rPr lang="de-DE" dirty="0"/>
              <a:t>Anwendungen </a:t>
            </a:r>
          </a:p>
          <a:p>
            <a:pPr lvl="1"/>
            <a:r>
              <a:rPr lang="de-DE" dirty="0"/>
              <a:t>Rollen</a:t>
            </a:r>
          </a:p>
          <a:p>
            <a:r>
              <a:rPr lang="de-DE" dirty="0"/>
              <a:t>SQL bietet hierzu verschieden Befehle</a:t>
            </a:r>
          </a:p>
          <a:p>
            <a:pPr lvl="1"/>
            <a:r>
              <a:rPr lang="de-DE" dirty="0"/>
              <a:t>GRANT (gewähren)</a:t>
            </a:r>
          </a:p>
          <a:p>
            <a:pPr lvl="1"/>
            <a:r>
              <a:rPr lang="de-DE" dirty="0"/>
              <a:t>REVOKE (wiederrufen)</a:t>
            </a:r>
          </a:p>
        </p:txBody>
      </p:sp>
      <p:pic>
        <p:nvPicPr>
          <p:cNvPr id="8" name="Grafik 7">
            <a:extLst>
              <a:ext uri="{FF2B5EF4-FFF2-40B4-BE49-F238E27FC236}">
                <a16:creationId xmlns:a16="http://schemas.microsoft.com/office/drawing/2014/main" id="{2DA297F0-2810-43F5-8233-0D8DC019E293}"/>
              </a:ext>
            </a:extLst>
          </p:cNvPr>
          <p:cNvPicPr>
            <a:picLocks noChangeAspect="1"/>
          </p:cNvPicPr>
          <p:nvPr/>
        </p:nvPicPr>
        <p:blipFill>
          <a:blip r:embed="rId2"/>
          <a:stretch>
            <a:fillRect/>
          </a:stretch>
        </p:blipFill>
        <p:spPr>
          <a:xfrm>
            <a:off x="7076413" y="1825625"/>
            <a:ext cx="5115587" cy="862870"/>
          </a:xfrm>
          <a:prstGeom prst="rect">
            <a:avLst/>
          </a:prstGeom>
        </p:spPr>
      </p:pic>
      <p:pic>
        <p:nvPicPr>
          <p:cNvPr id="9" name="Inhaltsplatzhalter 7">
            <a:extLst>
              <a:ext uri="{FF2B5EF4-FFF2-40B4-BE49-F238E27FC236}">
                <a16:creationId xmlns:a16="http://schemas.microsoft.com/office/drawing/2014/main" id="{B6AE937A-503E-45EB-B74E-6FD75F920DBC}"/>
              </a:ext>
            </a:extLst>
          </p:cNvPr>
          <p:cNvPicPr>
            <a:picLocks noChangeAspect="1"/>
          </p:cNvPicPr>
          <p:nvPr/>
        </p:nvPicPr>
        <p:blipFill>
          <a:blip r:embed="rId3"/>
          <a:stretch>
            <a:fillRect/>
          </a:stretch>
        </p:blipFill>
        <p:spPr>
          <a:xfrm>
            <a:off x="6934763" y="2975729"/>
            <a:ext cx="5096370" cy="3095609"/>
          </a:xfrm>
          <a:prstGeom prst="rect">
            <a:avLst/>
          </a:prstGeom>
        </p:spPr>
      </p:pic>
    </p:spTree>
    <p:extLst>
      <p:ext uri="{BB962C8B-B14F-4D97-AF65-F5344CB8AC3E}">
        <p14:creationId xmlns:p14="http://schemas.microsoft.com/office/powerpoint/2010/main" val="224891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Datenbankmodelle</a:t>
            </a:r>
            <a:endParaRPr lang="de-DE" dirty="0">
              <a:solidFill>
                <a:srgbClr val="F68800"/>
              </a:solidFill>
            </a:endParaRPr>
          </a:p>
        </p:txBody>
      </p:sp>
    </p:spTree>
    <p:extLst>
      <p:ext uri="{BB962C8B-B14F-4D97-AF65-F5344CB8AC3E}">
        <p14:creationId xmlns:p14="http://schemas.microsoft.com/office/powerpoint/2010/main" val="2441636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Datenbankmodelle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787293" cy="4200706"/>
          </a:xfrm>
        </p:spPr>
        <p:txBody>
          <a:bodyPr>
            <a:normAutofit/>
          </a:bodyPr>
          <a:lstStyle/>
          <a:p>
            <a:r>
              <a:rPr lang="de-DE" b="1" dirty="0"/>
              <a:t>Hierarchisches Modell</a:t>
            </a:r>
          </a:p>
          <a:p>
            <a:r>
              <a:rPr lang="de-DE" b="1" dirty="0"/>
              <a:t>Relationales Modell</a:t>
            </a:r>
          </a:p>
          <a:p>
            <a:r>
              <a:rPr lang="de-DE" b="1" dirty="0"/>
              <a:t>Netzwerkmodell</a:t>
            </a:r>
          </a:p>
          <a:p>
            <a:r>
              <a:rPr lang="de-DE" b="1" dirty="0"/>
              <a:t>Objektorientiertes Datenbankmodell</a:t>
            </a:r>
          </a:p>
          <a:p>
            <a:r>
              <a:rPr lang="de-DE" sz="1500" dirty="0"/>
              <a:t>Entity-</a:t>
            </a:r>
            <a:r>
              <a:rPr lang="de-DE" sz="1500" dirty="0" err="1"/>
              <a:t>Relationship</a:t>
            </a:r>
            <a:r>
              <a:rPr lang="de-DE" sz="1500" dirty="0"/>
              <a:t>-Modell</a:t>
            </a:r>
          </a:p>
          <a:p>
            <a:r>
              <a:rPr lang="de-DE" sz="1500" dirty="0"/>
              <a:t>Dokumentenmodell</a:t>
            </a:r>
          </a:p>
          <a:p>
            <a:r>
              <a:rPr lang="de-DE" sz="1500" dirty="0"/>
              <a:t>Entität-Attribut-Wert-Modell</a:t>
            </a:r>
          </a:p>
          <a:p>
            <a:r>
              <a:rPr lang="de-DE" sz="1500" dirty="0"/>
              <a:t>Sternschema</a:t>
            </a:r>
          </a:p>
          <a:p>
            <a:r>
              <a:rPr lang="de-DE" sz="1500" dirty="0"/>
              <a:t>Das objektrelationale Modell, das die beiden namensgebenden Modell kombiniert</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Tree>
    <p:extLst>
      <p:ext uri="{BB962C8B-B14F-4D97-AF65-F5344CB8AC3E}">
        <p14:creationId xmlns:p14="http://schemas.microsoft.com/office/powerpoint/2010/main" val="1500727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1750894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Hierarchisches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77500" lnSpcReduction="20000"/>
          </a:bodyPr>
          <a:lstStyle/>
          <a:p>
            <a:r>
              <a:rPr lang="de-DE" dirty="0"/>
              <a:t>Darstellung der Datenbeziehung mittels Baumstruktur</a:t>
            </a:r>
          </a:p>
          <a:p>
            <a:r>
              <a:rPr lang="de-DE" dirty="0"/>
              <a:t>ausgehend von der Wurzel werden zugehörige Daten hierarchisch in Teilbäume gegliedert und strukturiert</a:t>
            </a:r>
          </a:p>
          <a:p>
            <a:r>
              <a:rPr lang="de-DE" dirty="0"/>
              <a:t>für jedes Datenobjekt gilt </a:t>
            </a:r>
            <a:r>
              <a:rPr lang="de-DE" dirty="0">
                <a:sym typeface="Wingdings" panose="05000000000000000000" pitchFamily="2" charset="2"/>
              </a:rPr>
              <a:t> genau einen Vorgänger und mindestens einen Nachfolger</a:t>
            </a:r>
          </a:p>
          <a:p>
            <a:r>
              <a:rPr lang="de-DE" dirty="0">
                <a:sym typeface="Wingdings" panose="05000000000000000000" pitchFamily="2" charset="2"/>
              </a:rPr>
              <a:t>hohe Datenredundanz durch Mehrfachvorkommen, gleicher Datensätze (siehe Abbildung)</a:t>
            </a:r>
          </a:p>
          <a:p>
            <a:r>
              <a:rPr lang="de-DE" dirty="0">
                <a:sym typeface="Wingdings" panose="05000000000000000000" pitchFamily="2" charset="2"/>
              </a:rPr>
              <a:t>Änderungen müssen mehrfach über umständliche Zugriffswege der Baumstruktur vorgenommen werden</a:t>
            </a:r>
          </a:p>
          <a:p>
            <a:r>
              <a:rPr lang="de-DE" b="1" dirty="0">
                <a:sym typeface="Wingdings" panose="05000000000000000000" pitchFamily="2" charset="2"/>
              </a:rPr>
              <a:t>Modell konnte sich aufgrund der Nachteile nicht als Standard durchsetzen!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5" name="Inhaltsplatzhalter 11">
            <a:extLst>
              <a:ext uri="{FF2B5EF4-FFF2-40B4-BE49-F238E27FC236}">
                <a16:creationId xmlns:a16="http://schemas.microsoft.com/office/drawing/2014/main" id="{A7BED6E2-1420-4EB1-992A-3C789035C267}"/>
              </a:ext>
            </a:extLst>
          </p:cNvPr>
          <p:cNvPicPr>
            <a:picLocks noChangeAspect="1"/>
          </p:cNvPicPr>
          <p:nvPr/>
        </p:nvPicPr>
        <p:blipFill rotWithShape="1">
          <a:blip r:embed="rId2"/>
          <a:srcRect t="4254"/>
          <a:stretch/>
        </p:blipFill>
        <p:spPr>
          <a:xfrm>
            <a:off x="6541221" y="3795274"/>
            <a:ext cx="5489912" cy="1801653"/>
          </a:xfrm>
          <a:prstGeom prst="rect">
            <a:avLst/>
          </a:prstGeom>
        </p:spPr>
      </p:pic>
      <p:pic>
        <p:nvPicPr>
          <p:cNvPr id="6" name="Grafik 5">
            <a:extLst>
              <a:ext uri="{FF2B5EF4-FFF2-40B4-BE49-F238E27FC236}">
                <a16:creationId xmlns:a16="http://schemas.microsoft.com/office/drawing/2014/main" id="{F4D8900C-0BF7-4949-B6EA-BF5717EA74A3}"/>
              </a:ext>
            </a:extLst>
          </p:cNvPr>
          <p:cNvPicPr>
            <a:picLocks noChangeAspect="1"/>
          </p:cNvPicPr>
          <p:nvPr/>
        </p:nvPicPr>
        <p:blipFill rotWithShape="1">
          <a:blip r:embed="rId3"/>
          <a:srcRect t="3891"/>
          <a:stretch/>
        </p:blipFill>
        <p:spPr>
          <a:xfrm>
            <a:off x="7988746" y="1671405"/>
            <a:ext cx="2920779" cy="1801653"/>
          </a:xfrm>
          <a:prstGeom prst="rect">
            <a:avLst/>
          </a:prstGeom>
        </p:spPr>
      </p:pic>
      <p:sp>
        <p:nvSpPr>
          <p:cNvPr id="7" name="Rechteck 6">
            <a:extLst>
              <a:ext uri="{FF2B5EF4-FFF2-40B4-BE49-F238E27FC236}">
                <a16:creationId xmlns:a16="http://schemas.microsoft.com/office/drawing/2014/main" id="{9EF1693A-F0FE-4758-BFDA-57CE037005E4}"/>
              </a:ext>
            </a:extLst>
          </p:cNvPr>
          <p:cNvSpPr/>
          <p:nvPr/>
        </p:nvSpPr>
        <p:spPr>
          <a:xfrm>
            <a:off x="8077200" y="6113417"/>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pic>
        <p:nvPicPr>
          <p:cNvPr id="8" name="Grafik 7">
            <a:extLst>
              <a:ext uri="{FF2B5EF4-FFF2-40B4-BE49-F238E27FC236}">
                <a16:creationId xmlns:a16="http://schemas.microsoft.com/office/drawing/2014/main" id="{B38C0814-DC08-4FF2-8511-4E2B59133D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3763" y="435608"/>
            <a:ext cx="525054" cy="1235797"/>
          </a:xfrm>
          <a:prstGeom prst="rect">
            <a:avLst/>
          </a:prstGeom>
        </p:spPr>
      </p:pic>
    </p:spTree>
    <p:extLst>
      <p:ext uri="{BB962C8B-B14F-4D97-AF65-F5344CB8AC3E}">
        <p14:creationId xmlns:p14="http://schemas.microsoft.com/office/powerpoint/2010/main" val="3278813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722836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Netzwerkmodell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20000"/>
          </a:bodyPr>
          <a:lstStyle/>
          <a:p>
            <a:r>
              <a:rPr lang="de-DE" dirty="0"/>
              <a:t>Datenobjekt kann nicht nur einen, sondern mehrere Vorgänger haben</a:t>
            </a:r>
          </a:p>
          <a:p>
            <a:r>
              <a:rPr lang="de-DE" dirty="0">
                <a:sym typeface="Wingdings" panose="05000000000000000000" pitchFamily="2" charset="2"/>
              </a:rPr>
              <a:t>sehr einfach  leicht zu entwerfen</a:t>
            </a:r>
          </a:p>
          <a:p>
            <a:r>
              <a:rPr lang="de-DE" b="1" dirty="0">
                <a:sym typeface="Wingdings" panose="05000000000000000000" pitchFamily="2" charset="2"/>
              </a:rPr>
              <a:t>kein Standard</a:t>
            </a:r>
          </a:p>
          <a:p>
            <a:r>
              <a:rPr lang="de-DE" dirty="0"/>
              <a:t>lässt die Existenz eines Mitglieds ohne Eigentümer nicht zu, was zum Konzept der Datenintegrität führt</a:t>
            </a:r>
          </a:p>
          <a:p>
            <a:r>
              <a:rPr lang="de-DE" dirty="0"/>
              <a:t>bietet keine Möglichkeit zur automatischen Abfrageoptimierung</a:t>
            </a:r>
          </a:p>
          <a:p>
            <a:r>
              <a:rPr lang="de-DE" dirty="0"/>
              <a:t>der Aufbau dieses Modells ist nicht benutzerfreundlich</a:t>
            </a:r>
          </a:p>
          <a:p>
            <a:r>
              <a:rPr lang="de-DE" dirty="0">
                <a:sym typeface="Wingdings" panose="05000000000000000000" pitchFamily="2" charset="2"/>
              </a:rPr>
              <a:t>physische Abbildung sehr komplex</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Rechteck 6">
            <a:extLst>
              <a:ext uri="{FF2B5EF4-FFF2-40B4-BE49-F238E27FC236}">
                <a16:creationId xmlns:a16="http://schemas.microsoft.com/office/drawing/2014/main" id="{9EF1693A-F0FE-4758-BFDA-57CE037005E4}"/>
              </a:ext>
            </a:extLst>
          </p:cNvPr>
          <p:cNvSpPr/>
          <p:nvPr/>
        </p:nvSpPr>
        <p:spPr>
          <a:xfrm>
            <a:off x="7450183" y="4535781"/>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pic>
        <p:nvPicPr>
          <p:cNvPr id="8" name="Inhaltsplatzhalter 8">
            <a:extLst>
              <a:ext uri="{FF2B5EF4-FFF2-40B4-BE49-F238E27FC236}">
                <a16:creationId xmlns:a16="http://schemas.microsoft.com/office/drawing/2014/main" id="{07FF7CC7-E7EA-4B35-A56D-C8F41F000AFB}"/>
              </a:ext>
            </a:extLst>
          </p:cNvPr>
          <p:cNvPicPr>
            <a:picLocks noChangeAspect="1"/>
          </p:cNvPicPr>
          <p:nvPr/>
        </p:nvPicPr>
        <p:blipFill>
          <a:blip r:embed="rId2"/>
          <a:stretch>
            <a:fillRect/>
          </a:stretch>
        </p:blipFill>
        <p:spPr>
          <a:xfrm>
            <a:off x="6362700" y="2536669"/>
            <a:ext cx="5660027" cy="2026205"/>
          </a:xfrm>
          <a:prstGeom prst="rect">
            <a:avLst/>
          </a:prstGeom>
        </p:spPr>
      </p:pic>
    </p:spTree>
    <p:extLst>
      <p:ext uri="{BB962C8B-B14F-4D97-AF65-F5344CB8AC3E}">
        <p14:creationId xmlns:p14="http://schemas.microsoft.com/office/powerpoint/2010/main" val="3960584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2490267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Objektorientiertes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lnSpcReduction="10000"/>
          </a:bodyPr>
          <a:lstStyle/>
          <a:p>
            <a:r>
              <a:rPr lang="de-DE" dirty="0"/>
              <a:t>Objekte (Tabellen) werden mit Eigenschaften und Funktionen verwaltet</a:t>
            </a:r>
          </a:p>
          <a:p>
            <a:r>
              <a:rPr lang="de-DE" dirty="0">
                <a:sym typeface="Wingdings" panose="05000000000000000000" pitchFamily="2" charset="2"/>
              </a:rPr>
              <a:t>Abfragen werden über die Funktionen der Objekte realisiert</a:t>
            </a:r>
          </a:p>
          <a:p>
            <a:r>
              <a:rPr lang="de-DE" dirty="0">
                <a:sym typeface="Wingdings" panose="05000000000000000000" pitchFamily="2" charset="2"/>
              </a:rPr>
              <a:t>geeignet für:</a:t>
            </a:r>
          </a:p>
          <a:p>
            <a:pPr lvl="1"/>
            <a:r>
              <a:rPr lang="de-DE" dirty="0">
                <a:sym typeface="Wingdings" panose="05000000000000000000" pitchFamily="2" charset="2"/>
              </a:rPr>
              <a:t>objektorientierte Anwendungen, weil</a:t>
            </a:r>
          </a:p>
          <a:p>
            <a:pPr lvl="2"/>
            <a:r>
              <a:rPr lang="de-DE" dirty="0">
                <a:sym typeface="Wingdings" panose="05000000000000000000" pitchFamily="2" charset="2"/>
              </a:rPr>
              <a:t>Abfragen sind einfacher</a:t>
            </a:r>
          </a:p>
          <a:p>
            <a:pPr lvl="2"/>
            <a:r>
              <a:rPr lang="de-DE" dirty="0">
                <a:sym typeface="Wingdings" panose="05000000000000000000" pitchFamily="2" charset="2"/>
              </a:rPr>
              <a:t>realitätsnah</a:t>
            </a:r>
          </a:p>
          <a:p>
            <a:r>
              <a:rPr lang="de-DE" dirty="0">
                <a:sym typeface="Wingdings" panose="05000000000000000000" pitchFamily="2" charset="2"/>
              </a:rPr>
              <a:t>Nachteil:</a:t>
            </a:r>
          </a:p>
          <a:p>
            <a:pPr lvl="1"/>
            <a:r>
              <a:rPr lang="de-DE" dirty="0">
                <a:sym typeface="Wingdings" panose="05000000000000000000" pitchFamily="2" charset="2"/>
              </a:rPr>
              <a:t>nicht performant bei vielen Abfragen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Picture 5" descr="Objektorientiertes Datenbankmodell">
            <a:extLst>
              <a:ext uri="{FF2B5EF4-FFF2-40B4-BE49-F238E27FC236}">
                <a16:creationId xmlns:a16="http://schemas.microsoft.com/office/drawing/2014/main" id="{9E81DEEC-EE07-4E49-B46B-5B63D5276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489" y="1825625"/>
            <a:ext cx="4568854" cy="3320034"/>
          </a:xfrm>
          <a:prstGeom prst="rect">
            <a:avLst/>
          </a:prstGeom>
          <a:noFill/>
          <a:extLst>
            <a:ext uri="{909E8E84-426E-40DD-AFC4-6F175D3DCCD1}">
              <a14:hiddenFill xmlns:a14="http://schemas.microsoft.com/office/drawing/2010/main">
                <a:solidFill>
                  <a:srgbClr val="FFFFFF"/>
                </a:solidFill>
              </a14:hiddenFill>
            </a:ext>
          </a:extLst>
        </p:spPr>
      </p:pic>
      <p:sp>
        <p:nvSpPr>
          <p:cNvPr id="10" name="Rechteck 9">
            <a:extLst>
              <a:ext uri="{FF2B5EF4-FFF2-40B4-BE49-F238E27FC236}">
                <a16:creationId xmlns:a16="http://schemas.microsoft.com/office/drawing/2014/main" id="{EF6F0CB0-C8F3-462A-B115-4032F0896C65}"/>
              </a:ext>
            </a:extLst>
          </p:cNvPr>
          <p:cNvSpPr/>
          <p:nvPr/>
        </p:nvSpPr>
        <p:spPr>
          <a:xfrm>
            <a:off x="7285726" y="5145659"/>
            <a:ext cx="4347617" cy="400110"/>
          </a:xfrm>
          <a:prstGeom prst="rect">
            <a:avLst/>
          </a:prstGeom>
        </p:spPr>
        <p:txBody>
          <a:bodyPr wrap="square">
            <a:spAutoFit/>
          </a:bodyPr>
          <a:lstStyle/>
          <a:p>
            <a:r>
              <a:rPr lang="de-DE" sz="1000" dirty="0">
                <a:latin typeface="Arial" panose="020B0604020202020204" pitchFamily="34" charset="0"/>
                <a:cs typeface="Arial" panose="020B0604020202020204" pitchFamily="34" charset="0"/>
              </a:rPr>
              <a:t>Quelle: </a:t>
            </a:r>
            <a:r>
              <a:rPr lang="de-DE" sz="1000" dirty="0">
                <a:latin typeface="Arial" panose="020B0604020202020204" pitchFamily="34" charset="0"/>
                <a:cs typeface="Arial" panose="020B0604020202020204" pitchFamily="34" charset="0"/>
                <a:hlinkClick r:id="rId3"/>
              </a:rPr>
              <a:t>http://www.fachinformatikerwissen.de/pages/wis_db_obje.shtml</a:t>
            </a:r>
            <a:endParaRPr lang="de-DE" sz="1000" dirty="0">
              <a:latin typeface="Arial" panose="020B0604020202020204" pitchFamily="34" charset="0"/>
              <a:cs typeface="Arial" panose="020B0604020202020204" pitchFamily="34" charset="0"/>
            </a:endParaRPr>
          </a:p>
          <a:p>
            <a:r>
              <a:rPr lang="de-DE" sz="1000" dirty="0">
                <a:latin typeface="Arial" panose="020B0604020202020204" pitchFamily="34" charset="0"/>
                <a:cs typeface="Arial" panose="020B0604020202020204" pitchFamily="34" charset="0"/>
              </a:rPr>
              <a:t>abgerufen am 11.01.2023</a:t>
            </a:r>
          </a:p>
        </p:txBody>
      </p:sp>
    </p:spTree>
    <p:extLst>
      <p:ext uri="{BB962C8B-B14F-4D97-AF65-F5344CB8AC3E}">
        <p14:creationId xmlns:p14="http://schemas.microsoft.com/office/powerpoint/2010/main" val="418038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a:bodyPr>
          <a:lstStyle/>
          <a:p>
            <a:r>
              <a:rPr lang="de-DE" dirty="0"/>
              <a:t>Datenbankmodelle</a:t>
            </a: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a:t>
            </a:r>
          </a:p>
        </p:txBody>
      </p:sp>
      <p:sp>
        <p:nvSpPr>
          <p:cNvPr id="7" name="Ellipse 6">
            <a:extLst>
              <a:ext uri="{FF2B5EF4-FFF2-40B4-BE49-F238E27FC236}">
                <a16:creationId xmlns:a16="http://schemas.microsoft.com/office/drawing/2014/main" id="{281E2AD1-E5D4-4DA4-ABCE-F13240DE0391}"/>
              </a:ext>
            </a:extLst>
          </p:cNvPr>
          <p:cNvSpPr/>
          <p:nvPr/>
        </p:nvSpPr>
        <p:spPr>
          <a:xfrm>
            <a:off x="1841862"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Hierarchisches Modell</a:t>
            </a:r>
          </a:p>
        </p:txBody>
      </p:sp>
      <p:sp>
        <p:nvSpPr>
          <p:cNvPr id="19" name="Ellipse 18">
            <a:extLst>
              <a:ext uri="{FF2B5EF4-FFF2-40B4-BE49-F238E27FC236}">
                <a16:creationId xmlns:a16="http://schemas.microsoft.com/office/drawing/2014/main" id="{BBC7FE0A-83B6-4AF4-9179-5E0803760A7C}"/>
              </a:ext>
            </a:extLst>
          </p:cNvPr>
          <p:cNvSpPr/>
          <p:nvPr/>
        </p:nvSpPr>
        <p:spPr>
          <a:xfrm>
            <a:off x="1841862" y="3939730"/>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Objektorientiertes Modell</a:t>
            </a:r>
          </a:p>
        </p:txBody>
      </p:sp>
      <p:sp>
        <p:nvSpPr>
          <p:cNvPr id="20" name="Ellipse 19">
            <a:extLst>
              <a:ext uri="{FF2B5EF4-FFF2-40B4-BE49-F238E27FC236}">
                <a16:creationId xmlns:a16="http://schemas.microsoft.com/office/drawing/2014/main" id="{7C213D8A-A2BD-4EB7-8F90-A326A5358002}"/>
              </a:ext>
            </a:extLst>
          </p:cNvPr>
          <p:cNvSpPr/>
          <p:nvPr/>
        </p:nvSpPr>
        <p:spPr>
          <a:xfrm>
            <a:off x="6905990" y="1697338"/>
            <a:ext cx="3444148" cy="1908077"/>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Netzwerkmodell</a:t>
            </a:r>
          </a:p>
        </p:txBody>
      </p:sp>
      <p:sp>
        <p:nvSpPr>
          <p:cNvPr id="21" name="Ellipse 20">
            <a:extLst>
              <a:ext uri="{FF2B5EF4-FFF2-40B4-BE49-F238E27FC236}">
                <a16:creationId xmlns:a16="http://schemas.microsoft.com/office/drawing/2014/main" id="{55D39D15-6B09-4B6F-8291-AE67004D199D}"/>
              </a:ext>
            </a:extLst>
          </p:cNvPr>
          <p:cNvSpPr/>
          <p:nvPr/>
        </p:nvSpPr>
        <p:spPr>
          <a:xfrm>
            <a:off x="6905990" y="3870060"/>
            <a:ext cx="3444148" cy="1908077"/>
          </a:xfrm>
          <a:prstGeom prst="ellipse">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000" dirty="0">
                <a:latin typeface="Arial" panose="020B0604020202020204" pitchFamily="34" charset="0"/>
                <a:cs typeface="Arial" panose="020B0604020202020204" pitchFamily="34" charset="0"/>
              </a:rPr>
              <a:t>Relationales Modell</a:t>
            </a:r>
          </a:p>
        </p:txBody>
      </p:sp>
    </p:spTree>
    <p:extLst>
      <p:ext uri="{BB962C8B-B14F-4D97-AF65-F5344CB8AC3E}">
        <p14:creationId xmlns:p14="http://schemas.microsoft.com/office/powerpoint/2010/main" val="668330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Relationales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gängigste und am meisten verbreitete Datenbankmodell</a:t>
            </a:r>
          </a:p>
          <a:p>
            <a:r>
              <a:rPr lang="de-DE" dirty="0">
                <a:sym typeface="Wingdings" panose="05000000000000000000" pitchFamily="2" charset="2"/>
              </a:rPr>
              <a:t>jede Entität (Tabelle) hat eine oder mehrere Attribute (Eigenschaften)</a:t>
            </a:r>
          </a:p>
          <a:p>
            <a:r>
              <a:rPr lang="de-DE" dirty="0">
                <a:sym typeface="Wingdings" panose="05000000000000000000" pitchFamily="2" charset="2"/>
              </a:rPr>
              <a:t>Entität kennzeichnet sich dadurch, dass es mehrere Vertreter ihrer Art gibt</a:t>
            </a:r>
          </a:p>
          <a:p>
            <a:r>
              <a:rPr lang="de-DE" dirty="0">
                <a:sym typeface="Wingdings" panose="05000000000000000000" pitchFamily="2" charset="2"/>
              </a:rPr>
              <a:t>jeder Datensatz einer Entität wird durch einen eindeutigen Schlüssel identifiziert</a:t>
            </a:r>
          </a:p>
          <a:p>
            <a:r>
              <a:rPr lang="de-DE" dirty="0">
                <a:sym typeface="Wingdings" panose="05000000000000000000" pitchFamily="2" charset="2"/>
              </a:rPr>
              <a:t>mehrere Tabellen können durch eine Beziehung verbunden werden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7" name="Inhaltsplatzhalter 1">
            <a:extLst>
              <a:ext uri="{FF2B5EF4-FFF2-40B4-BE49-F238E27FC236}">
                <a16:creationId xmlns:a16="http://schemas.microsoft.com/office/drawing/2014/main" id="{A14AA012-F365-4E5B-ACA4-6028D202C454}"/>
              </a:ext>
            </a:extLst>
          </p:cNvPr>
          <p:cNvSpPr txBox="1">
            <a:spLocks/>
          </p:cNvSpPr>
          <p:nvPr/>
        </p:nvSpPr>
        <p:spPr>
          <a:xfrm>
            <a:off x="8403763" y="1760630"/>
            <a:ext cx="2805024" cy="192246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2600" i="1" dirty="0"/>
              <a:t>„</a:t>
            </a:r>
            <a:r>
              <a:rPr lang="de-DE" i="1" dirty="0"/>
              <a:t>Entität hat Attribut.“</a:t>
            </a:r>
            <a:endParaRPr lang="de-DE" sz="2600" i="1" dirty="0"/>
          </a:p>
          <a:p>
            <a:pPr lvl="1"/>
            <a:r>
              <a:rPr lang="de-DE" i="1" dirty="0"/>
              <a:t>Kunde hat Kundennummer.</a:t>
            </a:r>
          </a:p>
          <a:p>
            <a:pPr lvl="1"/>
            <a:r>
              <a:rPr lang="de-DE" i="1" dirty="0"/>
              <a:t>Kunde hat Name.</a:t>
            </a:r>
          </a:p>
          <a:p>
            <a:pPr lvl="1"/>
            <a:r>
              <a:rPr lang="de-DE" i="1" dirty="0"/>
              <a:t>Kunde hat Geburtsdatum.</a:t>
            </a:r>
          </a:p>
          <a:p>
            <a:pPr lvl="1"/>
            <a:r>
              <a:rPr lang="de-DE" i="1" dirty="0"/>
              <a:t>Kunde hat Anschrift…</a:t>
            </a:r>
          </a:p>
        </p:txBody>
      </p:sp>
      <p:pic>
        <p:nvPicPr>
          <p:cNvPr id="8" name="Grafik 7">
            <a:extLst>
              <a:ext uri="{FF2B5EF4-FFF2-40B4-BE49-F238E27FC236}">
                <a16:creationId xmlns:a16="http://schemas.microsoft.com/office/drawing/2014/main" id="{94897512-D25D-4C4A-9848-35316D561A1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40966" y="3748092"/>
            <a:ext cx="4949902" cy="1960357"/>
          </a:xfrm>
          <a:prstGeom prst="rect">
            <a:avLst/>
          </a:prstGeom>
        </p:spPr>
      </p:pic>
      <p:sp>
        <p:nvSpPr>
          <p:cNvPr id="11" name="Textfeld 10">
            <a:extLst>
              <a:ext uri="{FF2B5EF4-FFF2-40B4-BE49-F238E27FC236}">
                <a16:creationId xmlns:a16="http://schemas.microsoft.com/office/drawing/2014/main" id="{A5D6518D-F002-470D-BF56-EFA6AFC79AE8}"/>
              </a:ext>
            </a:extLst>
          </p:cNvPr>
          <p:cNvSpPr txBox="1"/>
          <p:nvPr/>
        </p:nvSpPr>
        <p:spPr>
          <a:xfrm>
            <a:off x="8318182" y="5605586"/>
            <a:ext cx="2976187" cy="507831"/>
          </a:xfrm>
          <a:prstGeom prst="rect">
            <a:avLst/>
          </a:prstGeom>
          <a:noFill/>
        </p:spPr>
        <p:txBody>
          <a:bodyPr wrap="square" rtlCol="0">
            <a:spAutoFit/>
          </a:bodyPr>
          <a:lstStyle/>
          <a:p>
            <a:r>
              <a:rPr lang="de-DE" sz="900" dirty="0">
                <a:latin typeface="Arial" panose="020B0604020202020204" pitchFamily="34" charset="0"/>
                <a:cs typeface="Arial" panose="020B0604020202020204" pitchFamily="34" charset="0"/>
              </a:rPr>
              <a:t>Quelle: </a:t>
            </a:r>
            <a:r>
              <a:rPr lang="de-DE" sz="900" dirty="0">
                <a:latin typeface="Arial" panose="020B0604020202020204" pitchFamily="34" charset="0"/>
                <a:cs typeface="Arial" panose="020B0604020202020204" pitchFamily="34" charset="0"/>
                <a:hlinkClick r:id="rId3"/>
              </a:rPr>
              <a:t>https://www.inf-schule.de/datenbanksysteme/ermodelle/datenmodell</a:t>
            </a:r>
            <a:endParaRPr lang="de-DE" sz="900" dirty="0">
              <a:latin typeface="Arial" panose="020B0604020202020204" pitchFamily="34" charset="0"/>
              <a:cs typeface="Arial" panose="020B0604020202020204" pitchFamily="34" charset="0"/>
            </a:endParaRPr>
          </a:p>
          <a:p>
            <a:r>
              <a:rPr lang="de-DE" sz="900" dirty="0">
                <a:latin typeface="Arial" panose="020B0604020202020204" pitchFamily="34" charset="0"/>
                <a:cs typeface="Arial" panose="020B0604020202020204" pitchFamily="34" charset="0"/>
              </a:rPr>
              <a:t>abgerufen am 17.04.2023</a:t>
            </a:r>
          </a:p>
        </p:txBody>
      </p:sp>
    </p:spTree>
    <p:extLst>
      <p:ext uri="{BB962C8B-B14F-4D97-AF65-F5344CB8AC3E}">
        <p14:creationId xmlns:p14="http://schemas.microsoft.com/office/powerpoint/2010/main" val="3805295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ER – Modell </a:t>
            </a:r>
            <a:r>
              <a:rPr lang="de-DE" dirty="0">
                <a:sym typeface="Wingdings" panose="05000000000000000000" pitchFamily="2" charset="2"/>
              </a:rPr>
              <a:t> Relationsmodell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ER(Entity </a:t>
            </a:r>
            <a:r>
              <a:rPr lang="de-DE" dirty="0" err="1"/>
              <a:t>Relationship</a:t>
            </a:r>
            <a:r>
              <a:rPr lang="de-DE" dirty="0"/>
              <a:t>) Modell ist eine reduzierte Darstellung des Relationsmodells</a:t>
            </a:r>
          </a:p>
          <a:p>
            <a:r>
              <a:rPr lang="de-DE" dirty="0">
                <a:sym typeface="Wingdings" panose="05000000000000000000" pitchFamily="2" charset="2"/>
              </a:rPr>
              <a:t>im Relationsmodell wird aus jeder Entität eine Tabelle</a:t>
            </a:r>
          </a:p>
          <a:p>
            <a:r>
              <a:rPr lang="de-DE" dirty="0">
                <a:sym typeface="Wingdings" panose="05000000000000000000" pitchFamily="2" charset="2"/>
              </a:rPr>
              <a:t>Attribute bekommen Datentypen</a:t>
            </a:r>
          </a:p>
          <a:p>
            <a:r>
              <a:rPr lang="de-DE" dirty="0"/>
              <a:t>Beziehungen zwischen Primär –und Fremdschlüssel werden abgebildet</a:t>
            </a:r>
          </a:p>
          <a:p>
            <a:r>
              <a:rPr lang="de-DE" dirty="0"/>
              <a:t>für jede m:n Beziehung (mehr hierzu später) wird eine zusätzliche Tabelle angelegt</a:t>
            </a:r>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Inhaltsplatzhalter 7">
            <a:extLst>
              <a:ext uri="{FF2B5EF4-FFF2-40B4-BE49-F238E27FC236}">
                <a16:creationId xmlns:a16="http://schemas.microsoft.com/office/drawing/2014/main" id="{8373F326-FA48-4791-B173-6BA2B838188E}"/>
              </a:ext>
            </a:extLst>
          </p:cNvPr>
          <p:cNvPicPr>
            <a:picLocks noChangeAspect="1"/>
          </p:cNvPicPr>
          <p:nvPr/>
        </p:nvPicPr>
        <p:blipFill>
          <a:blip r:embed="rId2"/>
          <a:stretch>
            <a:fillRect/>
          </a:stretch>
        </p:blipFill>
        <p:spPr>
          <a:xfrm>
            <a:off x="6451978" y="1879444"/>
            <a:ext cx="5202890" cy="2183155"/>
          </a:xfrm>
          <a:prstGeom prst="rect">
            <a:avLst/>
          </a:prstGeom>
        </p:spPr>
      </p:pic>
      <p:pic>
        <p:nvPicPr>
          <p:cNvPr id="10" name="Grafik 9">
            <a:extLst>
              <a:ext uri="{FF2B5EF4-FFF2-40B4-BE49-F238E27FC236}">
                <a16:creationId xmlns:a16="http://schemas.microsoft.com/office/drawing/2014/main" id="{A789F213-3B44-427D-A090-13CD4DF97789}"/>
              </a:ext>
            </a:extLst>
          </p:cNvPr>
          <p:cNvPicPr>
            <a:picLocks noChangeAspect="1"/>
          </p:cNvPicPr>
          <p:nvPr/>
        </p:nvPicPr>
        <p:blipFill>
          <a:blip r:embed="rId3"/>
          <a:stretch>
            <a:fillRect/>
          </a:stretch>
        </p:blipFill>
        <p:spPr>
          <a:xfrm>
            <a:off x="6075714" y="4891159"/>
            <a:ext cx="5955419" cy="942551"/>
          </a:xfrm>
          <a:prstGeom prst="rect">
            <a:avLst/>
          </a:prstGeom>
        </p:spPr>
      </p:pic>
      <p:cxnSp>
        <p:nvCxnSpPr>
          <p:cNvPr id="6" name="Gerade Verbindung mit Pfeil 5">
            <a:extLst>
              <a:ext uri="{FF2B5EF4-FFF2-40B4-BE49-F238E27FC236}">
                <a16:creationId xmlns:a16="http://schemas.microsoft.com/office/drawing/2014/main" id="{B2AD11C2-0D17-4575-BD77-0293C3A50835}"/>
              </a:ext>
            </a:extLst>
          </p:cNvPr>
          <p:cNvCxnSpPr>
            <a:cxnSpLocks/>
          </p:cNvCxnSpPr>
          <p:nvPr/>
        </p:nvCxnSpPr>
        <p:spPr>
          <a:xfrm>
            <a:off x="2098766" y="923109"/>
            <a:ext cx="5947954" cy="1236042"/>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14" name="Gerade Verbindung mit Pfeil 13">
            <a:extLst>
              <a:ext uri="{FF2B5EF4-FFF2-40B4-BE49-F238E27FC236}">
                <a16:creationId xmlns:a16="http://schemas.microsoft.com/office/drawing/2014/main" id="{784BBAB1-D288-4CC7-AE50-09603CCA8B2F}"/>
              </a:ext>
            </a:extLst>
          </p:cNvPr>
          <p:cNvCxnSpPr>
            <a:cxnSpLocks/>
          </p:cNvCxnSpPr>
          <p:nvPr/>
        </p:nvCxnSpPr>
        <p:spPr>
          <a:xfrm>
            <a:off x="6043387" y="1053384"/>
            <a:ext cx="655796" cy="3645466"/>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pic>
        <p:nvPicPr>
          <p:cNvPr id="11" name="Grafik 10">
            <a:extLst>
              <a:ext uri="{FF2B5EF4-FFF2-40B4-BE49-F238E27FC236}">
                <a16:creationId xmlns:a16="http://schemas.microsoft.com/office/drawing/2014/main" id="{FA34B1EE-C2DA-4568-9FB3-EA6D961E40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9335" y="923354"/>
            <a:ext cx="525054" cy="1235797"/>
          </a:xfrm>
          <a:prstGeom prst="rect">
            <a:avLst/>
          </a:prstGeom>
        </p:spPr>
      </p:pic>
    </p:spTree>
    <p:extLst>
      <p:ext uri="{BB962C8B-B14F-4D97-AF65-F5344CB8AC3E}">
        <p14:creationId xmlns:p14="http://schemas.microsoft.com/office/powerpoint/2010/main" val="344363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Relationales Modell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r>
              <a:rPr lang="de-DE" dirty="0"/>
              <a:t>ein Attributwert ist eine (atomare) Zelle</a:t>
            </a:r>
          </a:p>
          <a:p>
            <a:r>
              <a:rPr lang="de-DE" dirty="0"/>
              <a:t>jede Zeile (</a:t>
            </a:r>
            <a:r>
              <a:rPr lang="de-DE" b="1" dirty="0"/>
              <a:t>Tupel</a:t>
            </a:r>
            <a:r>
              <a:rPr lang="de-DE" dirty="0"/>
              <a:t>) in einer Tabelle ist ein Datensatz</a:t>
            </a:r>
          </a:p>
          <a:p>
            <a:r>
              <a:rPr lang="de-DE" dirty="0"/>
              <a:t>jedes Tupel besteht aus Eigenschaften (</a:t>
            </a:r>
            <a:r>
              <a:rPr lang="de-DE" b="1" dirty="0"/>
              <a:t>Attributen</a:t>
            </a:r>
            <a:r>
              <a:rPr lang="de-DE" dirty="0"/>
              <a:t>), den Spalten der Tabelle</a:t>
            </a:r>
          </a:p>
          <a:p>
            <a:r>
              <a:rPr lang="de-DE" dirty="0"/>
              <a:t>alle Tupel einer Tabelle (</a:t>
            </a:r>
            <a:r>
              <a:rPr lang="de-DE" b="1" dirty="0"/>
              <a:t>Entität</a:t>
            </a:r>
            <a:r>
              <a:rPr lang="de-DE" dirty="0"/>
              <a:t>) werden über einen Schlüssel referenziert</a:t>
            </a:r>
          </a:p>
          <a:p>
            <a:r>
              <a:rPr lang="de-DE" dirty="0"/>
              <a:t>Relationsschema legt dabei die Anzahl und den Typ der Attribute für eine Tabelle fest</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9" name="Grafik 8">
            <a:extLst>
              <a:ext uri="{FF2B5EF4-FFF2-40B4-BE49-F238E27FC236}">
                <a16:creationId xmlns:a16="http://schemas.microsoft.com/office/drawing/2014/main" id="{CF24BCF3-7F99-41BA-A4A2-A9E369662C1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6000" y="1449783"/>
            <a:ext cx="5567613" cy="2227045"/>
          </a:xfrm>
          <a:prstGeom prst="rect">
            <a:avLst/>
          </a:prstGeom>
        </p:spPr>
      </p:pic>
      <p:sp>
        <p:nvSpPr>
          <p:cNvPr id="10" name="Textfeld 9">
            <a:extLst>
              <a:ext uri="{FF2B5EF4-FFF2-40B4-BE49-F238E27FC236}">
                <a16:creationId xmlns:a16="http://schemas.microsoft.com/office/drawing/2014/main" id="{AA95DB30-901A-42EB-9C18-803F237FD347}"/>
              </a:ext>
            </a:extLst>
          </p:cNvPr>
          <p:cNvSpPr txBox="1"/>
          <p:nvPr/>
        </p:nvSpPr>
        <p:spPr>
          <a:xfrm>
            <a:off x="7094637" y="3445996"/>
            <a:ext cx="3398837" cy="230832"/>
          </a:xfrm>
          <a:prstGeom prst="rect">
            <a:avLst/>
          </a:prstGeom>
          <a:noFill/>
        </p:spPr>
        <p:txBody>
          <a:bodyPr wrap="square" rtlCol="0">
            <a:spAutoFit/>
          </a:bodyPr>
          <a:lstStyle/>
          <a:p>
            <a:r>
              <a:rPr lang="de-DE" sz="900" dirty="0"/>
              <a:t>"</a:t>
            </a:r>
            <a:r>
              <a:rPr lang="de-DE" sz="900" dirty="0">
                <a:hlinkClick r:id="rId3" tooltip="https://de.wikipedia.org/wiki/Datei:Grundbegriffe_relationaler_Datenbanken.svg"/>
              </a:rPr>
              <a:t>Dieses Foto</a:t>
            </a:r>
            <a:r>
              <a:rPr lang="de-DE" sz="900" dirty="0"/>
              <a:t>" von Unbekannter Autor ist lizenziert gemäß </a:t>
            </a:r>
            <a:r>
              <a:rPr lang="de-DE" sz="900" dirty="0">
                <a:hlinkClick r:id="rId4" tooltip="https://creativecommons.org/licenses/by-sa/3.0/"/>
              </a:rPr>
              <a:t>CC BY-SA</a:t>
            </a:r>
            <a:endParaRPr lang="de-DE" sz="900" dirty="0"/>
          </a:p>
        </p:txBody>
      </p:sp>
      <p:pic>
        <p:nvPicPr>
          <p:cNvPr id="12" name="Grafik 11">
            <a:extLst>
              <a:ext uri="{FF2B5EF4-FFF2-40B4-BE49-F238E27FC236}">
                <a16:creationId xmlns:a16="http://schemas.microsoft.com/office/drawing/2014/main" id="{F7739C41-66E3-4D37-8F6E-BB8DE53E50B4}"/>
              </a:ext>
            </a:extLst>
          </p:cNvPr>
          <p:cNvPicPr>
            <a:picLocks noChangeAspect="1"/>
          </p:cNvPicPr>
          <p:nvPr/>
        </p:nvPicPr>
        <p:blipFill>
          <a:blip r:embed="rId5"/>
          <a:stretch>
            <a:fillRect/>
          </a:stretch>
        </p:blipFill>
        <p:spPr>
          <a:xfrm>
            <a:off x="6186538" y="3831048"/>
            <a:ext cx="5844595" cy="1108108"/>
          </a:xfrm>
          <a:prstGeom prst="rect">
            <a:avLst/>
          </a:prstGeom>
        </p:spPr>
      </p:pic>
      <p:sp>
        <p:nvSpPr>
          <p:cNvPr id="13" name="Rechteck 12">
            <a:extLst>
              <a:ext uri="{FF2B5EF4-FFF2-40B4-BE49-F238E27FC236}">
                <a16:creationId xmlns:a16="http://schemas.microsoft.com/office/drawing/2014/main" id="{0B35406B-501F-45E3-B14D-09B212DA1E83}"/>
              </a:ext>
            </a:extLst>
          </p:cNvPr>
          <p:cNvSpPr/>
          <p:nvPr/>
        </p:nvSpPr>
        <p:spPr>
          <a:xfrm>
            <a:off x="7335269" y="4939156"/>
            <a:ext cx="4114800" cy="246221"/>
          </a:xfrm>
          <a:prstGeom prst="rect">
            <a:avLst/>
          </a:prstGeom>
        </p:spPr>
        <p:txBody>
          <a:bodyPr wrap="square">
            <a:spAutoFit/>
          </a:bodyPr>
          <a:lstStyle/>
          <a:p>
            <a:pPr>
              <a:spcAft>
                <a:spcPts val="0"/>
              </a:spcAft>
            </a:pPr>
            <a:r>
              <a:rPr lang="de-DE" sz="1000" dirty="0">
                <a:latin typeface="Arial" panose="020B0604020202020204" pitchFamily="34" charset="0"/>
                <a:ea typeface="Times New Roman" panose="02020603050405020304" pitchFamily="18" charset="0"/>
              </a:rPr>
              <a:t>(vgl. Kracke, </a:t>
            </a:r>
            <a:r>
              <a:rPr lang="de-DE" sz="1000" dirty="0" err="1">
                <a:latin typeface="Arial" panose="020B0604020202020204" pitchFamily="34" charset="0"/>
                <a:ea typeface="Times New Roman" panose="02020603050405020304" pitchFamily="18" charset="0"/>
              </a:rPr>
              <a:t>Beilschmidt</a:t>
            </a:r>
            <a:r>
              <a:rPr lang="de-DE" sz="1000" dirty="0">
                <a:latin typeface="Arial" panose="020B0604020202020204" pitchFamily="34" charset="0"/>
                <a:ea typeface="Times New Roman" panose="02020603050405020304" pitchFamily="18" charset="0"/>
              </a:rPr>
              <a:t>: IT-</a:t>
            </a:r>
            <a:r>
              <a:rPr lang="de-DE" sz="1000" dirty="0" err="1">
                <a:latin typeface="Arial" panose="020B0604020202020204" pitchFamily="34" charset="0"/>
                <a:ea typeface="Times New Roman" panose="02020603050405020304" pitchFamily="18" charset="0"/>
              </a:rPr>
              <a:t>Basiswissen.Kernqualifikationen</a:t>
            </a:r>
            <a:r>
              <a:rPr lang="de-DE" sz="1000" dirty="0">
                <a:latin typeface="Arial" panose="020B0604020202020204" pitchFamily="34" charset="0"/>
                <a:ea typeface="Times New Roman" panose="02020603050405020304" pitchFamily="18" charset="0"/>
              </a:rPr>
              <a:t>, S. 373)</a:t>
            </a:r>
            <a:endParaRPr lang="de-DE" sz="1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63865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Entity </a:t>
            </a:r>
            <a:r>
              <a:rPr lang="de-DE" dirty="0" err="1">
                <a:solidFill>
                  <a:srgbClr val="009633"/>
                </a:solidFill>
              </a:rPr>
              <a:t>Relationship</a:t>
            </a:r>
            <a:r>
              <a:rPr lang="de-DE" dirty="0">
                <a:solidFill>
                  <a:srgbClr val="009633"/>
                </a:solidFill>
              </a:rPr>
              <a:t> Modell</a:t>
            </a:r>
          </a:p>
          <a:p>
            <a:r>
              <a:rPr lang="de-DE" dirty="0">
                <a:solidFill>
                  <a:srgbClr val="009633"/>
                </a:solidFill>
              </a:rPr>
              <a:t>Entity </a:t>
            </a:r>
            <a:r>
              <a:rPr lang="de-DE" dirty="0" err="1">
                <a:solidFill>
                  <a:srgbClr val="009633"/>
                </a:solidFill>
              </a:rPr>
              <a:t>Relationship</a:t>
            </a:r>
            <a:r>
              <a:rPr lang="de-DE" dirty="0">
                <a:solidFill>
                  <a:srgbClr val="009633"/>
                </a:solidFill>
              </a:rPr>
              <a:t> Diagramm</a:t>
            </a:r>
          </a:p>
          <a:p>
            <a:r>
              <a:rPr lang="de-DE" dirty="0">
                <a:solidFill>
                  <a:srgbClr val="009633"/>
                </a:solidFill>
              </a:rPr>
              <a:t>ERM | ERD</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72682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77500" lnSpcReduction="20000"/>
          </a:bodyPr>
          <a:lstStyle/>
          <a:p>
            <a:pPr marL="0" indent="0">
              <a:buNone/>
            </a:pPr>
            <a:r>
              <a:rPr lang="de-DE" i="1" dirty="0"/>
              <a:t>ERM 1976 von Peter Chen vorgestellt</a:t>
            </a:r>
          </a:p>
          <a:p>
            <a:pPr marL="0" indent="0">
              <a:buNone/>
            </a:pPr>
            <a:r>
              <a:rPr lang="de-DE" dirty="0"/>
              <a:t>es besteht aus:</a:t>
            </a:r>
          </a:p>
          <a:p>
            <a:pPr marL="0" indent="0">
              <a:buNone/>
            </a:pPr>
            <a:r>
              <a:rPr lang="de-DE" b="1" dirty="0"/>
              <a:t>Entitätstyp: </a:t>
            </a:r>
            <a:r>
              <a:rPr lang="de-DE" dirty="0"/>
              <a:t>gleichartiger Entitäten z.B. Angestellter, Projekt, Buch, Autor, Verlag</a:t>
            </a:r>
          </a:p>
          <a:p>
            <a:pPr marL="0" indent="0">
              <a:buNone/>
            </a:pPr>
            <a:r>
              <a:rPr lang="de-DE" b="1" dirty="0"/>
              <a:t>Assoziation: </a:t>
            </a:r>
            <a:r>
              <a:rPr lang="de-DE" dirty="0"/>
              <a:t>Beziehung </a:t>
            </a:r>
            <a:r>
              <a:rPr lang="de-DE" dirty="0">
                <a:sym typeface="Wingdings" panose="05000000000000000000" pitchFamily="2" charset="2"/>
              </a:rPr>
              <a:t> dargestellt als Raute, zwischen zwei oder mehreren Entitäten mit Beziehungstyp, hieraus folgt auch die </a:t>
            </a:r>
            <a:r>
              <a:rPr lang="de-DE" b="1" dirty="0">
                <a:sym typeface="Wingdings" panose="05000000000000000000" pitchFamily="2" charset="2"/>
              </a:rPr>
              <a:t>Notation</a:t>
            </a:r>
            <a:r>
              <a:rPr lang="de-DE" dirty="0">
                <a:sym typeface="Wingdings" panose="05000000000000000000" pitchFamily="2" charset="2"/>
              </a:rPr>
              <a:t>  z.B. Autor verfasst Buch</a:t>
            </a:r>
          </a:p>
          <a:p>
            <a:pPr marL="0" indent="0">
              <a:buNone/>
            </a:pPr>
            <a:r>
              <a:rPr lang="de-DE" b="1" dirty="0">
                <a:sym typeface="Wingdings" panose="05000000000000000000" pitchFamily="2" charset="2"/>
              </a:rPr>
              <a:t>Attribut: </a:t>
            </a:r>
            <a:r>
              <a:rPr lang="de-DE" dirty="0">
                <a:sym typeface="Wingdings" panose="05000000000000000000" pitchFamily="2" charset="2"/>
              </a:rPr>
              <a:t>Typisierung gleichartiger Eigenschaften, z. B. Nachname, Vorname und Eintrittsdatum</a:t>
            </a:r>
          </a:p>
          <a:p>
            <a:pPr marL="0" indent="0">
              <a:buNone/>
            </a:pPr>
            <a:r>
              <a:rPr lang="de-DE" b="1" dirty="0">
                <a:sym typeface="Wingdings" panose="05000000000000000000" pitchFamily="2" charset="2"/>
              </a:rPr>
              <a:t>(Chen)-Notation(Kardinalität):</a:t>
            </a:r>
            <a:r>
              <a:rPr lang="de-DE" dirty="0"/>
              <a:t>Jede Relation hat eine Kardinalität (Mengenbeziehung 1:1, 1:n, m:n)</a:t>
            </a:r>
          </a:p>
          <a:p>
            <a:pPr marL="0" indent="0">
              <a:buNone/>
            </a:pPr>
            <a:endParaRPr lang="de-DE" b="1" dirty="0"/>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11" name="Picture 2" descr="In 1976 , Peter Chen presented the entity-relationship (ER) model . His ...">
            <a:extLst>
              <a:ext uri="{FF2B5EF4-FFF2-40B4-BE49-F238E27FC236}">
                <a16:creationId xmlns:a16="http://schemas.microsoft.com/office/drawing/2014/main" id="{CA6F57E3-AF62-4E6B-BB67-1A936BE1C8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9630" y="345842"/>
            <a:ext cx="1674981" cy="222117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https://upload.wikimedia.org/wikipedia/de/thumb/a/ab/Er-diagramm.svg/1280px-Er-diagramm.svg.png">
            <a:extLst>
              <a:ext uri="{FF2B5EF4-FFF2-40B4-BE49-F238E27FC236}">
                <a16:creationId xmlns:a16="http://schemas.microsoft.com/office/drawing/2014/main" id="{8250C2FB-861D-4300-9A7F-15D7947F4A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8817" y="2637321"/>
            <a:ext cx="3839584" cy="3083666"/>
          </a:xfrm>
          <a:prstGeom prst="rect">
            <a:avLst/>
          </a:prstGeom>
          <a:noFill/>
          <a:extLst>
            <a:ext uri="{909E8E84-426E-40DD-AFC4-6F175D3DCCD1}">
              <a14:hiddenFill xmlns:a14="http://schemas.microsoft.com/office/drawing/2010/main">
                <a:solidFill>
                  <a:srgbClr val="FFFFFF"/>
                </a:solidFill>
              </a14:hiddenFill>
            </a:ext>
          </a:extLst>
        </p:spPr>
      </p:pic>
      <p:sp>
        <p:nvSpPr>
          <p:cNvPr id="45" name="Rechteck 44">
            <a:extLst>
              <a:ext uri="{FF2B5EF4-FFF2-40B4-BE49-F238E27FC236}">
                <a16:creationId xmlns:a16="http://schemas.microsoft.com/office/drawing/2014/main" id="{96E9006C-DE82-4EC6-8066-75575FB32A89}"/>
              </a:ext>
            </a:extLst>
          </p:cNvPr>
          <p:cNvSpPr/>
          <p:nvPr/>
        </p:nvSpPr>
        <p:spPr>
          <a:xfrm>
            <a:off x="5794225" y="5768227"/>
            <a:ext cx="6096000" cy="415498"/>
          </a:xfrm>
          <a:prstGeom prst="rect">
            <a:avLst/>
          </a:prstGeom>
        </p:spPr>
        <p:txBody>
          <a:bodyPr>
            <a:spAutoFit/>
          </a:bodyPr>
          <a:lstStyle/>
          <a:p>
            <a:r>
              <a:rPr lang="de-DE" sz="1050" dirty="0"/>
              <a:t>Von Peter Körner - Selbst erstellt, Bild-frei, </a:t>
            </a:r>
            <a:r>
              <a:rPr lang="de-DE" sz="1050" dirty="0">
                <a:hlinkClick r:id="rId4"/>
              </a:rPr>
              <a:t>https://de.wikipedia.org/w/index.php?curid=4399541</a:t>
            </a:r>
            <a:endParaRPr lang="de-DE" sz="1050" dirty="0"/>
          </a:p>
          <a:p>
            <a:r>
              <a:rPr lang="de-DE" sz="1050" dirty="0"/>
              <a:t>abgerufen am 11.01.2023</a:t>
            </a:r>
          </a:p>
        </p:txBody>
      </p:sp>
    </p:spTree>
    <p:extLst>
      <p:ext uri="{BB962C8B-B14F-4D97-AF65-F5344CB8AC3E}">
        <p14:creationId xmlns:p14="http://schemas.microsoft.com/office/powerpoint/2010/main" val="850480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10" name="Rechteck 9">
            <a:extLst>
              <a:ext uri="{FF2B5EF4-FFF2-40B4-BE49-F238E27FC236}">
                <a16:creationId xmlns:a16="http://schemas.microsoft.com/office/drawing/2014/main" id="{B29E8A3E-F1C5-4D74-A7F0-11253727073B}"/>
              </a:ext>
            </a:extLst>
          </p:cNvPr>
          <p:cNvSpPr/>
          <p:nvPr/>
        </p:nvSpPr>
        <p:spPr>
          <a:xfrm rot="2700000">
            <a:off x="5492778" y="2903220"/>
            <a:ext cx="1234440" cy="12344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Textfeld 11">
            <a:extLst>
              <a:ext uri="{FF2B5EF4-FFF2-40B4-BE49-F238E27FC236}">
                <a16:creationId xmlns:a16="http://schemas.microsoft.com/office/drawing/2014/main" id="{DD3C3326-0301-4FE2-957C-0D2094D62B51}"/>
              </a:ext>
            </a:extLst>
          </p:cNvPr>
          <p:cNvSpPr txBox="1"/>
          <p:nvPr/>
        </p:nvSpPr>
        <p:spPr>
          <a:xfrm>
            <a:off x="5655643" y="3335774"/>
            <a:ext cx="908710" cy="369332"/>
          </a:xfrm>
          <a:prstGeom prst="rect">
            <a:avLst/>
          </a:prstGeom>
          <a:noFill/>
        </p:spPr>
        <p:txBody>
          <a:bodyPr wrap="none" rtlCol="0">
            <a:spAutoFit/>
          </a:bodyPr>
          <a:lstStyle/>
          <a:p>
            <a:r>
              <a:rPr lang="de-DE" dirty="0"/>
              <a:t>bedient</a:t>
            </a:r>
          </a:p>
        </p:txBody>
      </p:sp>
      <p:cxnSp>
        <p:nvCxnSpPr>
          <p:cNvPr id="13" name="Gerader Verbinder 12">
            <a:extLst>
              <a:ext uri="{FF2B5EF4-FFF2-40B4-BE49-F238E27FC236}">
                <a16:creationId xmlns:a16="http://schemas.microsoft.com/office/drawing/2014/main" id="{27BDCB5E-3BAE-4019-AAF2-42022183C3B5}"/>
              </a:ext>
            </a:extLst>
          </p:cNvPr>
          <p:cNvCxnSpPr/>
          <p:nvPr/>
        </p:nvCxnSpPr>
        <p:spPr>
          <a:xfrm>
            <a:off x="3959013" y="3520440"/>
            <a:ext cx="1278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36FF805-4CC8-478E-B91C-813894259D1F}"/>
              </a:ext>
            </a:extLst>
          </p:cNvPr>
          <p:cNvCxnSpPr/>
          <p:nvPr/>
        </p:nvCxnSpPr>
        <p:spPr>
          <a:xfrm>
            <a:off x="6982879" y="3520440"/>
            <a:ext cx="10646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A7D88F6D-7D7A-411A-8B9F-87D9E53486A3}"/>
              </a:ext>
            </a:extLst>
          </p:cNvPr>
          <p:cNvCxnSpPr/>
          <p:nvPr/>
        </p:nvCxnSpPr>
        <p:spPr>
          <a:xfrm flipH="1" flipV="1">
            <a:off x="3489960" y="3705106"/>
            <a:ext cx="1249680" cy="15831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6270C03D-9FAF-4E30-A0FA-EA0849A67325}"/>
              </a:ext>
            </a:extLst>
          </p:cNvPr>
          <p:cNvCxnSpPr/>
          <p:nvPr/>
        </p:nvCxnSpPr>
        <p:spPr>
          <a:xfrm flipV="1">
            <a:off x="4818591" y="3601734"/>
            <a:ext cx="3869008" cy="16865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504FE3FB-FFA2-42D6-A038-768C5D7690CE}"/>
              </a:ext>
            </a:extLst>
          </p:cNvPr>
          <p:cNvSpPr txBox="1"/>
          <p:nvPr/>
        </p:nvSpPr>
        <p:spPr>
          <a:xfrm>
            <a:off x="1429173" y="5288280"/>
            <a:ext cx="7863499" cy="369332"/>
          </a:xfrm>
          <a:prstGeom prst="rect">
            <a:avLst/>
          </a:prstGeom>
          <a:noFill/>
        </p:spPr>
        <p:txBody>
          <a:bodyPr wrap="none" rtlCol="0">
            <a:spAutoFit/>
          </a:bodyPr>
          <a:lstStyle/>
          <a:p>
            <a:r>
              <a:rPr lang="de-DE" dirty="0"/>
              <a:t>Entität oder auch Objekte genannt (Erinnerung:…zeigt die Tabellen der Datenbank)</a:t>
            </a:r>
          </a:p>
        </p:txBody>
      </p:sp>
      <p:cxnSp>
        <p:nvCxnSpPr>
          <p:cNvPr id="18" name="Gerade Verbindung mit Pfeil 17">
            <a:extLst>
              <a:ext uri="{FF2B5EF4-FFF2-40B4-BE49-F238E27FC236}">
                <a16:creationId xmlns:a16="http://schemas.microsoft.com/office/drawing/2014/main" id="{1AF00FFC-30AA-4FCE-B757-F179D7CEB4A5}"/>
              </a:ext>
            </a:extLst>
          </p:cNvPr>
          <p:cNvCxnSpPr>
            <a:cxnSpLocks/>
            <a:endCxn id="39" idx="0"/>
          </p:cNvCxnSpPr>
          <p:nvPr/>
        </p:nvCxnSpPr>
        <p:spPr>
          <a:xfrm flipH="1">
            <a:off x="4152842" y="2116862"/>
            <a:ext cx="547456" cy="11143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3A222516-EEFB-4022-9BE1-0E3DF70C1F23}"/>
              </a:ext>
            </a:extLst>
          </p:cNvPr>
          <p:cNvCxnSpPr>
            <a:cxnSpLocks/>
            <a:endCxn id="40" idx="0"/>
          </p:cNvCxnSpPr>
          <p:nvPr/>
        </p:nvCxnSpPr>
        <p:spPr>
          <a:xfrm flipH="1">
            <a:off x="7906834" y="2067004"/>
            <a:ext cx="103610" cy="11451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D0EEDD67-F2DC-4B8D-BA56-0FD93898B780}"/>
              </a:ext>
            </a:extLst>
          </p:cNvPr>
          <p:cNvCxnSpPr>
            <a:endCxn id="10" idx="0"/>
          </p:cNvCxnSpPr>
          <p:nvPr/>
        </p:nvCxnSpPr>
        <p:spPr>
          <a:xfrm flipH="1">
            <a:off x="6546438" y="1987723"/>
            <a:ext cx="181232" cy="10962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20BCF45A-387D-4446-9CDE-58E06F4B3A23}"/>
              </a:ext>
            </a:extLst>
          </p:cNvPr>
          <p:cNvCxnSpPr/>
          <p:nvPr/>
        </p:nvCxnSpPr>
        <p:spPr>
          <a:xfrm flipH="1" flipV="1">
            <a:off x="1206784" y="2595132"/>
            <a:ext cx="592875" cy="6074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2B9DF534-FEAC-4A91-BEDF-03DA4689550E}"/>
              </a:ext>
            </a:extLst>
          </p:cNvPr>
          <p:cNvCxnSpPr/>
          <p:nvPr/>
        </p:nvCxnSpPr>
        <p:spPr>
          <a:xfrm flipH="1" flipV="1">
            <a:off x="2445772" y="2128301"/>
            <a:ext cx="82376" cy="961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Ellipse 22">
            <a:extLst>
              <a:ext uri="{FF2B5EF4-FFF2-40B4-BE49-F238E27FC236}">
                <a16:creationId xmlns:a16="http://schemas.microsoft.com/office/drawing/2014/main" id="{8E90209D-3479-4DF4-A368-3C8FDEED10DC}"/>
              </a:ext>
            </a:extLst>
          </p:cNvPr>
          <p:cNvSpPr/>
          <p:nvPr/>
        </p:nvSpPr>
        <p:spPr>
          <a:xfrm>
            <a:off x="347133" y="2053952"/>
            <a:ext cx="1156088" cy="555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Name</a:t>
            </a:r>
          </a:p>
        </p:txBody>
      </p:sp>
      <p:cxnSp>
        <p:nvCxnSpPr>
          <p:cNvPr id="24" name="Gerader Verbinder 23">
            <a:extLst>
              <a:ext uri="{FF2B5EF4-FFF2-40B4-BE49-F238E27FC236}">
                <a16:creationId xmlns:a16="http://schemas.microsoft.com/office/drawing/2014/main" id="{5023DBC6-A965-48E3-A5D8-1D7D7C0A969B}"/>
              </a:ext>
            </a:extLst>
          </p:cNvPr>
          <p:cNvCxnSpPr/>
          <p:nvPr/>
        </p:nvCxnSpPr>
        <p:spPr>
          <a:xfrm flipV="1">
            <a:off x="10114118" y="2474210"/>
            <a:ext cx="584362" cy="714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7AB3DEA-0C80-43F3-9E38-19E5A0BC87A4}"/>
              </a:ext>
            </a:extLst>
          </p:cNvPr>
          <p:cNvCxnSpPr/>
          <p:nvPr/>
        </p:nvCxnSpPr>
        <p:spPr>
          <a:xfrm flipH="1" flipV="1">
            <a:off x="9465734" y="3970020"/>
            <a:ext cx="592875" cy="6074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Ellipse 25">
            <a:extLst>
              <a:ext uri="{FF2B5EF4-FFF2-40B4-BE49-F238E27FC236}">
                <a16:creationId xmlns:a16="http://schemas.microsoft.com/office/drawing/2014/main" id="{E44A1D40-6170-44E2-8B58-E2CB8749F781}"/>
              </a:ext>
            </a:extLst>
          </p:cNvPr>
          <p:cNvSpPr/>
          <p:nvPr/>
        </p:nvSpPr>
        <p:spPr>
          <a:xfrm>
            <a:off x="9385253" y="4587123"/>
            <a:ext cx="1533993" cy="7368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Vorname</a:t>
            </a:r>
          </a:p>
        </p:txBody>
      </p:sp>
      <p:sp>
        <p:nvSpPr>
          <p:cNvPr id="27" name="Ellipse 26">
            <a:extLst>
              <a:ext uri="{FF2B5EF4-FFF2-40B4-BE49-F238E27FC236}">
                <a16:creationId xmlns:a16="http://schemas.microsoft.com/office/drawing/2014/main" id="{74E5743F-4F4C-4EC1-9A04-0A9B7279B3BD}"/>
              </a:ext>
            </a:extLst>
          </p:cNvPr>
          <p:cNvSpPr/>
          <p:nvPr/>
        </p:nvSpPr>
        <p:spPr>
          <a:xfrm>
            <a:off x="10220562" y="1918906"/>
            <a:ext cx="1156088" cy="55530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Name</a:t>
            </a:r>
          </a:p>
        </p:txBody>
      </p:sp>
      <p:sp>
        <p:nvSpPr>
          <p:cNvPr id="28" name="Textfeld 27">
            <a:extLst>
              <a:ext uri="{FF2B5EF4-FFF2-40B4-BE49-F238E27FC236}">
                <a16:creationId xmlns:a16="http://schemas.microsoft.com/office/drawing/2014/main" id="{BDAD8E69-3145-425B-8BF9-8960F940D0D8}"/>
              </a:ext>
            </a:extLst>
          </p:cNvPr>
          <p:cNvSpPr txBox="1"/>
          <p:nvPr/>
        </p:nvSpPr>
        <p:spPr>
          <a:xfrm>
            <a:off x="347133" y="4208095"/>
            <a:ext cx="1029064" cy="369332"/>
          </a:xfrm>
          <a:prstGeom prst="rect">
            <a:avLst/>
          </a:prstGeom>
          <a:noFill/>
        </p:spPr>
        <p:txBody>
          <a:bodyPr wrap="none" rtlCol="0">
            <a:spAutoFit/>
          </a:bodyPr>
          <a:lstStyle/>
          <a:p>
            <a:r>
              <a:rPr lang="de-DE" dirty="0"/>
              <a:t>Attribute</a:t>
            </a:r>
          </a:p>
        </p:txBody>
      </p:sp>
      <p:cxnSp>
        <p:nvCxnSpPr>
          <p:cNvPr id="29" name="Gerade Verbindung mit Pfeil 28">
            <a:extLst>
              <a:ext uri="{FF2B5EF4-FFF2-40B4-BE49-F238E27FC236}">
                <a16:creationId xmlns:a16="http://schemas.microsoft.com/office/drawing/2014/main" id="{C9EB73E4-B93E-4511-AC16-D8D9F46434ED}"/>
              </a:ext>
            </a:extLst>
          </p:cNvPr>
          <p:cNvCxnSpPr>
            <a:stCxn id="28" idx="0"/>
            <a:endCxn id="23" idx="4"/>
          </p:cNvCxnSpPr>
          <p:nvPr/>
        </p:nvCxnSpPr>
        <p:spPr>
          <a:xfrm flipV="1">
            <a:off x="861665" y="2609256"/>
            <a:ext cx="63512" cy="15988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hteck 29">
            <a:extLst>
              <a:ext uri="{FF2B5EF4-FFF2-40B4-BE49-F238E27FC236}">
                <a16:creationId xmlns:a16="http://schemas.microsoft.com/office/drawing/2014/main" id="{3CEE6F31-2643-4024-A01A-6A70255EED7A}"/>
              </a:ext>
            </a:extLst>
          </p:cNvPr>
          <p:cNvSpPr/>
          <p:nvPr/>
        </p:nvSpPr>
        <p:spPr>
          <a:xfrm>
            <a:off x="1620309" y="3070073"/>
            <a:ext cx="2455792" cy="7811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Bedienung</a:t>
            </a:r>
          </a:p>
        </p:txBody>
      </p:sp>
      <p:sp>
        <p:nvSpPr>
          <p:cNvPr id="31" name="Rechteck 30">
            <a:extLst>
              <a:ext uri="{FF2B5EF4-FFF2-40B4-BE49-F238E27FC236}">
                <a16:creationId xmlns:a16="http://schemas.microsoft.com/office/drawing/2014/main" id="{5197BBDD-DA65-4C2A-9184-10B9A086CFD1}"/>
              </a:ext>
            </a:extLst>
          </p:cNvPr>
          <p:cNvSpPr/>
          <p:nvPr/>
        </p:nvSpPr>
        <p:spPr>
          <a:xfrm>
            <a:off x="8010444" y="3191990"/>
            <a:ext cx="2455792" cy="7811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Gast</a:t>
            </a:r>
          </a:p>
        </p:txBody>
      </p:sp>
      <p:sp>
        <p:nvSpPr>
          <p:cNvPr id="32" name="Textfeld 31">
            <a:extLst>
              <a:ext uri="{FF2B5EF4-FFF2-40B4-BE49-F238E27FC236}">
                <a16:creationId xmlns:a16="http://schemas.microsoft.com/office/drawing/2014/main" id="{430ACB7C-1043-41F1-87A5-9B5A32B5B382}"/>
              </a:ext>
            </a:extLst>
          </p:cNvPr>
          <p:cNvSpPr txBox="1"/>
          <p:nvPr/>
        </p:nvSpPr>
        <p:spPr>
          <a:xfrm>
            <a:off x="491342" y="5740855"/>
            <a:ext cx="11580991" cy="400110"/>
          </a:xfrm>
          <a:prstGeom prst="rect">
            <a:avLst/>
          </a:prstGeom>
          <a:noFill/>
        </p:spPr>
        <p:txBody>
          <a:bodyPr wrap="none" rtlCol="0">
            <a:spAutoFit/>
          </a:bodyPr>
          <a:lstStyle/>
          <a:p>
            <a:r>
              <a:rPr lang="de-DE" sz="2000" dirty="0">
                <a:solidFill>
                  <a:srgbClr val="FF0000"/>
                </a:solidFill>
              </a:rPr>
              <a:t>Merke: Die Grafischen Objekte sind Pflicht für das ERM (Rechteck = Entität; Linie = Beziehung; Oval = Attribut</a:t>
            </a:r>
            <a:r>
              <a:rPr lang="de-DE" dirty="0">
                <a:solidFill>
                  <a:srgbClr val="FF0000"/>
                </a:solidFill>
              </a:rPr>
              <a:t>)</a:t>
            </a:r>
          </a:p>
        </p:txBody>
      </p:sp>
      <p:sp>
        <p:nvSpPr>
          <p:cNvPr id="33" name="Ellipse 32">
            <a:extLst>
              <a:ext uri="{FF2B5EF4-FFF2-40B4-BE49-F238E27FC236}">
                <a16:creationId xmlns:a16="http://schemas.microsoft.com/office/drawing/2014/main" id="{6C2C1BD8-DB3F-4010-8A81-2F2C438B3C73}"/>
              </a:ext>
            </a:extLst>
          </p:cNvPr>
          <p:cNvSpPr/>
          <p:nvPr/>
        </p:nvSpPr>
        <p:spPr>
          <a:xfrm>
            <a:off x="1697718" y="1399652"/>
            <a:ext cx="1533993" cy="7368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Vorname</a:t>
            </a:r>
          </a:p>
        </p:txBody>
      </p:sp>
      <p:sp>
        <p:nvSpPr>
          <p:cNvPr id="34" name="Textfeld 33">
            <a:extLst>
              <a:ext uri="{FF2B5EF4-FFF2-40B4-BE49-F238E27FC236}">
                <a16:creationId xmlns:a16="http://schemas.microsoft.com/office/drawing/2014/main" id="{CC5AECD6-CC0C-4BF7-811A-E9C2645F6F1D}"/>
              </a:ext>
            </a:extLst>
          </p:cNvPr>
          <p:cNvSpPr txBox="1"/>
          <p:nvPr/>
        </p:nvSpPr>
        <p:spPr>
          <a:xfrm>
            <a:off x="6146079" y="1647238"/>
            <a:ext cx="1157048" cy="369332"/>
          </a:xfrm>
          <a:prstGeom prst="rect">
            <a:avLst/>
          </a:prstGeom>
          <a:noFill/>
          <a:ln>
            <a:noFill/>
          </a:ln>
        </p:spPr>
        <p:txBody>
          <a:bodyPr wrap="none" rtlCol="0">
            <a:spAutoFit/>
          </a:bodyPr>
          <a:lstStyle/>
          <a:p>
            <a:r>
              <a:rPr lang="de-DE" dirty="0"/>
              <a:t>Beziehung</a:t>
            </a:r>
          </a:p>
        </p:txBody>
      </p:sp>
      <p:sp>
        <p:nvSpPr>
          <p:cNvPr id="36" name="Textfeld 35">
            <a:extLst>
              <a:ext uri="{FF2B5EF4-FFF2-40B4-BE49-F238E27FC236}">
                <a16:creationId xmlns:a16="http://schemas.microsoft.com/office/drawing/2014/main" id="{EEAB0F80-5392-4506-B1B1-0F71799D0CB1}"/>
              </a:ext>
            </a:extLst>
          </p:cNvPr>
          <p:cNvSpPr txBox="1"/>
          <p:nvPr/>
        </p:nvSpPr>
        <p:spPr>
          <a:xfrm>
            <a:off x="3650655" y="1752267"/>
            <a:ext cx="2177969" cy="369332"/>
          </a:xfrm>
          <a:prstGeom prst="rect">
            <a:avLst/>
          </a:prstGeom>
          <a:noFill/>
          <a:ln>
            <a:noFill/>
          </a:ln>
        </p:spPr>
        <p:txBody>
          <a:bodyPr wrap="none" rtlCol="0">
            <a:spAutoFit/>
          </a:bodyPr>
          <a:lstStyle/>
          <a:p>
            <a:r>
              <a:rPr lang="de-DE" dirty="0"/>
              <a:t>Notation/Kardinalität</a:t>
            </a:r>
          </a:p>
        </p:txBody>
      </p:sp>
      <p:sp>
        <p:nvSpPr>
          <p:cNvPr id="37" name="Textfeld 36">
            <a:extLst>
              <a:ext uri="{FF2B5EF4-FFF2-40B4-BE49-F238E27FC236}">
                <a16:creationId xmlns:a16="http://schemas.microsoft.com/office/drawing/2014/main" id="{BACF0316-D3E2-4EB5-AC8A-03D818695930}"/>
              </a:ext>
            </a:extLst>
          </p:cNvPr>
          <p:cNvSpPr txBox="1"/>
          <p:nvPr/>
        </p:nvSpPr>
        <p:spPr>
          <a:xfrm>
            <a:off x="7335276" y="1719274"/>
            <a:ext cx="2177969" cy="369332"/>
          </a:xfrm>
          <a:prstGeom prst="rect">
            <a:avLst/>
          </a:prstGeom>
          <a:noFill/>
          <a:ln>
            <a:noFill/>
          </a:ln>
        </p:spPr>
        <p:txBody>
          <a:bodyPr wrap="none" rtlCol="0">
            <a:spAutoFit/>
          </a:bodyPr>
          <a:lstStyle/>
          <a:p>
            <a:r>
              <a:rPr lang="de-DE" dirty="0"/>
              <a:t>Notation/Kardinalität</a:t>
            </a:r>
          </a:p>
        </p:txBody>
      </p:sp>
      <p:sp>
        <p:nvSpPr>
          <p:cNvPr id="39" name="Textfeld 38">
            <a:extLst>
              <a:ext uri="{FF2B5EF4-FFF2-40B4-BE49-F238E27FC236}">
                <a16:creationId xmlns:a16="http://schemas.microsoft.com/office/drawing/2014/main" id="{F43883AA-DF25-4D21-AA6A-D95479DAE51D}"/>
              </a:ext>
            </a:extLst>
          </p:cNvPr>
          <p:cNvSpPr txBox="1"/>
          <p:nvPr/>
        </p:nvSpPr>
        <p:spPr>
          <a:xfrm>
            <a:off x="4001999" y="3231164"/>
            <a:ext cx="301686" cy="369332"/>
          </a:xfrm>
          <a:prstGeom prst="rect">
            <a:avLst/>
          </a:prstGeom>
          <a:noFill/>
          <a:ln>
            <a:noFill/>
          </a:ln>
        </p:spPr>
        <p:txBody>
          <a:bodyPr wrap="none" rtlCol="0">
            <a:spAutoFit/>
          </a:bodyPr>
          <a:lstStyle/>
          <a:p>
            <a:r>
              <a:rPr lang="de-DE" dirty="0"/>
              <a:t>1</a:t>
            </a:r>
          </a:p>
        </p:txBody>
      </p:sp>
      <p:sp>
        <p:nvSpPr>
          <p:cNvPr id="40" name="Textfeld 39">
            <a:extLst>
              <a:ext uri="{FF2B5EF4-FFF2-40B4-BE49-F238E27FC236}">
                <a16:creationId xmlns:a16="http://schemas.microsoft.com/office/drawing/2014/main" id="{4C0384BB-3CB9-413D-8E16-943EB62F941A}"/>
              </a:ext>
            </a:extLst>
          </p:cNvPr>
          <p:cNvSpPr txBox="1"/>
          <p:nvPr/>
        </p:nvSpPr>
        <p:spPr>
          <a:xfrm>
            <a:off x="7753587" y="3212196"/>
            <a:ext cx="306494" cy="369332"/>
          </a:xfrm>
          <a:prstGeom prst="rect">
            <a:avLst/>
          </a:prstGeom>
          <a:noFill/>
          <a:ln>
            <a:noFill/>
          </a:ln>
        </p:spPr>
        <p:txBody>
          <a:bodyPr wrap="none" rtlCol="0">
            <a:spAutoFit/>
          </a:bodyPr>
          <a:lstStyle/>
          <a:p>
            <a:r>
              <a:rPr lang="de-DE" dirty="0"/>
              <a:t>n</a:t>
            </a:r>
          </a:p>
        </p:txBody>
      </p:sp>
    </p:spTree>
    <p:extLst>
      <p:ext uri="{BB962C8B-B14F-4D97-AF65-F5344CB8AC3E}">
        <p14:creationId xmlns:p14="http://schemas.microsoft.com/office/powerpoint/2010/main" val="2598103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Entity </a:t>
            </a:r>
            <a:r>
              <a:rPr lang="de-DE" dirty="0" err="1"/>
              <a:t>Relationship</a:t>
            </a:r>
            <a:r>
              <a:rPr lang="de-DE" dirty="0"/>
              <a:t> Modell</a:t>
            </a:r>
            <a:br>
              <a:rPr lang="de-DE" dirty="0"/>
            </a:br>
            <a:r>
              <a:rPr lang="de-DE" dirty="0"/>
              <a:t>(ERM, ERD)</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sp>
        <p:nvSpPr>
          <p:cNvPr id="6" name="Inhaltsplatzhalter 5">
            <a:extLst>
              <a:ext uri="{FF2B5EF4-FFF2-40B4-BE49-F238E27FC236}">
                <a16:creationId xmlns:a16="http://schemas.microsoft.com/office/drawing/2014/main" id="{27EF514A-AD5F-4274-941A-CAFF8BD9E758}"/>
              </a:ext>
            </a:extLst>
          </p:cNvPr>
          <p:cNvSpPr>
            <a:spLocks noGrp="1"/>
          </p:cNvSpPr>
          <p:nvPr>
            <p:ph idx="1"/>
          </p:nvPr>
        </p:nvSpPr>
        <p:spPr>
          <a:xfrm>
            <a:off x="160867" y="1671405"/>
            <a:ext cx="10515600" cy="4351338"/>
          </a:xfrm>
        </p:spPr>
        <p:txBody>
          <a:bodyPr/>
          <a:lstStyle/>
          <a:p>
            <a:r>
              <a:rPr lang="de-DE" u="sng" dirty="0"/>
              <a:t>Übung:</a:t>
            </a:r>
          </a:p>
          <a:p>
            <a:pPr marL="0" indent="0">
              <a:buNone/>
            </a:pPr>
            <a:r>
              <a:rPr lang="de-DE" dirty="0"/>
              <a:t>Überlegen Sie sich eine Modellierung eines ERD/ERM nach Chen zu folgendem Fallbeispiel:</a:t>
            </a:r>
          </a:p>
          <a:p>
            <a:r>
              <a:rPr lang="de-DE" dirty="0"/>
              <a:t>Ein Autor verfasst mehrere Bücher</a:t>
            </a:r>
          </a:p>
          <a:p>
            <a:r>
              <a:rPr lang="de-DE" dirty="0"/>
              <a:t>Mehrere Bücher, werden von einem Verlag verlegt</a:t>
            </a:r>
          </a:p>
          <a:p>
            <a:r>
              <a:rPr lang="de-DE" dirty="0"/>
              <a:t>Der (Ein) Verlag bringt Bücher in mehrere Buchhandlungen</a:t>
            </a:r>
          </a:p>
          <a:p>
            <a:r>
              <a:rPr lang="de-DE" dirty="0"/>
              <a:t>Ein Kunde kauft in mehreren Buchhandlungen ein</a:t>
            </a:r>
          </a:p>
          <a:p>
            <a:pPr marL="0" indent="0">
              <a:buNone/>
            </a:pPr>
            <a:endParaRPr lang="de-DE" dirty="0"/>
          </a:p>
          <a:p>
            <a:pPr lvl="1"/>
            <a:endParaRPr lang="de-DE" dirty="0"/>
          </a:p>
        </p:txBody>
      </p:sp>
    </p:spTree>
    <p:extLst>
      <p:ext uri="{BB962C8B-B14F-4D97-AF65-F5344CB8AC3E}">
        <p14:creationId xmlns:p14="http://schemas.microsoft.com/office/powerpoint/2010/main" val="2201873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Datenmodellierung</a:t>
            </a:r>
            <a:br>
              <a:rPr lang="de-DE" dirty="0"/>
            </a:br>
            <a:r>
              <a:rPr lang="de-DE" dirty="0"/>
              <a:t>Vorüberlegung</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20000"/>
          </a:bodyPr>
          <a:lstStyle/>
          <a:p>
            <a:r>
              <a:rPr lang="de-DE" dirty="0"/>
              <a:t>Welche Information soll das DB-System liefern? (</a:t>
            </a:r>
            <a:r>
              <a:rPr lang="de-DE" dirty="0" err="1"/>
              <a:t>output</a:t>
            </a:r>
            <a:r>
              <a:rPr lang="de-DE" dirty="0"/>
              <a:t>)</a:t>
            </a:r>
          </a:p>
          <a:p>
            <a:pPr lvl="1"/>
            <a:r>
              <a:rPr lang="de-DE" dirty="0"/>
              <a:t>Berichte, Formulare (Ergebnisse)</a:t>
            </a:r>
          </a:p>
          <a:p>
            <a:r>
              <a:rPr lang="de-DE" dirty="0"/>
              <a:t>Welche Informationen sind dafür bereitzustellen? (</a:t>
            </a:r>
            <a:r>
              <a:rPr lang="de-DE" dirty="0" err="1"/>
              <a:t>input</a:t>
            </a:r>
            <a:r>
              <a:rPr lang="de-DE" dirty="0"/>
              <a:t>)</a:t>
            </a:r>
          </a:p>
          <a:p>
            <a:pPr lvl="1"/>
            <a:r>
              <a:rPr lang="de-DE" dirty="0"/>
              <a:t>Datenbasis der Datenbank</a:t>
            </a:r>
          </a:p>
          <a:p>
            <a:r>
              <a:rPr lang="de-DE" dirty="0"/>
              <a:t>welche Tabellen (Entitäten) benötigen wir?</a:t>
            </a:r>
          </a:p>
          <a:p>
            <a:r>
              <a:rPr lang="de-DE" dirty="0"/>
              <a:t>Eigenschaften der Entität (Attribute)</a:t>
            </a:r>
          </a:p>
          <a:p>
            <a:r>
              <a:rPr lang="de-DE" dirty="0"/>
              <a:t>welche Beziehungen existieren?</a:t>
            </a:r>
          </a:p>
          <a:p>
            <a:r>
              <a:rPr lang="de-DE" dirty="0"/>
              <a:t>Eigenschaften dieser Beziehungen (Kardinalitäten)</a:t>
            </a:r>
          </a:p>
          <a:p>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8" name="Inhaltsplatzhalter 7">
            <a:extLst>
              <a:ext uri="{FF2B5EF4-FFF2-40B4-BE49-F238E27FC236}">
                <a16:creationId xmlns:a16="http://schemas.microsoft.com/office/drawing/2014/main" id="{C0788405-C9E5-495B-8742-CDF8DB5420E0}"/>
              </a:ext>
            </a:extLst>
          </p:cNvPr>
          <p:cNvPicPr>
            <a:picLocks/>
          </p:cNvPicPr>
          <p:nvPr/>
        </p:nvPicPr>
        <p:blipFill rotWithShape="1">
          <a:blip r:embed="rId2"/>
          <a:srcRect r="64255" b="7365"/>
          <a:stretch/>
        </p:blipFill>
        <p:spPr>
          <a:xfrm>
            <a:off x="7842292" y="1461706"/>
            <a:ext cx="2591493" cy="4651711"/>
          </a:xfrm>
          <a:prstGeom prst="rect">
            <a:avLst/>
          </a:prstGeom>
        </p:spPr>
      </p:pic>
    </p:spTree>
    <p:extLst>
      <p:ext uri="{BB962C8B-B14F-4D97-AF65-F5344CB8AC3E}">
        <p14:creationId xmlns:p14="http://schemas.microsoft.com/office/powerpoint/2010/main" val="37239022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Datenmodell</a:t>
            </a:r>
            <a:br>
              <a:rPr lang="de-DE" dirty="0"/>
            </a:br>
            <a:r>
              <a:rPr lang="de-DE" dirty="0"/>
              <a:t>Bestandteile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201833" cy="4287792"/>
          </a:xfrm>
        </p:spPr>
        <p:txBody>
          <a:bodyPr>
            <a:normAutofit fontScale="92500" lnSpcReduction="10000"/>
          </a:bodyPr>
          <a:lstStyle/>
          <a:p>
            <a:pPr marL="0" indent="0">
              <a:buNone/>
            </a:pPr>
            <a:r>
              <a:rPr lang="de-DE" i="1" dirty="0"/>
              <a:t>Ein logisches Datenmodell beschreibt die Hauptakteure (</a:t>
            </a:r>
            <a:r>
              <a:rPr lang="de-DE" b="1" i="1" dirty="0"/>
              <a:t>Entitäten</a:t>
            </a:r>
            <a:r>
              <a:rPr lang="de-DE" i="1" dirty="0"/>
              <a:t>), deren Eigenschaften (</a:t>
            </a:r>
            <a:r>
              <a:rPr lang="de-DE" b="1" i="1" dirty="0"/>
              <a:t>Attribute</a:t>
            </a:r>
            <a:r>
              <a:rPr lang="de-DE" i="1" dirty="0"/>
              <a:t>) und die Beziehungen (</a:t>
            </a:r>
            <a:r>
              <a:rPr lang="de-DE" b="1" i="1" dirty="0"/>
              <a:t>Relation</a:t>
            </a:r>
            <a:r>
              <a:rPr lang="de-DE" i="1" dirty="0"/>
              <a:t>) zu weiteren Akteuren (Attribut) einer real existierenden Welt.</a:t>
            </a:r>
          </a:p>
          <a:p>
            <a:r>
              <a:rPr lang="de-DE" dirty="0"/>
              <a:t>Jede Relation hat eine Kardinalität</a:t>
            </a:r>
          </a:p>
          <a:p>
            <a:pPr marL="0" indent="0">
              <a:buNone/>
            </a:pPr>
            <a:r>
              <a:rPr lang="de-DE" dirty="0"/>
              <a:t>(Mengenbeziehung 1:1, 1:n, m:n)</a:t>
            </a:r>
          </a:p>
          <a:p>
            <a:r>
              <a:rPr lang="de-DE" b="1" dirty="0"/>
              <a:t>der Erstellung einer Datenbank sollte stets die Konstruktion eines logischen Modells vorausgehen!</a:t>
            </a:r>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Modelle</a:t>
            </a:r>
          </a:p>
        </p:txBody>
      </p:sp>
      <p:pic>
        <p:nvPicPr>
          <p:cNvPr id="8" name="Inhaltsplatzhalter 7">
            <a:extLst>
              <a:ext uri="{FF2B5EF4-FFF2-40B4-BE49-F238E27FC236}">
                <a16:creationId xmlns:a16="http://schemas.microsoft.com/office/drawing/2014/main" id="{C0788405-C9E5-495B-8742-CDF8DB5420E0}"/>
              </a:ext>
            </a:extLst>
          </p:cNvPr>
          <p:cNvPicPr>
            <a:picLocks/>
          </p:cNvPicPr>
          <p:nvPr/>
        </p:nvPicPr>
        <p:blipFill rotWithShape="1">
          <a:blip r:embed="rId2"/>
          <a:srcRect r="64255" b="7365"/>
          <a:stretch/>
        </p:blipFill>
        <p:spPr>
          <a:xfrm>
            <a:off x="7842292" y="1461706"/>
            <a:ext cx="2591493" cy="4651711"/>
          </a:xfrm>
          <a:prstGeom prst="rect">
            <a:avLst/>
          </a:prstGeom>
        </p:spPr>
      </p:pic>
    </p:spTree>
    <p:extLst>
      <p:ext uri="{BB962C8B-B14F-4D97-AF65-F5344CB8AC3E}">
        <p14:creationId xmlns:p14="http://schemas.microsoft.com/office/powerpoint/2010/main" val="4208553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Normalisierung</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3634593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in Datenbanken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4287792"/>
          </a:xfrm>
        </p:spPr>
        <p:txBody>
          <a:bodyPr>
            <a:normAutofit/>
          </a:bodyPr>
          <a:lstStyle/>
          <a:p>
            <a:r>
              <a:rPr lang="de-DE" dirty="0"/>
              <a:t>wichtiger Begriff bei der relationalen Datenmodellierung</a:t>
            </a:r>
          </a:p>
          <a:p>
            <a:r>
              <a:rPr lang="de-DE" dirty="0"/>
              <a:t>Ziel: einzelne Tabellen so modellieren, dass möglichst wenig redundante Daten gespeichert werden</a:t>
            </a:r>
          </a:p>
          <a:p>
            <a:r>
              <a:rPr lang="de-DE" dirty="0"/>
              <a:t>vermeiden von Anomalien </a:t>
            </a:r>
            <a:r>
              <a:rPr lang="de-DE" dirty="0">
                <a:solidFill>
                  <a:srgbClr val="009633"/>
                </a:solidFill>
              </a:rPr>
              <a:t>(semantische Probleme)</a:t>
            </a:r>
          </a:p>
          <a:p>
            <a:r>
              <a:rPr lang="de-DE" dirty="0"/>
              <a:t>vermeiden von Inkonsistenzen</a:t>
            </a:r>
          </a:p>
          <a:p>
            <a:r>
              <a:rPr lang="de-DE" dirty="0"/>
              <a:t>besteht aus mehreren Stufen (höhere Stufen haben eher eine akademische Bedeutung, es genügt üblicherweise die Normalisierung bis zur 3. Normalform</a:t>
            </a:r>
          </a:p>
          <a:p>
            <a:r>
              <a:rPr lang="de-DE" dirty="0"/>
              <a:t>größtenteils entwickelt von Edgar F. </a:t>
            </a:r>
            <a:r>
              <a:rPr lang="de-DE" dirty="0" err="1"/>
              <a:t>Codd</a:t>
            </a:r>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924898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nach </a:t>
            </a:r>
            <a:r>
              <a:rPr lang="de-DE" dirty="0" err="1"/>
              <a:t>Codd</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lnSpcReduction="10000"/>
          </a:bodyPr>
          <a:lstStyle/>
          <a:p>
            <a:r>
              <a:rPr lang="de-DE" dirty="0"/>
              <a:t>Edgar F. </a:t>
            </a:r>
            <a:r>
              <a:rPr lang="de-DE" dirty="0" err="1"/>
              <a:t>Codd</a:t>
            </a:r>
            <a:r>
              <a:rPr lang="de-DE" dirty="0"/>
              <a:t> schuf in den 1960/70er Jahren das relationale Datenmodell</a:t>
            </a:r>
          </a:p>
          <a:p>
            <a:r>
              <a:rPr lang="de-DE" dirty="0"/>
              <a:t>dazu gehören Normalisierungsregeln zur Optimierung eines Tabellenverbunds (Datenset)</a:t>
            </a:r>
          </a:p>
          <a:p>
            <a:r>
              <a:rPr lang="de-DE" dirty="0"/>
              <a:t>Entwickelte das System R und verwendete die Abfragesprache Sequel</a:t>
            </a:r>
          </a:p>
          <a:p>
            <a:r>
              <a:rPr lang="de-DE" dirty="0"/>
              <a:t>daraus entstanden </a:t>
            </a:r>
            <a:br>
              <a:rPr lang="de-DE" dirty="0"/>
            </a:br>
            <a:r>
              <a:rPr lang="de-DE" dirty="0"/>
              <a:t>Datenbanken wie IBM DB2, ORACLE, SQL</a:t>
            </a:r>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5" name="Rechteck 4">
            <a:extLst>
              <a:ext uri="{FF2B5EF4-FFF2-40B4-BE49-F238E27FC236}">
                <a16:creationId xmlns:a16="http://schemas.microsoft.com/office/drawing/2014/main" id="{5EF63A42-9F4B-4911-8EB9-3D7832AE2CDF}"/>
              </a:ext>
            </a:extLst>
          </p:cNvPr>
          <p:cNvSpPr/>
          <p:nvPr/>
        </p:nvSpPr>
        <p:spPr>
          <a:xfrm>
            <a:off x="7182523" y="6121401"/>
            <a:ext cx="3807453" cy="400110"/>
          </a:xfrm>
          <a:prstGeom prst="rect">
            <a:avLst/>
          </a:prstGeom>
        </p:spPr>
        <p:txBody>
          <a:bodyPr wrap="none">
            <a:spAutoFit/>
          </a:bodyPr>
          <a:lstStyle/>
          <a:p>
            <a:r>
              <a:rPr lang="de-DE" sz="1000" dirty="0"/>
              <a:t>Quelle: </a:t>
            </a:r>
            <a:r>
              <a:rPr lang="de-DE" sz="1000" dirty="0">
                <a:hlinkClick r:id="rId2"/>
              </a:rPr>
              <a:t>https://digitalmode.net/2016/03/07/top-10-greatest-people/</a:t>
            </a:r>
            <a:endParaRPr lang="de-DE" sz="1000" dirty="0"/>
          </a:p>
          <a:p>
            <a:r>
              <a:rPr lang="de-DE" sz="1000" dirty="0"/>
              <a:t>abgerufen am 11.01.2023</a:t>
            </a:r>
          </a:p>
        </p:txBody>
      </p:sp>
      <p:pic>
        <p:nvPicPr>
          <p:cNvPr id="6" name="Picture 2" descr="Edgar F. Codd">
            <a:extLst>
              <a:ext uri="{FF2B5EF4-FFF2-40B4-BE49-F238E27FC236}">
                <a16:creationId xmlns:a16="http://schemas.microsoft.com/office/drawing/2014/main" id="{4AB57EA5-CC7F-4103-AF2E-1CDBCF111DE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86495" y="2391234"/>
            <a:ext cx="3372739" cy="2075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546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a:bodyPr>
          <a:lstStyle/>
          <a:p>
            <a:r>
              <a:rPr lang="de-DE" dirty="0"/>
              <a:t>bezeichnet eine unerwünschte oder unerwartete Situation, die bei der Verarbeitung von Daten auftreten kann</a:t>
            </a:r>
          </a:p>
          <a:p>
            <a:r>
              <a:rPr lang="de-DE" dirty="0"/>
              <a:t>Anomalien können insbesondere bei der Datenmanipulation, wie dem Einfügen, Aktualisieren oder Löschen von Daten, auftreten und können zu Inkonsistenzen führen</a:t>
            </a:r>
          </a:p>
          <a:p>
            <a:r>
              <a:rPr lang="de-DE" dirty="0">
                <a:solidFill>
                  <a:srgbClr val="009633"/>
                </a:solidFill>
              </a:rPr>
              <a:t>Recherchieren Sie, welche Arten von Anomalien existieren, und beschreiben Sie Diese!</a:t>
            </a:r>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830536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a:t>
            </a:r>
            <a:r>
              <a:rPr lang="de-DE" dirty="0" err="1"/>
              <a:t>Einfügeanomalie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a:bodyPr>
          <a:lstStyle/>
          <a:p>
            <a:r>
              <a:rPr lang="de-DE" dirty="0"/>
              <a:t>tritt auf, wenn bestimmte Daten nicht in eine Tabelle eingefügt werden können, z.B. weil Daten fehlen</a:t>
            </a:r>
          </a:p>
          <a:p>
            <a:r>
              <a:rPr lang="de-DE" u="sng" dirty="0"/>
              <a:t>Beispiel:</a:t>
            </a:r>
            <a:br>
              <a:rPr lang="de-DE" u="sng" dirty="0"/>
            </a:br>
            <a:r>
              <a:rPr lang="de-DE" dirty="0"/>
              <a:t>Gegeben sei eine Tabelle welche Informationen über Kunden und deren Bestellung speichert.</a:t>
            </a:r>
            <a:br>
              <a:rPr lang="de-DE" dirty="0"/>
            </a:br>
            <a:r>
              <a:rPr lang="de-DE" dirty="0"/>
              <a:t>Hier könnten evtl. keine Kunden hinzugefügt werden, wenn diese noch keine Bestellung getätigt haben</a:t>
            </a:r>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2421052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Updateanomalie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fontScale="92500" lnSpcReduction="10000"/>
          </a:bodyPr>
          <a:lstStyle/>
          <a:p>
            <a:r>
              <a:rPr lang="de-DE" dirty="0"/>
              <a:t>tritt auf, wenn eine Änderung an einem Datensatz nicht an allen relevanten Stellen in der Datenbank durchgeführt wird</a:t>
            </a:r>
          </a:p>
          <a:p>
            <a:r>
              <a:rPr lang="de-DE" dirty="0"/>
              <a:t>das kann dazu führen, dass unterschiedliche Versionen derselben Information existieren, was zu Inkonsistenzen führt</a:t>
            </a:r>
          </a:p>
          <a:p>
            <a:r>
              <a:rPr lang="de-DE" u="sng" dirty="0"/>
              <a:t>Beispiel:</a:t>
            </a:r>
            <a:br>
              <a:rPr lang="de-DE" u="sng" dirty="0"/>
            </a:br>
            <a:r>
              <a:rPr lang="de-DE" dirty="0"/>
              <a:t>Gegeben sei eine Tabelle welche Informationen über Kunden und deren Bestellung speichert.</a:t>
            </a:r>
            <a:br>
              <a:rPr lang="de-DE" dirty="0"/>
            </a:br>
            <a:r>
              <a:rPr lang="de-DE" dirty="0"/>
              <a:t>Wenn die Adresse eines Kunden an mehreren Stellen gespeichert ist und nur an einer Stelle aktualisiert wird spricht man von einer Updateanomalie</a:t>
            </a:r>
          </a:p>
          <a:p>
            <a:pPr marL="0" indent="0">
              <a:buNone/>
            </a:pPr>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15151828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in Datenbanken</a:t>
            </a:r>
            <a:br>
              <a:rPr lang="de-DE" dirty="0"/>
            </a:br>
            <a:r>
              <a:rPr lang="de-DE" dirty="0"/>
              <a:t>Anomalien - Löschanomalie</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11308322" cy="3277598"/>
          </a:xfrm>
        </p:spPr>
        <p:txBody>
          <a:bodyPr>
            <a:normAutofit lnSpcReduction="10000"/>
          </a:bodyPr>
          <a:lstStyle/>
          <a:p>
            <a:r>
              <a:rPr lang="de-DE" dirty="0"/>
              <a:t>tritt auf, wenn das Löschen von Daten dazu führt, dass auch andere wichtige Informationen verloren gehen </a:t>
            </a:r>
          </a:p>
          <a:p>
            <a:r>
              <a:rPr lang="de-DE" u="sng" dirty="0"/>
              <a:t>Beispiel:</a:t>
            </a:r>
            <a:br>
              <a:rPr lang="de-DE" u="sng" dirty="0"/>
            </a:br>
            <a:r>
              <a:rPr lang="de-DE" dirty="0"/>
              <a:t>Gegeben sei eine Tabelle welche Informationen über Kunden und deren Bestellung speichert.</a:t>
            </a:r>
            <a:br>
              <a:rPr lang="de-DE" dirty="0"/>
            </a:br>
            <a:r>
              <a:rPr lang="de-DE" dirty="0"/>
              <a:t>Das Löschen eines Kunden aus der Datenbank könnte auch dazu führen, dass alle Informationen über dessen Bestellungen verloren gehen, selbst wenn diese Informationen weiterhin relevant wären</a:t>
            </a:r>
          </a:p>
          <a:p>
            <a:endParaRPr lang="de-DE" u="sng"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Tree>
    <p:extLst>
      <p:ext uri="{BB962C8B-B14F-4D97-AF65-F5344CB8AC3E}">
        <p14:creationId xmlns:p14="http://schemas.microsoft.com/office/powerpoint/2010/main" val="8590514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Normalisierung in Datenbanken</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6"/>
            <a:ext cx="5308117" cy="2694124"/>
          </a:xfrm>
        </p:spPr>
        <p:txBody>
          <a:bodyPr>
            <a:normAutofit fontScale="85000" lnSpcReduction="20000"/>
          </a:bodyPr>
          <a:lstStyle/>
          <a:p>
            <a:pPr marL="0" indent="0">
              <a:buNone/>
            </a:pPr>
            <a:r>
              <a:rPr lang="de-DE" b="1" u="sng" dirty="0"/>
              <a:t>Aufgabe: </a:t>
            </a:r>
          </a:p>
          <a:p>
            <a:pPr marL="0" indent="0">
              <a:buNone/>
            </a:pPr>
            <a:r>
              <a:rPr lang="de-DE" dirty="0"/>
              <a:t>Das Sportartikelversandhaus Berger OHG in Rastatt will seine Kunden- und Auftragsverwaltung mit MS Access organisieren. Ausgangspunkt ist eine chaotische Tabelle.</a:t>
            </a:r>
          </a:p>
          <a:p>
            <a:pPr marL="0" indent="0">
              <a:buNone/>
            </a:pPr>
            <a:r>
              <a:rPr lang="de-DE" dirty="0"/>
              <a:t>Überlegen Sie über die sich ergebenden Probleme der Tabelle um die Aufgabenstellung zu erfüllen!</a:t>
            </a:r>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pic>
        <p:nvPicPr>
          <p:cNvPr id="7" name="Grafik 6">
            <a:extLst>
              <a:ext uri="{FF2B5EF4-FFF2-40B4-BE49-F238E27FC236}">
                <a16:creationId xmlns:a16="http://schemas.microsoft.com/office/drawing/2014/main" id="{C5E21CA5-6BF1-41B7-AF9B-89BF4E9BFA21}"/>
              </a:ext>
            </a:extLst>
          </p:cNvPr>
          <p:cNvPicPr>
            <a:picLocks noChangeAspect="1"/>
          </p:cNvPicPr>
          <p:nvPr/>
        </p:nvPicPr>
        <p:blipFill>
          <a:blip r:embed="rId2"/>
          <a:stretch>
            <a:fillRect/>
          </a:stretch>
        </p:blipFill>
        <p:spPr>
          <a:xfrm>
            <a:off x="210177" y="4604186"/>
            <a:ext cx="7768701" cy="1195723"/>
          </a:xfrm>
          <a:prstGeom prst="rect">
            <a:avLst/>
          </a:prstGeom>
        </p:spPr>
      </p:pic>
      <p:sp>
        <p:nvSpPr>
          <p:cNvPr id="9" name="Inhaltsplatzhalter 2">
            <a:extLst>
              <a:ext uri="{FF2B5EF4-FFF2-40B4-BE49-F238E27FC236}">
                <a16:creationId xmlns:a16="http://schemas.microsoft.com/office/drawing/2014/main" id="{9524C67A-E74E-43AA-922E-3A3C33C8946B}"/>
              </a:ext>
            </a:extLst>
          </p:cNvPr>
          <p:cNvSpPr txBox="1">
            <a:spLocks/>
          </p:cNvSpPr>
          <p:nvPr/>
        </p:nvSpPr>
        <p:spPr>
          <a:xfrm>
            <a:off x="6096000" y="1825625"/>
            <a:ext cx="5308117" cy="2778562"/>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b="1" u="sng" dirty="0"/>
              <a:t>Probleme:</a:t>
            </a:r>
          </a:p>
          <a:p>
            <a:r>
              <a:rPr lang="de-DE" dirty="0"/>
              <a:t>Datenredundanzen (unnötige </a:t>
            </a:r>
            <a:r>
              <a:rPr lang="de-DE" dirty="0" err="1"/>
              <a:t>Merfachspeicherung</a:t>
            </a:r>
            <a:endParaRPr lang="de-DE" dirty="0"/>
          </a:p>
          <a:p>
            <a:r>
              <a:rPr lang="de-DE" dirty="0"/>
              <a:t>Dateninkonsistenzen (unterschiedliche Angaben)</a:t>
            </a:r>
          </a:p>
          <a:p>
            <a:r>
              <a:rPr lang="de-DE" dirty="0" err="1"/>
              <a:t>Einfügeanomalie</a:t>
            </a:r>
            <a:r>
              <a:rPr lang="de-DE" dirty="0"/>
              <a:t> (Kunde kann </a:t>
            </a:r>
            <a:r>
              <a:rPr lang="de-DE" dirty="0" err="1"/>
              <a:t>kann</a:t>
            </a:r>
            <a:r>
              <a:rPr lang="de-DE" dirty="0"/>
              <a:t> nur hinzugefügt werden, wenn er etwas kauft)</a:t>
            </a:r>
          </a:p>
          <a:p>
            <a:r>
              <a:rPr lang="de-DE" dirty="0"/>
              <a:t>Löschanomalie (wird der Auftrag eines Kunden gelöscht, geht auch die Anschrift verloren</a:t>
            </a:r>
          </a:p>
          <a:p>
            <a:r>
              <a:rPr lang="de-DE" dirty="0"/>
              <a:t>Änderungsanomalie (kann auftreten, wenn ein Kunde seine Adresse ändert</a:t>
            </a:r>
          </a:p>
          <a:p>
            <a:pPr marL="0" indent="0">
              <a:buNone/>
            </a:pPr>
            <a:r>
              <a:rPr lang="de-DE" dirty="0"/>
              <a:t>daraus ergibt sich</a:t>
            </a:r>
            <a:r>
              <a:rPr lang="de-DE" dirty="0">
                <a:sym typeface="Wingdings" panose="05000000000000000000" pitchFamily="2" charset="2"/>
              </a:rPr>
              <a:t> Tabelle muss optimiert werden</a:t>
            </a:r>
          </a:p>
          <a:p>
            <a:pPr marL="0" indent="0">
              <a:buNone/>
            </a:pPr>
            <a:r>
              <a:rPr lang="de-DE" dirty="0">
                <a:sym typeface="Wingdings" panose="05000000000000000000" pitchFamily="2" charset="2"/>
              </a:rPr>
              <a:t>Nutzen von Normalisierung stufenweiser Entwurf der Struktur einer relationalen Datenbank unter Beachtung der Normalisierungsregeln, z. B. Aufteilung von Attributen in mehrere Tabellen </a:t>
            </a:r>
            <a:endParaRPr lang="de-DE" dirty="0"/>
          </a:p>
          <a:p>
            <a:pPr marL="0" indent="0">
              <a:buFont typeface="Arial" panose="020B0604020202020204" pitchFamily="34" charset="0"/>
              <a:buNone/>
            </a:pPr>
            <a:endParaRPr lang="de-DE" dirty="0"/>
          </a:p>
        </p:txBody>
      </p:sp>
    </p:spTree>
    <p:extLst>
      <p:ext uri="{BB962C8B-B14F-4D97-AF65-F5344CB8AC3E}">
        <p14:creationId xmlns:p14="http://schemas.microsoft.com/office/powerpoint/2010/main" val="22145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 calcmode="lin" valueType="num">
                                      <p:cBhvr additive="base">
                                        <p:cTn id="11"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 calcmode="lin" valueType="num">
                                      <p:cBhvr additive="base">
                                        <p:cTn id="1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 calcmode="lin" valueType="num">
                                      <p:cBhvr additive="base">
                                        <p:cTn id="1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anim calcmode="lin" valueType="num">
                                      <p:cBhvr additive="base">
                                        <p:cTn id="23"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fade">
                                      <p:cBhvr>
                                        <p:cTn id="29" dur="1000"/>
                                        <p:tgtEl>
                                          <p:spTgt spid="9">
                                            <p:txEl>
                                              <p:pRg st="6" end="6"/>
                                            </p:txEl>
                                          </p:spTgt>
                                        </p:tgtEl>
                                      </p:cBhvr>
                                    </p:animEffect>
                                    <p:anim calcmode="lin" valueType="num">
                                      <p:cBhvr>
                                        <p:cTn id="30"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xEl>
                                              <p:pRg st="7" end="7"/>
                                            </p:txEl>
                                          </p:spTgt>
                                        </p:tgtEl>
                                        <p:attrNameLst>
                                          <p:attrName>style.visibility</p:attrName>
                                        </p:attrNameLst>
                                      </p:cBhvr>
                                      <p:to>
                                        <p:strVal val="visible"/>
                                      </p:to>
                                    </p:set>
                                    <p:animEffect transition="in" filter="fade">
                                      <p:cBhvr>
                                        <p:cTn id="34" dur="1000"/>
                                        <p:tgtEl>
                                          <p:spTgt spid="9">
                                            <p:txEl>
                                              <p:pRg st="7" end="7"/>
                                            </p:txEl>
                                          </p:spTgt>
                                        </p:tgtEl>
                                      </p:cBhvr>
                                    </p:animEffect>
                                    <p:anim calcmode="lin" valueType="num">
                                      <p:cBhvr>
                                        <p:cTn id="35"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1.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430ECC6D-C939-4D09-8748-EFB53B751DDC}"/>
              </a:ext>
            </a:extLst>
          </p:cNvPr>
          <p:cNvSpPr txBox="1">
            <a:spLocks/>
          </p:cNvSpPr>
          <p:nvPr/>
        </p:nvSpPr>
        <p:spPr>
          <a:xfrm>
            <a:off x="838994" y="1825625"/>
            <a:ext cx="10514012" cy="1371600"/>
          </a:xfrm>
          <a:prstGeom prst="rect">
            <a:avLst/>
          </a:prstGeom>
          <a:solidFill>
            <a:schemeClr val="accent5">
              <a:lumMod val="40000"/>
              <a:lumOff val="60000"/>
            </a:schemeClr>
          </a:solidFill>
        </p:spPr>
        <p:txBody>
          <a:bodyPr vert="horz" lIns="91440" tIns="45720" rIns="91440" bIns="45720" rtlCol="0">
            <a:normAutofit/>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indent="0">
              <a:buFont typeface="Symbol" panose="05050102010706020507" pitchFamily="18" charset="2"/>
              <a:buNone/>
            </a:pPr>
            <a:r>
              <a:rPr lang="de-DE" dirty="0"/>
              <a:t>Eine Relation befindet sich in der </a:t>
            </a:r>
            <a:r>
              <a:rPr lang="de-DE" b="1" u="sng" dirty="0"/>
              <a:t>1. Normalform</a:t>
            </a:r>
            <a:r>
              <a:rPr lang="de-DE" dirty="0"/>
              <a:t>, wenn</a:t>
            </a:r>
          </a:p>
          <a:p>
            <a:r>
              <a:rPr lang="de-DE" dirty="0"/>
              <a:t>alle Attribute nur </a:t>
            </a:r>
            <a:r>
              <a:rPr lang="de-DE" b="1" dirty="0"/>
              <a:t>einfache Attributwerte </a:t>
            </a:r>
            <a:r>
              <a:rPr lang="de-DE" dirty="0"/>
              <a:t>aufweisen. (Dateninkonsistenzen beseitigen)</a:t>
            </a:r>
          </a:p>
        </p:txBody>
      </p:sp>
      <p:pic>
        <p:nvPicPr>
          <p:cNvPr id="8" name="Grafik 7">
            <a:extLst>
              <a:ext uri="{FF2B5EF4-FFF2-40B4-BE49-F238E27FC236}">
                <a16:creationId xmlns:a16="http://schemas.microsoft.com/office/drawing/2014/main" id="{BA524225-E5B0-437E-9770-647C3260BF2A}"/>
              </a:ext>
            </a:extLst>
          </p:cNvPr>
          <p:cNvPicPr>
            <a:picLocks noChangeAspect="1"/>
          </p:cNvPicPr>
          <p:nvPr/>
        </p:nvPicPr>
        <p:blipFill>
          <a:blip r:embed="rId2"/>
          <a:stretch>
            <a:fillRect/>
          </a:stretch>
        </p:blipFill>
        <p:spPr>
          <a:xfrm>
            <a:off x="-1" y="3813036"/>
            <a:ext cx="12243335" cy="2131037"/>
          </a:xfrm>
          <a:prstGeom prst="rect">
            <a:avLst/>
          </a:prstGeom>
        </p:spPr>
      </p:pic>
      <p:sp>
        <p:nvSpPr>
          <p:cNvPr id="10" name="Denkblase: wolkenförmig 9">
            <a:extLst>
              <a:ext uri="{FF2B5EF4-FFF2-40B4-BE49-F238E27FC236}">
                <a16:creationId xmlns:a16="http://schemas.microsoft.com/office/drawing/2014/main" id="{74946AF8-3CE9-47ED-8049-8DEFFC8B3BA7}"/>
              </a:ext>
            </a:extLst>
          </p:cNvPr>
          <p:cNvSpPr/>
          <p:nvPr/>
        </p:nvSpPr>
        <p:spPr>
          <a:xfrm>
            <a:off x="742017" y="2697708"/>
            <a:ext cx="2752825" cy="907289"/>
          </a:xfrm>
          <a:prstGeom prst="cloudCallout">
            <a:avLst>
              <a:gd name="adj1" fmla="val -35711"/>
              <a:gd name="adj2" fmla="val 74233"/>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Tabelle bekommt Namen</a:t>
            </a:r>
          </a:p>
        </p:txBody>
      </p:sp>
      <p:sp>
        <p:nvSpPr>
          <p:cNvPr id="11" name="Denkblase: wolkenförmig 10">
            <a:extLst>
              <a:ext uri="{FF2B5EF4-FFF2-40B4-BE49-F238E27FC236}">
                <a16:creationId xmlns:a16="http://schemas.microsoft.com/office/drawing/2014/main" id="{ED1F2904-D6F3-4A14-AA77-8E545DD1581B}"/>
              </a:ext>
            </a:extLst>
          </p:cNvPr>
          <p:cNvSpPr/>
          <p:nvPr/>
        </p:nvSpPr>
        <p:spPr>
          <a:xfrm>
            <a:off x="8162935" y="2547031"/>
            <a:ext cx="3868198" cy="1763938"/>
          </a:xfrm>
          <a:prstGeom prst="cloudCallout">
            <a:avLst>
              <a:gd name="adj1" fmla="val -61726"/>
              <a:gd name="adj2" fmla="val 55422"/>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„Kunde“ wird aufgeteilt, vorher standen hier mehrere Werte in einer Zelle</a:t>
            </a:r>
          </a:p>
        </p:txBody>
      </p:sp>
      <p:sp>
        <p:nvSpPr>
          <p:cNvPr id="12" name="Denkblase: wolkenförmig 11">
            <a:extLst>
              <a:ext uri="{FF2B5EF4-FFF2-40B4-BE49-F238E27FC236}">
                <a16:creationId xmlns:a16="http://schemas.microsoft.com/office/drawing/2014/main" id="{C8F5E45A-6761-4D6E-AE4C-A238800406DF}"/>
              </a:ext>
            </a:extLst>
          </p:cNvPr>
          <p:cNvSpPr/>
          <p:nvPr/>
        </p:nvSpPr>
        <p:spPr>
          <a:xfrm>
            <a:off x="3955674" y="2692639"/>
            <a:ext cx="3868198" cy="1763938"/>
          </a:xfrm>
          <a:prstGeom prst="cloudCallout">
            <a:avLst>
              <a:gd name="adj1" fmla="val -83872"/>
              <a:gd name="adj2" fmla="val 43417"/>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„Artikel“ wird aufgeteilt, vorher standen hier mehrere Werte in einer Zelle</a:t>
            </a:r>
          </a:p>
        </p:txBody>
      </p:sp>
    </p:spTree>
    <p:extLst>
      <p:ext uri="{BB962C8B-B14F-4D97-AF65-F5344CB8AC3E}">
        <p14:creationId xmlns:p14="http://schemas.microsoft.com/office/powerpoint/2010/main" val="241068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2.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2A5E9F43-898A-47FC-8C0C-25E8BB3CED6C}"/>
              </a:ext>
            </a:extLst>
          </p:cNvPr>
          <p:cNvSpPr txBox="1">
            <a:spLocks/>
          </p:cNvSpPr>
          <p:nvPr/>
        </p:nvSpPr>
        <p:spPr>
          <a:xfrm>
            <a:off x="160867" y="1671405"/>
            <a:ext cx="5335158" cy="4442012"/>
          </a:xfrm>
          <a:prstGeom prst="rect">
            <a:avLst/>
          </a:prstGeom>
          <a:solidFill>
            <a:schemeClr val="accent5">
              <a:lumMod val="40000"/>
              <a:lumOff val="60000"/>
            </a:schemeClr>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sz="2200" dirty="0"/>
              <a:t>Eine Relation befindet sich in der</a:t>
            </a:r>
            <a:r>
              <a:rPr lang="de-DE" sz="2200" b="1" dirty="0"/>
              <a:t> </a:t>
            </a:r>
          </a:p>
          <a:p>
            <a:pPr marL="0" indent="0">
              <a:buFont typeface="Arial" panose="020B0604020202020204" pitchFamily="34" charset="0"/>
              <a:buNone/>
            </a:pPr>
            <a:r>
              <a:rPr lang="de-DE" sz="2200" b="1" u="sng" dirty="0"/>
              <a:t>2. Normalform</a:t>
            </a:r>
            <a:r>
              <a:rPr lang="de-DE" sz="2200" dirty="0"/>
              <a:t>, wenn</a:t>
            </a:r>
          </a:p>
          <a:p>
            <a:r>
              <a:rPr lang="de-DE" sz="2200" dirty="0"/>
              <a:t>Anforderungen der 1. Normalform erfüllt sind</a:t>
            </a:r>
          </a:p>
          <a:p>
            <a:r>
              <a:rPr lang="de-DE" sz="2200" dirty="0"/>
              <a:t>jedes Attribut vom Primärschlüssel </a:t>
            </a:r>
            <a:r>
              <a:rPr lang="de-DE" sz="2200" b="1" dirty="0"/>
              <a:t>voll funktional abhängig</a:t>
            </a:r>
            <a:r>
              <a:rPr lang="de-DE" sz="2200" dirty="0"/>
              <a:t> ist</a:t>
            </a:r>
          </a:p>
          <a:p>
            <a:r>
              <a:rPr lang="de-DE" sz="2200" dirty="0"/>
              <a:t>Primärschlüssel dient der</a:t>
            </a:r>
          </a:p>
          <a:p>
            <a:pPr lvl="1"/>
            <a:r>
              <a:rPr lang="de-DE" sz="2200" dirty="0"/>
              <a:t>eindeutigen Identifikation</a:t>
            </a:r>
          </a:p>
          <a:p>
            <a:pPr lvl="1"/>
            <a:r>
              <a:rPr lang="de-DE" sz="2200" dirty="0"/>
              <a:t>erlaubt direkten Zugriff auf Attribute</a:t>
            </a:r>
          </a:p>
          <a:p>
            <a:pPr lvl="1"/>
            <a:r>
              <a:rPr lang="de-DE" sz="2200" dirty="0"/>
              <a:t>darf sich nicht wiederholen</a:t>
            </a:r>
          </a:p>
          <a:p>
            <a:pPr lvl="1"/>
            <a:r>
              <a:rPr lang="de-DE" sz="2200" dirty="0"/>
              <a:t>alle Attribute einer Tabelle hängen von diesem Primärschlüssel ab</a:t>
            </a:r>
          </a:p>
        </p:txBody>
      </p:sp>
      <p:pic>
        <p:nvPicPr>
          <p:cNvPr id="8" name="Inhaltsplatzhalter 10">
            <a:extLst>
              <a:ext uri="{FF2B5EF4-FFF2-40B4-BE49-F238E27FC236}">
                <a16:creationId xmlns:a16="http://schemas.microsoft.com/office/drawing/2014/main" id="{58E3BF95-7AD2-465D-8104-F7FD428CA554}"/>
              </a:ext>
            </a:extLst>
          </p:cNvPr>
          <p:cNvPicPr>
            <a:picLocks noChangeAspect="1"/>
          </p:cNvPicPr>
          <p:nvPr/>
        </p:nvPicPr>
        <p:blipFill>
          <a:blip r:embed="rId2"/>
          <a:stretch>
            <a:fillRect/>
          </a:stretch>
        </p:blipFill>
        <p:spPr>
          <a:xfrm>
            <a:off x="6057764" y="1671405"/>
            <a:ext cx="6134236" cy="4209482"/>
          </a:xfrm>
          <a:prstGeom prst="rect">
            <a:avLst/>
          </a:prstGeom>
        </p:spPr>
      </p:pic>
      <p:sp>
        <p:nvSpPr>
          <p:cNvPr id="9" name="Denkblase: wolkenförmig 8">
            <a:extLst>
              <a:ext uri="{FF2B5EF4-FFF2-40B4-BE49-F238E27FC236}">
                <a16:creationId xmlns:a16="http://schemas.microsoft.com/office/drawing/2014/main" id="{7DC3F03E-085A-4387-960A-8BD0BD66F938}"/>
              </a:ext>
            </a:extLst>
          </p:cNvPr>
          <p:cNvSpPr/>
          <p:nvPr/>
        </p:nvSpPr>
        <p:spPr>
          <a:xfrm>
            <a:off x="6945114" y="80405"/>
            <a:ext cx="3868198" cy="1835802"/>
          </a:xfrm>
          <a:prstGeom prst="cloudCallout">
            <a:avLst>
              <a:gd name="adj1" fmla="val -42562"/>
              <a:gd name="adj2" fmla="val 56030"/>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„Artikel“ wird separiert </a:t>
            </a:r>
            <a:r>
              <a:rPr lang="de-DE" dirty="0">
                <a:sym typeface="Wingdings" panose="05000000000000000000" pitchFamily="2" charset="2"/>
              </a:rPr>
              <a:t> es wird der Primärschlüssel „</a:t>
            </a:r>
            <a:r>
              <a:rPr lang="de-DE" dirty="0" err="1">
                <a:sym typeface="Wingdings" panose="05000000000000000000" pitchFamily="2" charset="2"/>
              </a:rPr>
              <a:t>Artikel_nr</a:t>
            </a:r>
            <a:r>
              <a:rPr lang="de-DE" dirty="0">
                <a:sym typeface="Wingdings" panose="05000000000000000000" pitchFamily="2" charset="2"/>
              </a:rPr>
              <a:t>“ eingefügt</a:t>
            </a:r>
            <a:endParaRPr lang="de-DE" dirty="0"/>
          </a:p>
        </p:txBody>
      </p:sp>
      <p:sp>
        <p:nvSpPr>
          <p:cNvPr id="10" name="Denkblase: wolkenförmig 9">
            <a:extLst>
              <a:ext uri="{FF2B5EF4-FFF2-40B4-BE49-F238E27FC236}">
                <a16:creationId xmlns:a16="http://schemas.microsoft.com/office/drawing/2014/main" id="{B24E37ED-537A-4902-B58B-67BABF45054B}"/>
              </a:ext>
            </a:extLst>
          </p:cNvPr>
          <p:cNvSpPr/>
          <p:nvPr/>
        </p:nvSpPr>
        <p:spPr>
          <a:xfrm>
            <a:off x="8452493" y="4349479"/>
            <a:ext cx="3739507" cy="1668596"/>
          </a:xfrm>
          <a:prstGeom prst="cloudCallout">
            <a:avLst>
              <a:gd name="adj1" fmla="val -75194"/>
              <a:gd name="adj2" fmla="val -4719"/>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„Auftrag“ wird separiert </a:t>
            </a:r>
            <a:r>
              <a:rPr lang="de-DE" dirty="0">
                <a:sym typeface="Wingdings" panose="05000000000000000000" pitchFamily="2" charset="2"/>
              </a:rPr>
              <a:t> übrig geblieben, Primärschlüssel aktuell nötig?</a:t>
            </a:r>
            <a:endParaRPr lang="de-DE" dirty="0"/>
          </a:p>
        </p:txBody>
      </p:sp>
      <p:sp>
        <p:nvSpPr>
          <p:cNvPr id="11" name="Denkblase: wolkenförmig 10">
            <a:extLst>
              <a:ext uri="{FF2B5EF4-FFF2-40B4-BE49-F238E27FC236}">
                <a16:creationId xmlns:a16="http://schemas.microsoft.com/office/drawing/2014/main" id="{6CCCD1E7-7505-40C8-A5AF-A6DEFC35326D}"/>
              </a:ext>
            </a:extLst>
          </p:cNvPr>
          <p:cNvSpPr/>
          <p:nvPr/>
        </p:nvSpPr>
        <p:spPr>
          <a:xfrm>
            <a:off x="9086249" y="1664811"/>
            <a:ext cx="3868198" cy="1763938"/>
          </a:xfrm>
          <a:prstGeom prst="cloudCallout">
            <a:avLst>
              <a:gd name="adj1" fmla="val -89346"/>
              <a:gd name="adj2" fmla="val 46691"/>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„Kunde“ wird separiert </a:t>
            </a:r>
            <a:r>
              <a:rPr lang="de-DE" dirty="0">
                <a:sym typeface="Wingdings" panose="05000000000000000000" pitchFamily="2" charset="2"/>
              </a:rPr>
              <a:t> es wird der Primärschlüssel “</a:t>
            </a:r>
            <a:r>
              <a:rPr lang="de-DE" dirty="0" err="1">
                <a:sym typeface="Wingdings" panose="05000000000000000000" pitchFamily="2" charset="2"/>
              </a:rPr>
              <a:t>K_nummer</a:t>
            </a:r>
            <a:r>
              <a:rPr lang="de-DE" dirty="0">
                <a:sym typeface="Wingdings" panose="05000000000000000000" pitchFamily="2" charset="2"/>
              </a:rPr>
              <a:t>“ eingefügt</a:t>
            </a:r>
            <a:endParaRPr lang="de-DE" dirty="0"/>
          </a:p>
        </p:txBody>
      </p:sp>
    </p:spTree>
    <p:extLst>
      <p:ext uri="{BB962C8B-B14F-4D97-AF65-F5344CB8AC3E}">
        <p14:creationId xmlns:p14="http://schemas.microsoft.com/office/powerpoint/2010/main" val="26168774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r>
              <a:rPr lang="de-DE" dirty="0"/>
              <a:t>Primärschlüssel</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416649" y="1673811"/>
            <a:ext cx="11841836" cy="4287792"/>
          </a:xfrm>
        </p:spPr>
        <p:txBody>
          <a:bodyPr>
            <a:normAutofit/>
          </a:bodyPr>
          <a:lstStyle/>
          <a:p>
            <a:pPr lvl="1"/>
            <a:r>
              <a:rPr lang="de-DE" dirty="0"/>
              <a:t>bezeichnet das Attribut einer Tabelle, welches jede Spalte eindeutig identifiziert</a:t>
            </a:r>
          </a:p>
          <a:p>
            <a:pPr lvl="1"/>
            <a:r>
              <a:rPr lang="de-DE" dirty="0"/>
              <a:t>am besten hierfür geeignet …ID, </a:t>
            </a:r>
            <a:r>
              <a:rPr lang="de-DE" dirty="0" err="1"/>
              <a:t>z.B</a:t>
            </a:r>
            <a:r>
              <a:rPr lang="de-DE" dirty="0"/>
              <a:t> Tabelle Kunde – </a:t>
            </a:r>
            <a:r>
              <a:rPr lang="de-DE" dirty="0" err="1"/>
              <a:t>KundenID</a:t>
            </a:r>
            <a:endParaRPr lang="de-DE" dirty="0"/>
          </a:p>
          <a:p>
            <a:pPr lvl="1"/>
            <a:r>
              <a:rPr lang="de-DE" dirty="0"/>
              <a:t>der Primärschlüssel wird im ERM, sowie anderen Datenbankmodellen einmal unterstrichen</a:t>
            </a:r>
          </a:p>
          <a:p>
            <a:pPr lvl="1"/>
            <a:endParaRPr lang="de-DE" dirty="0"/>
          </a:p>
          <a:p>
            <a:pPr lvl="1"/>
            <a:endParaRPr lang="de-DE" dirty="0"/>
          </a:p>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pic>
        <p:nvPicPr>
          <p:cNvPr id="7" name="Grafik 6">
            <a:extLst>
              <a:ext uri="{FF2B5EF4-FFF2-40B4-BE49-F238E27FC236}">
                <a16:creationId xmlns:a16="http://schemas.microsoft.com/office/drawing/2014/main" id="{14D2F22D-1CE7-4DE1-8159-78682555F355}"/>
              </a:ext>
            </a:extLst>
          </p:cNvPr>
          <p:cNvPicPr>
            <a:picLocks noChangeAspect="1"/>
          </p:cNvPicPr>
          <p:nvPr/>
        </p:nvPicPr>
        <p:blipFill rotWithShape="1">
          <a:blip r:embed="rId2"/>
          <a:srcRect t="21512"/>
          <a:stretch/>
        </p:blipFill>
        <p:spPr>
          <a:xfrm>
            <a:off x="3089709" y="2965561"/>
            <a:ext cx="8335478" cy="2996042"/>
          </a:xfrm>
          <a:prstGeom prst="rect">
            <a:avLst/>
          </a:prstGeom>
        </p:spPr>
      </p:pic>
    </p:spTree>
    <p:extLst>
      <p:ext uri="{BB962C8B-B14F-4D97-AF65-F5344CB8AC3E}">
        <p14:creationId xmlns:p14="http://schemas.microsoft.com/office/powerpoint/2010/main" val="2839629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nhaltsplatzhalter 10">
            <a:extLst>
              <a:ext uri="{FF2B5EF4-FFF2-40B4-BE49-F238E27FC236}">
                <a16:creationId xmlns:a16="http://schemas.microsoft.com/office/drawing/2014/main" id="{029579C3-CC7F-47BF-BACB-C1E6DAD18CB7}"/>
              </a:ext>
            </a:extLst>
          </p:cNvPr>
          <p:cNvPicPr>
            <a:picLocks noChangeAspect="1"/>
          </p:cNvPicPr>
          <p:nvPr/>
        </p:nvPicPr>
        <p:blipFill>
          <a:blip r:embed="rId2"/>
          <a:stretch>
            <a:fillRect/>
          </a:stretch>
        </p:blipFill>
        <p:spPr>
          <a:xfrm>
            <a:off x="5496025" y="1561108"/>
            <a:ext cx="6172200" cy="2808961"/>
          </a:xfrm>
          <a:prstGeom prst="rect">
            <a:avLst/>
          </a:prstGeom>
        </p:spPr>
      </p:pic>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nach </a:t>
            </a:r>
            <a:r>
              <a:rPr lang="de-DE" dirty="0" err="1"/>
              <a:t>Codd</a:t>
            </a:r>
            <a:br>
              <a:rPr lang="de-DE" dirty="0"/>
            </a:br>
            <a:r>
              <a:rPr lang="de-DE" dirty="0"/>
              <a:t>3. Normalform</a:t>
            </a:r>
            <a:br>
              <a:rPr lang="de-DE" dirty="0"/>
            </a:br>
            <a:br>
              <a:rPr lang="de-DE" dirty="0"/>
            </a:br>
            <a:endParaRPr lang="de-DE" dirty="0"/>
          </a:p>
        </p:txBody>
      </p:sp>
      <p:sp>
        <p:nvSpPr>
          <p:cNvPr id="3" name="Inhaltsplatzhalter 2">
            <a:extLst>
              <a:ext uri="{FF2B5EF4-FFF2-40B4-BE49-F238E27FC236}">
                <a16:creationId xmlns:a16="http://schemas.microsoft.com/office/drawing/2014/main" id="{CA67FD11-A536-4E6C-860F-3F9780EA198D}"/>
              </a:ext>
            </a:extLst>
          </p:cNvPr>
          <p:cNvSpPr>
            <a:spLocks noGrp="1"/>
          </p:cNvSpPr>
          <p:nvPr>
            <p:ph idx="1"/>
          </p:nvPr>
        </p:nvSpPr>
        <p:spPr>
          <a:xfrm>
            <a:off x="160867" y="1825625"/>
            <a:ext cx="6562150" cy="4287792"/>
          </a:xfrm>
        </p:spPr>
        <p:txBody>
          <a:bodyPr>
            <a:normAutofit/>
          </a:bodyPr>
          <a:lstStyle/>
          <a:p>
            <a:endParaRPr lang="de-DE" dirty="0"/>
          </a:p>
          <a:p>
            <a:pPr marL="0" indent="0">
              <a:buNone/>
            </a:pP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7" name="Textplatzhalter 2">
            <a:extLst>
              <a:ext uri="{FF2B5EF4-FFF2-40B4-BE49-F238E27FC236}">
                <a16:creationId xmlns:a16="http://schemas.microsoft.com/office/drawing/2014/main" id="{2A5E9F43-898A-47FC-8C0C-25E8BB3CED6C}"/>
              </a:ext>
            </a:extLst>
          </p:cNvPr>
          <p:cNvSpPr txBox="1">
            <a:spLocks/>
          </p:cNvSpPr>
          <p:nvPr/>
        </p:nvSpPr>
        <p:spPr>
          <a:xfrm>
            <a:off x="160867" y="1671405"/>
            <a:ext cx="5335158" cy="4442012"/>
          </a:xfrm>
          <a:prstGeom prst="rect">
            <a:avLst/>
          </a:prstGeom>
          <a:solidFill>
            <a:schemeClr val="accent5">
              <a:lumMod val="40000"/>
              <a:lumOff val="60000"/>
            </a:schemeClr>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2200" dirty="0"/>
              <a:t>Eine Tabelle befindet sich in der </a:t>
            </a:r>
            <a:r>
              <a:rPr lang="de-DE" sz="2200" b="1" u="sng" dirty="0"/>
              <a:t>dritten Normalform</a:t>
            </a:r>
            <a:r>
              <a:rPr lang="de-DE" sz="2200" dirty="0"/>
              <a:t>, wenn sie schon in der zweiten Normalform ist und</a:t>
            </a:r>
          </a:p>
          <a:p>
            <a:r>
              <a:rPr lang="de-DE" sz="2200" dirty="0"/>
              <a:t>zwischen Spalten, die nicht den Schlüssel bilden, untereinander keine funktionale (transitive) Abhängigkeit besteht.</a:t>
            </a:r>
          </a:p>
          <a:p>
            <a:r>
              <a:rPr lang="de-DE" sz="2200" dirty="0"/>
              <a:t>transitiv bedeutet:</a:t>
            </a:r>
          </a:p>
          <a:p>
            <a:pPr lvl="1"/>
            <a:r>
              <a:rPr lang="de-DE" sz="2200" dirty="0"/>
              <a:t>wenn a </a:t>
            </a:r>
            <a:r>
              <a:rPr lang="de-DE" sz="2200" dirty="0">
                <a:sym typeface="Wingdings" panose="05000000000000000000" pitchFamily="2" charset="2"/>
              </a:rPr>
              <a:t> b und b  c dann auch a  c</a:t>
            </a:r>
          </a:p>
          <a:p>
            <a:pPr lvl="1"/>
            <a:r>
              <a:rPr lang="de-DE" sz="2200" dirty="0">
                <a:sym typeface="Wingdings" panose="05000000000000000000" pitchFamily="2" charset="2"/>
              </a:rPr>
              <a:t>Verletzung im Bsp. durch die PLZ und Ort</a:t>
            </a:r>
            <a:endParaRPr lang="de-DE" sz="2200" dirty="0"/>
          </a:p>
        </p:txBody>
      </p:sp>
      <p:sp>
        <p:nvSpPr>
          <p:cNvPr id="9" name="Denkblase: wolkenförmig 8">
            <a:extLst>
              <a:ext uri="{FF2B5EF4-FFF2-40B4-BE49-F238E27FC236}">
                <a16:creationId xmlns:a16="http://schemas.microsoft.com/office/drawing/2014/main" id="{7DC3F03E-085A-4387-960A-8BD0BD66F938}"/>
              </a:ext>
            </a:extLst>
          </p:cNvPr>
          <p:cNvSpPr/>
          <p:nvPr/>
        </p:nvSpPr>
        <p:spPr>
          <a:xfrm>
            <a:off x="3806681" y="873694"/>
            <a:ext cx="3183629" cy="792218"/>
          </a:xfrm>
          <a:prstGeom prst="cloudCallout">
            <a:avLst>
              <a:gd name="adj1" fmla="val 31813"/>
              <a:gd name="adj2" fmla="val 59675"/>
            </a:avLst>
          </a:prstGeom>
          <a:solidFill>
            <a:srgbClr val="0096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latin typeface="Arial" panose="020B0604020202020204" pitchFamily="34" charset="0"/>
                <a:cs typeface="Arial" panose="020B0604020202020204" pitchFamily="34" charset="0"/>
              </a:rPr>
              <a:t>„</a:t>
            </a:r>
            <a:r>
              <a:rPr lang="de-DE" sz="1000" dirty="0" err="1">
                <a:latin typeface="Arial" panose="020B0604020202020204" pitchFamily="34" charset="0"/>
                <a:cs typeface="Arial" panose="020B0604020202020204" pitchFamily="34" charset="0"/>
              </a:rPr>
              <a:t>auf_id</a:t>
            </a:r>
            <a:r>
              <a:rPr lang="de-DE" sz="1000" dirty="0">
                <a:latin typeface="Arial" panose="020B0604020202020204" pitchFamily="34" charset="0"/>
                <a:cs typeface="Arial" panose="020B0604020202020204" pitchFamily="34" charset="0"/>
              </a:rPr>
              <a:t>“, weil hier klar wird was zu „Auftrag gehört“</a:t>
            </a:r>
          </a:p>
        </p:txBody>
      </p:sp>
      <p:sp>
        <p:nvSpPr>
          <p:cNvPr id="11" name="Denkblase: wolkenförmig 10">
            <a:extLst>
              <a:ext uri="{FF2B5EF4-FFF2-40B4-BE49-F238E27FC236}">
                <a16:creationId xmlns:a16="http://schemas.microsoft.com/office/drawing/2014/main" id="{6CCCD1E7-7505-40C8-A5AF-A6DEFC35326D}"/>
              </a:ext>
            </a:extLst>
          </p:cNvPr>
          <p:cNvSpPr/>
          <p:nvPr/>
        </p:nvSpPr>
        <p:spPr>
          <a:xfrm>
            <a:off x="7784244" y="0"/>
            <a:ext cx="3883981" cy="1363783"/>
          </a:xfrm>
          <a:prstGeom prst="cloudCallout">
            <a:avLst>
              <a:gd name="adj1" fmla="val -33587"/>
              <a:gd name="adj2" fmla="val 71393"/>
            </a:avLst>
          </a:prstGeom>
          <a:solidFill>
            <a:srgbClr val="E300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latin typeface="Arial" panose="020B0604020202020204" pitchFamily="34" charset="0"/>
                <a:cs typeface="Arial" panose="020B0604020202020204" pitchFamily="34" charset="0"/>
              </a:rPr>
              <a:t>Eine neue Tabelle ist plötzlich entstanden, warum?</a:t>
            </a:r>
          </a:p>
        </p:txBody>
      </p:sp>
      <p:pic>
        <p:nvPicPr>
          <p:cNvPr id="13" name="Inhaltsplatzhalter 10">
            <a:extLst>
              <a:ext uri="{FF2B5EF4-FFF2-40B4-BE49-F238E27FC236}">
                <a16:creationId xmlns:a16="http://schemas.microsoft.com/office/drawing/2014/main" id="{E807AF65-17E3-4B68-8952-5C080EB44202}"/>
              </a:ext>
            </a:extLst>
          </p:cNvPr>
          <p:cNvPicPr>
            <a:picLocks noChangeAspect="1"/>
          </p:cNvPicPr>
          <p:nvPr/>
        </p:nvPicPr>
        <p:blipFill rotWithShape="1">
          <a:blip r:embed="rId3"/>
          <a:srcRect l="3876" t="28794" b="27431"/>
          <a:stretch/>
        </p:blipFill>
        <p:spPr>
          <a:xfrm>
            <a:off x="8915965" y="3003068"/>
            <a:ext cx="3004075" cy="938787"/>
          </a:xfrm>
          <a:prstGeom prst="rect">
            <a:avLst/>
          </a:prstGeom>
        </p:spPr>
      </p:pic>
      <p:pic>
        <p:nvPicPr>
          <p:cNvPr id="14" name="Grafik 13" descr="Schließen">
            <a:extLst>
              <a:ext uri="{FF2B5EF4-FFF2-40B4-BE49-F238E27FC236}">
                <a16:creationId xmlns:a16="http://schemas.microsoft.com/office/drawing/2014/main" id="{72B1A4AC-28B3-4211-AB2E-1ACC79D26E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88175" y="3370232"/>
            <a:ext cx="726107" cy="726107"/>
          </a:xfrm>
          <a:prstGeom prst="rect">
            <a:avLst/>
          </a:prstGeom>
        </p:spPr>
      </p:pic>
      <p:sp>
        <p:nvSpPr>
          <p:cNvPr id="15" name="Textplatzhalter 2">
            <a:extLst>
              <a:ext uri="{FF2B5EF4-FFF2-40B4-BE49-F238E27FC236}">
                <a16:creationId xmlns:a16="http://schemas.microsoft.com/office/drawing/2014/main" id="{2EDE2B62-EB22-41FF-8770-C21393DEBDF9}"/>
              </a:ext>
            </a:extLst>
          </p:cNvPr>
          <p:cNvSpPr txBox="1">
            <a:spLocks/>
          </p:cNvSpPr>
          <p:nvPr/>
        </p:nvSpPr>
        <p:spPr>
          <a:xfrm>
            <a:off x="5571621" y="5101734"/>
            <a:ext cx="6242661" cy="1011683"/>
          </a:xfrm>
          <a:prstGeom prst="rect">
            <a:avLst/>
          </a:prstGeom>
          <a:solidFill>
            <a:schemeClr val="accent5">
              <a:lumMod val="40000"/>
              <a:lumOff val="60000"/>
            </a:schemeClr>
          </a:solidFill>
        </p:spPr>
        <p:txBody>
          <a:bodyPr vert="horz" lIns="91440" tIns="45720" rIns="91440" bIns="45720" rtlCol="0">
            <a:normAutofit fontScale="92500" lnSpcReduction="20000"/>
          </a:bodyPr>
          <a:lstStyle>
            <a:lvl1pPr marL="285750" indent="-285750" algn="l" defTabSz="914400" rtl="0" eaLnBrk="1" latinLnBrk="0" hangingPunct="1">
              <a:lnSpc>
                <a:spcPct val="150000"/>
              </a:lnSpc>
              <a:spcBef>
                <a:spcPts val="1000"/>
              </a:spcBef>
              <a:buFont typeface="Symbol" panose="05050102010706020507" pitchFamily="18"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Symbol" panose="05050102010706020507" pitchFamily="18" charset="2"/>
              <a:buNone/>
              <a:defRPr sz="1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Symbol" panose="05050102010706020507" pitchFamily="18" charset="2"/>
              <a:buNone/>
              <a:defRPr sz="1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Symbol" panose="05050102010706020507" pitchFamily="18" charset="2"/>
              <a:buNone/>
              <a:defRPr sz="1000"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lvl="0" indent="0">
              <a:buNone/>
            </a:pPr>
            <a:r>
              <a:rPr lang="de-DE" b="1" dirty="0"/>
              <a:t>Fremdschlüssel</a:t>
            </a:r>
            <a:r>
              <a:rPr lang="de-DE" dirty="0"/>
              <a:t> ist jeder Schlüssel einer Tabelle, der </a:t>
            </a:r>
            <a:r>
              <a:rPr lang="de-DE" u="sng" dirty="0"/>
              <a:t>nicht </a:t>
            </a:r>
            <a:r>
              <a:rPr lang="de-DE" dirty="0"/>
              <a:t>Primärschlüssel ist und den Zugriff auf benachbarte Tabellen zulässt in denen dieser als Primärschlüssel festgelegt wurde.</a:t>
            </a:r>
          </a:p>
        </p:txBody>
      </p:sp>
      <p:sp>
        <p:nvSpPr>
          <p:cNvPr id="10" name="Denkblase: wolkenförmig 9">
            <a:extLst>
              <a:ext uri="{FF2B5EF4-FFF2-40B4-BE49-F238E27FC236}">
                <a16:creationId xmlns:a16="http://schemas.microsoft.com/office/drawing/2014/main" id="{B24E37ED-537A-4902-B58B-67BABF45054B}"/>
              </a:ext>
            </a:extLst>
          </p:cNvPr>
          <p:cNvSpPr/>
          <p:nvPr/>
        </p:nvSpPr>
        <p:spPr>
          <a:xfrm>
            <a:off x="9078544" y="3941855"/>
            <a:ext cx="2841496" cy="1094719"/>
          </a:xfrm>
          <a:prstGeom prst="cloudCallout">
            <a:avLst>
              <a:gd name="adj1" fmla="val -72860"/>
              <a:gd name="adj2" fmla="val -74786"/>
            </a:avLst>
          </a:prstGeom>
          <a:solidFill>
            <a:srgbClr val="F688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latin typeface="Arial" panose="020B0604020202020204" pitchFamily="34" charset="0"/>
                <a:cs typeface="Arial" panose="020B0604020202020204" pitchFamily="34" charset="0"/>
              </a:rPr>
              <a:t>Tabelle „Ort“ entsteht, weil sonst Verletzung 3. Normalform</a:t>
            </a:r>
          </a:p>
        </p:txBody>
      </p:sp>
    </p:spTree>
    <p:extLst>
      <p:ext uri="{BB962C8B-B14F-4D97-AF65-F5344CB8AC3E}">
        <p14:creationId xmlns:p14="http://schemas.microsoft.com/office/powerpoint/2010/main" val="405992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Bilden einer „Verknüpfungstabelle“</a:t>
            </a:r>
            <a:br>
              <a:rPr lang="de-DE" dirty="0"/>
            </a:br>
            <a:r>
              <a:rPr lang="de-DE" dirty="0"/>
              <a:t>bzw. „Junction Table“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lstStyle/>
          <a:p>
            <a:r>
              <a:rPr lang="de-DE" dirty="0"/>
              <a:t>recherchieren Sie, wann genau eine Verknüpfungstabelle in der </a:t>
            </a:r>
            <a:r>
              <a:rPr lang="de-DE" b="1" dirty="0"/>
              <a:t>3. Normalform </a:t>
            </a:r>
            <a:r>
              <a:rPr lang="de-DE" dirty="0"/>
              <a:t>gebildet werden muss!</a:t>
            </a:r>
          </a:p>
          <a:p>
            <a:r>
              <a:rPr lang="de-DE" dirty="0"/>
              <a:t>erläutern Sie außerdem die nötigen Schritte – erarbeiten Sie sich selbst ein Beispiel!</a:t>
            </a:r>
          </a:p>
          <a:p>
            <a:endParaRPr lang="de-DE" dirty="0"/>
          </a:p>
        </p:txBody>
      </p:sp>
    </p:spTree>
    <p:extLst>
      <p:ext uri="{BB962C8B-B14F-4D97-AF65-F5344CB8AC3E}">
        <p14:creationId xmlns:p14="http://schemas.microsoft.com/office/powerpoint/2010/main" val="33342559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Bilden einer „Verknüpfungstabelle“</a:t>
            </a:r>
            <a:br>
              <a:rPr lang="de-DE" dirty="0"/>
            </a:br>
            <a:r>
              <a:rPr lang="de-DE" dirty="0"/>
              <a:t>bzw. „Junction Table“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fontScale="77500" lnSpcReduction="20000"/>
          </a:bodyPr>
          <a:lstStyle/>
          <a:p>
            <a:r>
              <a:rPr lang="de-DE" dirty="0"/>
              <a:t>wird gebildet, wenn es eine viele-zu-viele-Beziehung(</a:t>
            </a:r>
            <a:r>
              <a:rPr lang="de-DE" dirty="0" err="1"/>
              <a:t>m:n</a:t>
            </a:r>
            <a:r>
              <a:rPr lang="de-DE" dirty="0"/>
              <a:t>) zwischen zwei Entitäten (Tabellen) gibt</a:t>
            </a:r>
          </a:p>
          <a:p>
            <a:r>
              <a:rPr lang="de-DE" u="sng" dirty="0"/>
              <a:t>notwendige Schritte:</a:t>
            </a:r>
          </a:p>
          <a:p>
            <a:pPr marL="914400" lvl="1" indent="-457200">
              <a:buFont typeface="+mj-lt"/>
              <a:buAutoNum type="arabicPeriod"/>
            </a:pPr>
            <a:r>
              <a:rPr lang="de-DE" dirty="0"/>
              <a:t>Identifikation der Entitäten</a:t>
            </a:r>
          </a:p>
          <a:p>
            <a:pPr marL="1428750" lvl="2" indent="-514350">
              <a:buFont typeface="+mj-lt"/>
              <a:buAutoNum type="romanUcPeriod"/>
            </a:pPr>
            <a:r>
              <a:rPr lang="de-DE" dirty="0"/>
              <a:t>Welche zwei Entitäten sind betroffen? In unserem Beispiel war das Auftrag und Artikel (Ein Auftrag kann mehrere Artikel enthalten und mehrere Artikel können einem Auftrag zugeordnet werden)</a:t>
            </a:r>
          </a:p>
          <a:p>
            <a:pPr marL="914400" lvl="1" indent="-457200">
              <a:buFont typeface="+mj-lt"/>
              <a:buAutoNum type="arabicPeriod"/>
            </a:pPr>
            <a:r>
              <a:rPr lang="de-DE" dirty="0"/>
              <a:t>Erstellen der Zwischentabelle</a:t>
            </a:r>
          </a:p>
          <a:p>
            <a:pPr marL="1428750" lvl="2" indent="-514350">
              <a:buFont typeface="+mj-lt"/>
              <a:buAutoNum type="romanUcPeriod"/>
            </a:pPr>
            <a:r>
              <a:rPr lang="de-DE" dirty="0"/>
              <a:t>neue Tabelle, welche die Beziehungen zwischen den beiden Entitäten darstellt wird erstellt </a:t>
            </a:r>
            <a:r>
              <a:rPr lang="de-DE" dirty="0">
                <a:sym typeface="Wingdings" panose="05000000000000000000" pitchFamily="2" charset="2"/>
              </a:rPr>
              <a:t> diese Tabelle enthält mindestens zwei Spalten, die als Fremdschlüssel auf die Primärschlüssel der beiden ursprünglichen Tabellen verweisen  unser Beispiel Auftrag  Auftragsposition  Artikel</a:t>
            </a:r>
          </a:p>
          <a:p>
            <a:pPr marL="914400" lvl="1" indent="-457200">
              <a:buFont typeface="+mj-lt"/>
              <a:buAutoNum type="arabicPeriod"/>
            </a:pPr>
            <a:r>
              <a:rPr lang="de-DE" dirty="0">
                <a:sym typeface="Wingdings" panose="05000000000000000000" pitchFamily="2" charset="2"/>
              </a:rPr>
              <a:t>Definition der Fremdschlüssel</a:t>
            </a:r>
          </a:p>
          <a:p>
            <a:pPr marL="1428750" lvl="2" indent="-514350">
              <a:buFont typeface="+mj-lt"/>
              <a:buAutoNum type="romanUcPeriod"/>
            </a:pPr>
            <a:r>
              <a:rPr lang="de-DE" dirty="0">
                <a:sym typeface="Wingdings" panose="05000000000000000000" pitchFamily="2" charset="2"/>
              </a:rPr>
              <a:t>Einfügen der Fremdschlüssel in die Zwischentabelle  </a:t>
            </a:r>
            <a:r>
              <a:rPr lang="de-DE" dirty="0" err="1">
                <a:sym typeface="Wingdings" panose="05000000000000000000" pitchFamily="2" charset="2"/>
              </a:rPr>
              <a:t>auftrags_id_f</a:t>
            </a:r>
            <a:r>
              <a:rPr lang="de-DE" dirty="0">
                <a:sym typeface="Wingdings" panose="05000000000000000000" pitchFamily="2" charset="2"/>
              </a:rPr>
              <a:t>, </a:t>
            </a:r>
            <a:r>
              <a:rPr lang="de-DE" dirty="0" err="1">
                <a:sym typeface="Wingdings" panose="05000000000000000000" pitchFamily="2" charset="2"/>
              </a:rPr>
              <a:t>artikel_id_f</a:t>
            </a:r>
            <a:endParaRPr lang="de-DE" dirty="0">
              <a:sym typeface="Wingdings" panose="05000000000000000000" pitchFamily="2" charset="2"/>
            </a:endParaRPr>
          </a:p>
          <a:p>
            <a:pPr marL="914400" lvl="1" indent="-457200">
              <a:buFont typeface="+mj-lt"/>
              <a:buAutoNum type="arabicPeriod"/>
            </a:pPr>
            <a:r>
              <a:rPr lang="de-DE" dirty="0">
                <a:sym typeface="Wingdings" panose="05000000000000000000" pitchFamily="2" charset="2"/>
              </a:rPr>
              <a:t>Festlegung der Primärschlüssel</a:t>
            </a:r>
          </a:p>
          <a:p>
            <a:pPr marL="1428750" lvl="2" indent="-514350">
              <a:buFont typeface="+mj-lt"/>
              <a:buAutoNum type="romanUcPeriod"/>
            </a:pPr>
            <a:r>
              <a:rPr lang="de-DE" dirty="0">
                <a:sym typeface="Wingdings" panose="05000000000000000000" pitchFamily="2" charset="2"/>
              </a:rPr>
              <a:t>Definition des Primärschlüssels der Zwischentabelle, hier wird ein sinnvoller Name (ähnlich Name der Entität) genutzt</a:t>
            </a:r>
          </a:p>
          <a:p>
            <a:pPr marL="914400" lvl="1" indent="-457200">
              <a:buFont typeface="+mj-lt"/>
              <a:buAutoNum type="arabicPeriod"/>
            </a:pPr>
            <a:r>
              <a:rPr lang="de-DE" dirty="0">
                <a:sym typeface="Wingdings" panose="05000000000000000000" pitchFamily="2" charset="2"/>
              </a:rPr>
              <a:t>(optional) Zusätzliche Attribute einfügen</a:t>
            </a:r>
          </a:p>
          <a:p>
            <a:pPr marL="1428750" lvl="2" indent="-514350">
              <a:buFont typeface="+mj-lt"/>
              <a:buAutoNum type="romanUcPeriod"/>
            </a:pPr>
            <a:r>
              <a:rPr lang="de-DE" dirty="0">
                <a:sym typeface="Wingdings" panose="05000000000000000000" pitchFamily="2" charset="2"/>
              </a:rPr>
              <a:t>falls notwendig können zusätzliche Spalten (also Attribute) für spezifische Informationen hinzugefügt werden  im Beispiel „menge“</a:t>
            </a:r>
          </a:p>
          <a:p>
            <a:pPr marL="914400" lvl="1" indent="-457200">
              <a:buFont typeface="+mj-lt"/>
              <a:buAutoNum type="arabicPeriod"/>
            </a:pPr>
            <a:endParaRPr lang="de-DE" dirty="0"/>
          </a:p>
          <a:p>
            <a:pPr marL="914400" lvl="1" indent="-457200">
              <a:buFont typeface="+mj-lt"/>
              <a:buAutoNum type="arabicPeriod"/>
            </a:pPr>
            <a:endParaRPr lang="de-DE" dirty="0"/>
          </a:p>
          <a:p>
            <a:endParaRPr lang="de-DE" dirty="0"/>
          </a:p>
        </p:txBody>
      </p:sp>
    </p:spTree>
    <p:extLst>
      <p:ext uri="{BB962C8B-B14F-4D97-AF65-F5344CB8AC3E}">
        <p14:creationId xmlns:p14="http://schemas.microsoft.com/office/powerpoint/2010/main" val="3770137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marL="457200" lvl="1" indent="0">
              <a:buNone/>
            </a:pPr>
            <a:r>
              <a:rPr lang="de-DE" u="sng" dirty="0"/>
              <a:t>Aufgabe: </a:t>
            </a:r>
            <a:r>
              <a:rPr lang="de-DE" dirty="0"/>
              <a:t>Überführen Sie die Tabelle in die 1.-, 2.-, und 3. Normalform</a:t>
            </a:r>
          </a:p>
          <a:p>
            <a:pPr marL="914400" lvl="1" indent="-457200">
              <a:buFont typeface="+mj-lt"/>
              <a:buAutoNum type="arabicPeriod"/>
            </a:pPr>
            <a:endParaRPr lang="de-DE" dirty="0"/>
          </a:p>
          <a:p>
            <a:endParaRPr lang="de-DE" dirty="0"/>
          </a:p>
        </p:txBody>
      </p:sp>
      <p:pic>
        <p:nvPicPr>
          <p:cNvPr id="3" name="Grafik 2">
            <a:extLst>
              <a:ext uri="{FF2B5EF4-FFF2-40B4-BE49-F238E27FC236}">
                <a16:creationId xmlns:a16="http://schemas.microsoft.com/office/drawing/2014/main" id="{1853E17A-2183-48A6-8A04-77F43E586596}"/>
              </a:ext>
            </a:extLst>
          </p:cNvPr>
          <p:cNvPicPr>
            <a:picLocks noChangeAspect="1"/>
          </p:cNvPicPr>
          <p:nvPr/>
        </p:nvPicPr>
        <p:blipFill>
          <a:blip r:embed="rId2"/>
          <a:stretch>
            <a:fillRect/>
          </a:stretch>
        </p:blipFill>
        <p:spPr>
          <a:xfrm>
            <a:off x="392613" y="2580980"/>
            <a:ext cx="11386137" cy="2618037"/>
          </a:xfrm>
          <a:prstGeom prst="rect">
            <a:avLst/>
          </a:prstGeom>
        </p:spPr>
      </p:pic>
    </p:spTree>
    <p:extLst>
      <p:ext uri="{BB962C8B-B14F-4D97-AF65-F5344CB8AC3E}">
        <p14:creationId xmlns:p14="http://schemas.microsoft.com/office/powerpoint/2010/main" val="17595896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1.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alle Attributwerte atomar (keine Mehrfachwerte)</a:t>
            </a:r>
          </a:p>
          <a:p>
            <a:endParaRPr lang="de-DE" dirty="0"/>
          </a:p>
        </p:txBody>
      </p:sp>
      <p:pic>
        <p:nvPicPr>
          <p:cNvPr id="5" name="Grafik 4">
            <a:extLst>
              <a:ext uri="{FF2B5EF4-FFF2-40B4-BE49-F238E27FC236}">
                <a16:creationId xmlns:a16="http://schemas.microsoft.com/office/drawing/2014/main" id="{E52F16C2-D622-4DAB-A7AC-58CF5646530E}"/>
              </a:ext>
            </a:extLst>
          </p:cNvPr>
          <p:cNvPicPr>
            <a:picLocks noChangeAspect="1"/>
          </p:cNvPicPr>
          <p:nvPr/>
        </p:nvPicPr>
        <p:blipFill rotWithShape="1">
          <a:blip r:embed="rId2"/>
          <a:srcRect t="39949" r="9365"/>
          <a:stretch/>
        </p:blipFill>
        <p:spPr>
          <a:xfrm>
            <a:off x="975954" y="2830286"/>
            <a:ext cx="9700513" cy="2307771"/>
          </a:xfrm>
          <a:prstGeom prst="rect">
            <a:avLst/>
          </a:prstGeom>
        </p:spPr>
      </p:pic>
    </p:spTree>
    <p:extLst>
      <p:ext uri="{BB962C8B-B14F-4D97-AF65-F5344CB8AC3E}">
        <p14:creationId xmlns:p14="http://schemas.microsoft.com/office/powerpoint/2010/main" val="8704683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2.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alle Nicht-Schlüsselattribute voll funktional abhängig vom Primärschlüssel</a:t>
            </a:r>
          </a:p>
        </p:txBody>
      </p:sp>
      <p:pic>
        <p:nvPicPr>
          <p:cNvPr id="3" name="Grafik 2">
            <a:extLst>
              <a:ext uri="{FF2B5EF4-FFF2-40B4-BE49-F238E27FC236}">
                <a16:creationId xmlns:a16="http://schemas.microsoft.com/office/drawing/2014/main" id="{91201A75-53A3-421D-A537-517018C9659F}"/>
              </a:ext>
            </a:extLst>
          </p:cNvPr>
          <p:cNvPicPr>
            <a:picLocks noChangeAspect="1"/>
          </p:cNvPicPr>
          <p:nvPr/>
        </p:nvPicPr>
        <p:blipFill>
          <a:blip r:embed="rId2"/>
          <a:stretch>
            <a:fillRect/>
          </a:stretch>
        </p:blipFill>
        <p:spPr>
          <a:xfrm>
            <a:off x="232682" y="2628784"/>
            <a:ext cx="5514975" cy="1304925"/>
          </a:xfrm>
          <a:prstGeom prst="rect">
            <a:avLst/>
          </a:prstGeom>
        </p:spPr>
      </p:pic>
      <p:pic>
        <p:nvPicPr>
          <p:cNvPr id="7" name="Grafik 6">
            <a:extLst>
              <a:ext uri="{FF2B5EF4-FFF2-40B4-BE49-F238E27FC236}">
                <a16:creationId xmlns:a16="http://schemas.microsoft.com/office/drawing/2014/main" id="{77E19AE3-B0BB-4E27-9F5E-BA6E5F644AD6}"/>
              </a:ext>
            </a:extLst>
          </p:cNvPr>
          <p:cNvPicPr>
            <a:picLocks noChangeAspect="1"/>
          </p:cNvPicPr>
          <p:nvPr/>
        </p:nvPicPr>
        <p:blipFill>
          <a:blip r:embed="rId3"/>
          <a:stretch>
            <a:fillRect/>
          </a:stretch>
        </p:blipFill>
        <p:spPr>
          <a:xfrm>
            <a:off x="232682" y="4320397"/>
            <a:ext cx="6324600" cy="1285875"/>
          </a:xfrm>
          <a:prstGeom prst="rect">
            <a:avLst/>
          </a:prstGeom>
        </p:spPr>
      </p:pic>
      <p:pic>
        <p:nvPicPr>
          <p:cNvPr id="8" name="Grafik 7">
            <a:extLst>
              <a:ext uri="{FF2B5EF4-FFF2-40B4-BE49-F238E27FC236}">
                <a16:creationId xmlns:a16="http://schemas.microsoft.com/office/drawing/2014/main" id="{841726A6-6012-4E7E-8A42-616E0B7D9B53}"/>
              </a:ext>
            </a:extLst>
          </p:cNvPr>
          <p:cNvPicPr>
            <a:picLocks noChangeAspect="1"/>
          </p:cNvPicPr>
          <p:nvPr/>
        </p:nvPicPr>
        <p:blipFill>
          <a:blip r:embed="rId4"/>
          <a:stretch>
            <a:fillRect/>
          </a:stretch>
        </p:blipFill>
        <p:spPr>
          <a:xfrm>
            <a:off x="5870090" y="2963039"/>
            <a:ext cx="6161043" cy="931922"/>
          </a:xfrm>
          <a:prstGeom prst="rect">
            <a:avLst/>
          </a:prstGeom>
        </p:spPr>
      </p:pic>
    </p:spTree>
    <p:extLst>
      <p:ext uri="{BB962C8B-B14F-4D97-AF65-F5344CB8AC3E}">
        <p14:creationId xmlns:p14="http://schemas.microsoft.com/office/powerpoint/2010/main" val="31021984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Normalisierung </a:t>
            </a:r>
            <a:r>
              <a:rPr lang="de-DE" dirty="0">
                <a:sym typeface="Wingdings" panose="05000000000000000000" pitchFamily="2" charset="2"/>
              </a:rPr>
              <a:t> Übung</a:t>
            </a:r>
            <a:br>
              <a:rPr lang="de-DE" dirty="0">
                <a:sym typeface="Wingdings" panose="05000000000000000000" pitchFamily="2" charset="2"/>
              </a:rPr>
            </a:br>
            <a:r>
              <a:rPr lang="de-DE" dirty="0">
                <a:sym typeface="Wingdings" panose="05000000000000000000" pitchFamily="2" charset="2"/>
              </a:rPr>
              <a:t>3. Normalform</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Theoretisches Wissen - Normalisierung</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keine transitiven Abhängigkeiten zwischen Nicht-Schlüsselattributen</a:t>
            </a:r>
          </a:p>
        </p:txBody>
      </p:sp>
      <p:pic>
        <p:nvPicPr>
          <p:cNvPr id="5" name="Grafik 4">
            <a:extLst>
              <a:ext uri="{FF2B5EF4-FFF2-40B4-BE49-F238E27FC236}">
                <a16:creationId xmlns:a16="http://schemas.microsoft.com/office/drawing/2014/main" id="{C1184A76-B4A1-439B-A027-79875135A456}"/>
              </a:ext>
            </a:extLst>
          </p:cNvPr>
          <p:cNvPicPr>
            <a:picLocks noChangeAspect="1"/>
          </p:cNvPicPr>
          <p:nvPr/>
        </p:nvPicPr>
        <p:blipFill>
          <a:blip r:embed="rId2"/>
          <a:stretch>
            <a:fillRect/>
          </a:stretch>
        </p:blipFill>
        <p:spPr>
          <a:xfrm>
            <a:off x="103717" y="2432957"/>
            <a:ext cx="5314950" cy="1295400"/>
          </a:xfrm>
          <a:prstGeom prst="rect">
            <a:avLst/>
          </a:prstGeom>
        </p:spPr>
      </p:pic>
      <p:pic>
        <p:nvPicPr>
          <p:cNvPr id="9" name="Grafik 8">
            <a:extLst>
              <a:ext uri="{FF2B5EF4-FFF2-40B4-BE49-F238E27FC236}">
                <a16:creationId xmlns:a16="http://schemas.microsoft.com/office/drawing/2014/main" id="{24846CC7-A77A-492A-AE87-D05D2A6E3967}"/>
              </a:ext>
            </a:extLst>
          </p:cNvPr>
          <p:cNvPicPr>
            <a:picLocks noChangeAspect="1"/>
          </p:cNvPicPr>
          <p:nvPr/>
        </p:nvPicPr>
        <p:blipFill>
          <a:blip r:embed="rId3"/>
          <a:stretch>
            <a:fillRect/>
          </a:stretch>
        </p:blipFill>
        <p:spPr>
          <a:xfrm>
            <a:off x="5551306" y="2432957"/>
            <a:ext cx="6105525" cy="1304925"/>
          </a:xfrm>
          <a:prstGeom prst="rect">
            <a:avLst/>
          </a:prstGeom>
        </p:spPr>
      </p:pic>
      <p:pic>
        <p:nvPicPr>
          <p:cNvPr id="10" name="Grafik 9">
            <a:extLst>
              <a:ext uri="{FF2B5EF4-FFF2-40B4-BE49-F238E27FC236}">
                <a16:creationId xmlns:a16="http://schemas.microsoft.com/office/drawing/2014/main" id="{70921E28-6957-412D-8E36-901DC655DD04}"/>
              </a:ext>
            </a:extLst>
          </p:cNvPr>
          <p:cNvPicPr>
            <a:picLocks noChangeAspect="1"/>
          </p:cNvPicPr>
          <p:nvPr/>
        </p:nvPicPr>
        <p:blipFill>
          <a:blip r:embed="rId4"/>
          <a:stretch>
            <a:fillRect/>
          </a:stretch>
        </p:blipFill>
        <p:spPr>
          <a:xfrm>
            <a:off x="2628900" y="4001294"/>
            <a:ext cx="6934200" cy="1647825"/>
          </a:xfrm>
          <a:prstGeom prst="rect">
            <a:avLst/>
          </a:prstGeom>
        </p:spPr>
      </p:pic>
    </p:spTree>
    <p:extLst>
      <p:ext uri="{BB962C8B-B14F-4D97-AF65-F5344CB8AC3E}">
        <p14:creationId xmlns:p14="http://schemas.microsoft.com/office/powerpoint/2010/main" val="29470343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B53B89-1348-473D-AB67-D42382D35265}"/>
              </a:ext>
            </a:extLst>
          </p:cNvPr>
          <p:cNvSpPr>
            <a:spLocks noGrp="1"/>
          </p:cNvSpPr>
          <p:nvPr>
            <p:ph type="title"/>
          </p:nvPr>
        </p:nvSpPr>
        <p:spPr>
          <a:xfrm>
            <a:off x="160867" y="345842"/>
            <a:ext cx="10515600" cy="1325563"/>
          </a:xfrm>
        </p:spPr>
        <p:txBody>
          <a:bodyPr>
            <a:normAutofit fontScale="90000"/>
          </a:bodyPr>
          <a:lstStyle/>
          <a:p>
            <a:br>
              <a:rPr lang="de-DE" dirty="0"/>
            </a:br>
            <a:br>
              <a:rPr lang="de-DE" dirty="0"/>
            </a:br>
            <a:r>
              <a:rPr lang="de-DE" dirty="0"/>
              <a:t>Microsoft ACCESS - Formulare</a:t>
            </a:r>
            <a:br>
              <a:rPr lang="de-DE" dirty="0"/>
            </a:br>
            <a:br>
              <a:rPr lang="de-DE" dirty="0"/>
            </a:br>
            <a:endParaRPr lang="de-DE" dirty="0"/>
          </a:p>
        </p:txBody>
      </p:sp>
      <p:sp>
        <p:nvSpPr>
          <p:cNvPr id="4" name="Textfeld 3">
            <a:extLst>
              <a:ext uri="{FF2B5EF4-FFF2-40B4-BE49-F238E27FC236}">
                <a16:creationId xmlns:a16="http://schemas.microsoft.com/office/drawing/2014/main" id="{4DA825BB-2865-45B5-AF09-8B969C20B13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
        <p:nvSpPr>
          <p:cNvPr id="6" name="Inhaltsplatzhalter 5">
            <a:extLst>
              <a:ext uri="{FF2B5EF4-FFF2-40B4-BE49-F238E27FC236}">
                <a16:creationId xmlns:a16="http://schemas.microsoft.com/office/drawing/2014/main" id="{27837FCD-347D-499D-9AAD-BF36306E7DC6}"/>
              </a:ext>
            </a:extLst>
          </p:cNvPr>
          <p:cNvSpPr>
            <a:spLocks noGrp="1"/>
          </p:cNvSpPr>
          <p:nvPr>
            <p:ph idx="1"/>
          </p:nvPr>
        </p:nvSpPr>
        <p:spPr/>
        <p:txBody>
          <a:bodyPr>
            <a:normAutofit/>
          </a:bodyPr>
          <a:lstStyle/>
          <a:p>
            <a:pPr lvl="1"/>
            <a:r>
              <a:rPr lang="de-DE" dirty="0"/>
              <a:t>benötigtes Wissen: Grundlagen in Access (aus der vorherigen Stunde)</a:t>
            </a:r>
          </a:p>
          <a:p>
            <a:pPr lvl="1"/>
            <a:r>
              <a:rPr lang="de-DE" u="sng" dirty="0"/>
              <a:t>Selbststudium:</a:t>
            </a:r>
          </a:p>
          <a:p>
            <a:pPr lvl="2"/>
            <a:r>
              <a:rPr lang="de-DE" dirty="0"/>
              <a:t>Unter „Erstellen“ finden Sie die Unterpunkte Formularentwurf –und Assistent, sowie Berichtsformular –und Assistent</a:t>
            </a:r>
          </a:p>
          <a:p>
            <a:pPr lvl="2"/>
            <a:r>
              <a:rPr lang="de-DE" u="sng" dirty="0"/>
              <a:t>Aufgabe:</a:t>
            </a:r>
          </a:p>
          <a:p>
            <a:pPr lvl="3"/>
            <a:r>
              <a:rPr lang="de-DE" dirty="0"/>
              <a:t>Nutzen Sie Ihre Tabelle um diese 2 Punkte zu erkunden, gehen Sie dabei auf folgende Fragen ein:</a:t>
            </a:r>
          </a:p>
          <a:p>
            <a:pPr lvl="4"/>
            <a:r>
              <a:rPr lang="de-DE" dirty="0"/>
              <a:t>Wie funktionieren Formulare und Berichte?</a:t>
            </a:r>
          </a:p>
          <a:p>
            <a:pPr lvl="4"/>
            <a:r>
              <a:rPr lang="de-DE" dirty="0"/>
              <a:t>Welche Daten kann ich anzeigen lassen</a:t>
            </a:r>
          </a:p>
          <a:p>
            <a:pPr lvl="4"/>
            <a:r>
              <a:rPr lang="de-DE" dirty="0"/>
              <a:t>Wie funktionieren die Beziehungen untereinander</a:t>
            </a:r>
          </a:p>
          <a:p>
            <a:pPr lvl="4"/>
            <a:r>
              <a:rPr lang="de-DE" dirty="0"/>
              <a:t>Welche Gestaltungsmöglichkeiten habe ich?</a:t>
            </a:r>
          </a:p>
          <a:p>
            <a:pPr lvl="2"/>
            <a:endParaRPr lang="de-DE" dirty="0"/>
          </a:p>
        </p:txBody>
      </p:sp>
      <p:pic>
        <p:nvPicPr>
          <p:cNvPr id="5" name="Grafik 4">
            <a:extLst>
              <a:ext uri="{FF2B5EF4-FFF2-40B4-BE49-F238E27FC236}">
                <a16:creationId xmlns:a16="http://schemas.microsoft.com/office/drawing/2014/main" id="{BF7447BD-2454-46A5-963F-D442F08FA5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6467" y="1681132"/>
            <a:ext cx="1076780" cy="1443263"/>
          </a:xfrm>
          <a:prstGeom prst="rect">
            <a:avLst/>
          </a:prstGeom>
        </p:spPr>
      </p:pic>
    </p:spTree>
    <p:extLst>
      <p:ext uri="{BB962C8B-B14F-4D97-AF65-F5344CB8AC3E}">
        <p14:creationId xmlns:p14="http://schemas.microsoft.com/office/powerpoint/2010/main" val="36293821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Elektronische Krankenakte </a:t>
            </a:r>
            <a:br>
              <a:rPr lang="de-DE" dirty="0"/>
            </a:br>
            <a:r>
              <a:rPr lang="de-DE" dirty="0"/>
              <a:t>Übung</a:t>
            </a:r>
          </a:p>
        </p:txBody>
      </p:sp>
      <p:pic>
        <p:nvPicPr>
          <p:cNvPr id="4" name="Grafik 3">
            <a:extLst>
              <a:ext uri="{FF2B5EF4-FFF2-40B4-BE49-F238E27FC236}">
                <a16:creationId xmlns:a16="http://schemas.microsoft.com/office/drawing/2014/main" id="{0AEB2726-CD26-4AE3-B21B-1B6580EA90DE}"/>
              </a:ext>
            </a:extLst>
          </p:cNvPr>
          <p:cNvPicPr>
            <a:picLocks noChangeAspect="1"/>
          </p:cNvPicPr>
          <p:nvPr/>
        </p:nvPicPr>
        <p:blipFill>
          <a:blip r:embed="rId2"/>
          <a:stretch>
            <a:fillRect/>
          </a:stretch>
        </p:blipFill>
        <p:spPr>
          <a:xfrm>
            <a:off x="7896251" y="1646238"/>
            <a:ext cx="3690354" cy="2111884"/>
          </a:xfrm>
          <a:prstGeom prst="rect">
            <a:avLst/>
          </a:prstGeom>
        </p:spPr>
      </p:pic>
      <p:pic>
        <p:nvPicPr>
          <p:cNvPr id="5" name="Grafik 4">
            <a:extLst>
              <a:ext uri="{FF2B5EF4-FFF2-40B4-BE49-F238E27FC236}">
                <a16:creationId xmlns:a16="http://schemas.microsoft.com/office/drawing/2014/main" id="{0DF7590B-132E-408E-8948-123849834DF8}"/>
              </a:ext>
            </a:extLst>
          </p:cNvPr>
          <p:cNvPicPr>
            <a:picLocks noChangeAspect="1"/>
          </p:cNvPicPr>
          <p:nvPr/>
        </p:nvPicPr>
        <p:blipFill>
          <a:blip r:embed="rId3"/>
          <a:stretch>
            <a:fillRect/>
          </a:stretch>
        </p:blipFill>
        <p:spPr>
          <a:xfrm>
            <a:off x="5062009" y="1649432"/>
            <a:ext cx="2514666" cy="620502"/>
          </a:xfrm>
          <a:prstGeom prst="rect">
            <a:avLst/>
          </a:prstGeom>
        </p:spPr>
      </p:pic>
      <p:pic>
        <p:nvPicPr>
          <p:cNvPr id="6" name="Grafik 5">
            <a:extLst>
              <a:ext uri="{FF2B5EF4-FFF2-40B4-BE49-F238E27FC236}">
                <a16:creationId xmlns:a16="http://schemas.microsoft.com/office/drawing/2014/main" id="{35588E5B-B2BA-4EA6-A37F-A23C532CD9F2}"/>
              </a:ext>
            </a:extLst>
          </p:cNvPr>
          <p:cNvPicPr>
            <a:picLocks noChangeAspect="1"/>
          </p:cNvPicPr>
          <p:nvPr/>
        </p:nvPicPr>
        <p:blipFill>
          <a:blip r:embed="rId4"/>
          <a:stretch>
            <a:fillRect/>
          </a:stretch>
        </p:blipFill>
        <p:spPr>
          <a:xfrm>
            <a:off x="5046768" y="2380962"/>
            <a:ext cx="2509223" cy="783792"/>
          </a:xfrm>
          <a:prstGeom prst="rect">
            <a:avLst/>
          </a:prstGeom>
        </p:spPr>
      </p:pic>
      <p:pic>
        <p:nvPicPr>
          <p:cNvPr id="7" name="Grafik 6">
            <a:extLst>
              <a:ext uri="{FF2B5EF4-FFF2-40B4-BE49-F238E27FC236}">
                <a16:creationId xmlns:a16="http://schemas.microsoft.com/office/drawing/2014/main" id="{FCB61124-6366-4C34-97D8-A50EC8661C1B}"/>
              </a:ext>
            </a:extLst>
          </p:cNvPr>
          <p:cNvPicPr>
            <a:picLocks noChangeAspect="1"/>
          </p:cNvPicPr>
          <p:nvPr/>
        </p:nvPicPr>
        <p:blipFill>
          <a:blip r:embed="rId5"/>
          <a:stretch>
            <a:fillRect/>
          </a:stretch>
        </p:blipFill>
        <p:spPr>
          <a:xfrm>
            <a:off x="5062009" y="3273378"/>
            <a:ext cx="2530995" cy="767463"/>
          </a:xfrm>
          <a:prstGeom prst="rect">
            <a:avLst/>
          </a:prstGeom>
        </p:spPr>
      </p:pic>
      <p:pic>
        <p:nvPicPr>
          <p:cNvPr id="8" name="Grafik 7">
            <a:extLst>
              <a:ext uri="{FF2B5EF4-FFF2-40B4-BE49-F238E27FC236}">
                <a16:creationId xmlns:a16="http://schemas.microsoft.com/office/drawing/2014/main" id="{CB37A155-42E5-42F0-BE6A-B205488F7A0C}"/>
              </a:ext>
            </a:extLst>
          </p:cNvPr>
          <p:cNvPicPr>
            <a:picLocks noChangeAspect="1"/>
          </p:cNvPicPr>
          <p:nvPr/>
        </p:nvPicPr>
        <p:blipFill>
          <a:blip r:embed="rId6"/>
          <a:stretch>
            <a:fillRect/>
          </a:stretch>
        </p:blipFill>
        <p:spPr>
          <a:xfrm>
            <a:off x="5062009" y="4149465"/>
            <a:ext cx="2520109" cy="767463"/>
          </a:xfrm>
          <a:prstGeom prst="rect">
            <a:avLst/>
          </a:prstGeom>
        </p:spPr>
      </p:pic>
      <p:pic>
        <p:nvPicPr>
          <p:cNvPr id="9" name="Grafik 8">
            <a:extLst>
              <a:ext uri="{FF2B5EF4-FFF2-40B4-BE49-F238E27FC236}">
                <a16:creationId xmlns:a16="http://schemas.microsoft.com/office/drawing/2014/main" id="{F07A5737-0D64-4705-8B9C-A01F2F1F9B91}"/>
              </a:ext>
            </a:extLst>
          </p:cNvPr>
          <p:cNvPicPr>
            <a:picLocks noChangeAspect="1"/>
          </p:cNvPicPr>
          <p:nvPr/>
        </p:nvPicPr>
        <p:blipFill>
          <a:blip r:embed="rId7"/>
          <a:stretch>
            <a:fillRect/>
          </a:stretch>
        </p:blipFill>
        <p:spPr>
          <a:xfrm>
            <a:off x="7896251" y="4149465"/>
            <a:ext cx="2558210" cy="1496825"/>
          </a:xfrm>
          <a:prstGeom prst="rect">
            <a:avLst/>
          </a:prstGeom>
        </p:spPr>
      </p:pic>
      <p:sp>
        <p:nvSpPr>
          <p:cNvPr id="10" name="Inhaltsplatzhalter 5">
            <a:extLst>
              <a:ext uri="{FF2B5EF4-FFF2-40B4-BE49-F238E27FC236}">
                <a16:creationId xmlns:a16="http://schemas.microsoft.com/office/drawing/2014/main" id="{CABC17C7-994C-4FD5-A004-E8FDAEC4FA39}"/>
              </a:ext>
            </a:extLst>
          </p:cNvPr>
          <p:cNvSpPr>
            <a:spLocks noGrp="1"/>
          </p:cNvSpPr>
          <p:nvPr>
            <p:ph idx="1"/>
          </p:nvPr>
        </p:nvSpPr>
        <p:spPr>
          <a:xfrm>
            <a:off x="160867" y="1825625"/>
            <a:ext cx="4681099" cy="4351338"/>
          </a:xfrm>
        </p:spPr>
        <p:txBody>
          <a:bodyPr>
            <a:normAutofit fontScale="55000" lnSpcReduction="20000"/>
          </a:bodyPr>
          <a:lstStyle/>
          <a:p>
            <a:r>
              <a:rPr lang="de-DE" dirty="0"/>
              <a:t>Gegeben sind die Tabellen</a:t>
            </a:r>
            <a:r>
              <a:rPr lang="de-DE" dirty="0">
                <a:sym typeface="Wingdings" panose="05000000000000000000" pitchFamily="2" charset="2"/>
              </a:rPr>
              <a:t></a:t>
            </a:r>
          </a:p>
          <a:p>
            <a:r>
              <a:rPr lang="de-DE" dirty="0">
                <a:sym typeface="Wingdings" panose="05000000000000000000" pitchFamily="2" charset="2"/>
              </a:rPr>
              <a:t>Zeichnen Sie zum Sachverhalt ein ERD und das Relationale Datenbankmodell vorerst in DIA</a:t>
            </a:r>
          </a:p>
          <a:p>
            <a:r>
              <a:rPr lang="de-DE" dirty="0">
                <a:sym typeface="Wingdings" panose="05000000000000000000" pitchFamily="2" charset="2"/>
              </a:rPr>
              <a:t>Übernehmen Sie anschließend die Tabellen in ACCESS</a:t>
            </a:r>
          </a:p>
          <a:p>
            <a:r>
              <a:rPr lang="de-DE" dirty="0">
                <a:sym typeface="Wingdings" panose="05000000000000000000" pitchFamily="2" charset="2"/>
              </a:rPr>
              <a:t>Erstellen Sie die Beziehungen in ACCESS</a:t>
            </a:r>
          </a:p>
          <a:p>
            <a:r>
              <a:rPr lang="de-DE" dirty="0">
                <a:sym typeface="Wingdings" panose="05000000000000000000" pitchFamily="2" charset="2"/>
              </a:rPr>
              <a:t>Erstellen Sie 3 sinnvolle Formulare  mit folgenden Anforderungen:</a:t>
            </a:r>
          </a:p>
          <a:p>
            <a:pPr lvl="1"/>
            <a:r>
              <a:rPr lang="de-DE" dirty="0">
                <a:sym typeface="Wingdings" panose="05000000000000000000" pitchFamily="2" charset="2"/>
              </a:rPr>
              <a:t>Benutzerfreundlichkeit gewährleistet mithilfe von Buttons wie:</a:t>
            </a:r>
          </a:p>
          <a:p>
            <a:pPr lvl="2"/>
            <a:r>
              <a:rPr lang="de-DE" dirty="0">
                <a:sym typeface="Wingdings" panose="05000000000000000000" pitchFamily="2" charset="2"/>
              </a:rPr>
              <a:t>Vor und Zurück</a:t>
            </a:r>
          </a:p>
          <a:p>
            <a:pPr lvl="2"/>
            <a:r>
              <a:rPr lang="de-DE" dirty="0">
                <a:sym typeface="Wingdings" panose="05000000000000000000" pitchFamily="2" charset="2"/>
              </a:rPr>
              <a:t>Drucken</a:t>
            </a:r>
          </a:p>
          <a:p>
            <a:pPr lvl="2"/>
            <a:r>
              <a:rPr lang="de-DE" dirty="0">
                <a:sym typeface="Wingdings" panose="05000000000000000000" pitchFamily="2" charset="2"/>
              </a:rPr>
              <a:t>Suchen</a:t>
            </a:r>
          </a:p>
          <a:p>
            <a:pPr lvl="1"/>
            <a:r>
              <a:rPr lang="de-DE" dirty="0">
                <a:sym typeface="Wingdings" panose="05000000000000000000" pitchFamily="2" charset="2"/>
              </a:rPr>
              <a:t>Verknüpfte Tabellen</a:t>
            </a:r>
          </a:p>
          <a:p>
            <a:r>
              <a:rPr lang="de-DE" dirty="0">
                <a:sym typeface="Wingdings" panose="05000000000000000000" pitchFamily="2" charset="2"/>
              </a:rPr>
              <a:t>Erstellen Sie einen Beleg, der zum Beispiel über ein Formular gedruckt werden kann</a:t>
            </a:r>
            <a:endParaRPr lang="de-DE" dirty="0"/>
          </a:p>
        </p:txBody>
      </p:sp>
      <p:sp>
        <p:nvSpPr>
          <p:cNvPr id="12" name="Textfeld 11">
            <a:extLst>
              <a:ext uri="{FF2B5EF4-FFF2-40B4-BE49-F238E27FC236}">
                <a16:creationId xmlns:a16="http://schemas.microsoft.com/office/drawing/2014/main" id="{28328EE3-7F84-47F9-87A0-089FFC06D98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11" name="Grafik 10">
            <a:extLst>
              <a:ext uri="{FF2B5EF4-FFF2-40B4-BE49-F238E27FC236}">
                <a16:creationId xmlns:a16="http://schemas.microsoft.com/office/drawing/2014/main" id="{F70E3571-362B-425A-B27F-9550F03AB84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681894" y="141288"/>
            <a:ext cx="1076780" cy="1443263"/>
          </a:xfrm>
          <a:prstGeom prst="rect">
            <a:avLst/>
          </a:prstGeom>
        </p:spPr>
      </p:pic>
    </p:spTree>
    <p:extLst>
      <p:ext uri="{BB962C8B-B14F-4D97-AF65-F5344CB8AC3E}">
        <p14:creationId xmlns:p14="http://schemas.microsoft.com/office/powerpoint/2010/main" val="35258255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Import über CSV-Übung</a:t>
            </a:r>
            <a:br>
              <a:rPr lang="de-DE" dirty="0"/>
            </a:br>
            <a:r>
              <a:rPr lang="de-DE" dirty="0"/>
              <a:t>Übung</a:t>
            </a:r>
          </a:p>
        </p:txBody>
      </p:sp>
      <p:pic>
        <p:nvPicPr>
          <p:cNvPr id="12" name="Inhaltsplatzhalter 7">
            <a:extLst>
              <a:ext uri="{FF2B5EF4-FFF2-40B4-BE49-F238E27FC236}">
                <a16:creationId xmlns:a16="http://schemas.microsoft.com/office/drawing/2014/main" id="{C50E62FB-007D-4004-8F12-044E3E185A50}"/>
              </a:ext>
            </a:extLst>
          </p:cNvPr>
          <p:cNvPicPr>
            <a:picLocks noGrp="1" noChangeAspect="1"/>
          </p:cNvPicPr>
          <p:nvPr>
            <p:ph idx="1"/>
          </p:nvPr>
        </p:nvPicPr>
        <p:blipFill>
          <a:blip r:embed="rId2"/>
          <a:stretch>
            <a:fillRect/>
          </a:stretch>
        </p:blipFill>
        <p:spPr>
          <a:xfrm>
            <a:off x="5723785" y="1891962"/>
            <a:ext cx="5276535" cy="3803650"/>
          </a:xfrm>
          <a:prstGeom prst="rect">
            <a:avLst/>
          </a:prstGeom>
        </p:spPr>
      </p:pic>
      <p:sp>
        <p:nvSpPr>
          <p:cNvPr id="13" name="Textplatzhalter 2">
            <a:extLst>
              <a:ext uri="{FF2B5EF4-FFF2-40B4-BE49-F238E27FC236}">
                <a16:creationId xmlns:a16="http://schemas.microsoft.com/office/drawing/2014/main" id="{1A81A16F-783F-4D91-8C4A-B514031F1C81}"/>
              </a:ext>
            </a:extLst>
          </p:cNvPr>
          <p:cNvSpPr txBox="1">
            <a:spLocks/>
          </p:cNvSpPr>
          <p:nvPr/>
        </p:nvSpPr>
        <p:spPr>
          <a:xfrm>
            <a:off x="839788" y="2057400"/>
            <a:ext cx="3932237" cy="3811588"/>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Finden Sie die 100 häufigsten Krankheiten in Form der ICD-Codes</a:t>
            </a:r>
          </a:p>
          <a:p>
            <a:r>
              <a:rPr lang="de-DE"/>
              <a:t>Speichern Sie die Daten in einem csv (Excel) Dokument ab</a:t>
            </a:r>
          </a:p>
          <a:p>
            <a:r>
              <a:rPr lang="de-DE"/>
              <a:t>Import der Daten ins Access</a:t>
            </a:r>
          </a:p>
          <a:p>
            <a:pPr lvl="1"/>
            <a:r>
              <a:rPr lang="de-DE"/>
              <a:t>Externe Daten </a:t>
            </a:r>
            <a:r>
              <a:rPr lang="de-DE">
                <a:sym typeface="Wingdings" panose="05000000000000000000" pitchFamily="2" charset="2"/>
              </a:rPr>
              <a:t> Neue Datenquelle (csv)</a:t>
            </a:r>
          </a:p>
          <a:p>
            <a:pPr lvl="1"/>
            <a:r>
              <a:rPr lang="de-DE">
                <a:sym typeface="Wingdings" panose="05000000000000000000" pitchFamily="2" charset="2"/>
              </a:rPr>
              <a:t>Zieltabelle auswählen</a:t>
            </a:r>
          </a:p>
          <a:p>
            <a:pPr lvl="1"/>
            <a:r>
              <a:rPr lang="de-DE">
                <a:sym typeface="Wingdings" panose="05000000000000000000" pitchFamily="2" charset="2"/>
              </a:rPr>
              <a:t>Datentypen beachten bzw. korrigieren</a:t>
            </a:r>
          </a:p>
          <a:p>
            <a:pPr lvl="1"/>
            <a:r>
              <a:rPr lang="de-DE">
                <a:sym typeface="Wingdings" panose="05000000000000000000" pitchFamily="2" charset="2"/>
              </a:rPr>
              <a:t>Primärschlüssel von Access vergeben</a:t>
            </a:r>
          </a:p>
          <a:p>
            <a:pPr lvl="1"/>
            <a:r>
              <a:rPr lang="de-DE">
                <a:sym typeface="Wingdings" panose="05000000000000000000" pitchFamily="2" charset="2"/>
              </a:rPr>
              <a:t>Daten nachbereiten</a:t>
            </a:r>
            <a:endParaRPr lang="de-DE" dirty="0"/>
          </a:p>
        </p:txBody>
      </p:sp>
      <p:sp>
        <p:nvSpPr>
          <p:cNvPr id="14" name="Rechteck 13">
            <a:extLst>
              <a:ext uri="{FF2B5EF4-FFF2-40B4-BE49-F238E27FC236}">
                <a16:creationId xmlns:a16="http://schemas.microsoft.com/office/drawing/2014/main" id="{2307FAB7-B1BB-4901-AB5F-783B291A5F05}"/>
              </a:ext>
            </a:extLst>
          </p:cNvPr>
          <p:cNvSpPr/>
          <p:nvPr/>
        </p:nvSpPr>
        <p:spPr>
          <a:xfrm>
            <a:off x="5723785" y="5741281"/>
            <a:ext cx="6096000" cy="400110"/>
          </a:xfrm>
          <a:prstGeom prst="rect">
            <a:avLst/>
          </a:prstGeom>
        </p:spPr>
        <p:txBody>
          <a:bodyPr>
            <a:spAutoFit/>
          </a:bodyPr>
          <a:lstStyle/>
          <a:p>
            <a:r>
              <a:rPr lang="de-DE" sz="1000" dirty="0"/>
              <a:t>Quelle: </a:t>
            </a:r>
            <a:r>
              <a:rPr lang="de-DE" sz="1000" dirty="0">
                <a:hlinkClick r:id="rId3"/>
              </a:rPr>
              <a:t>https://www.kvno.de/fileadmin/shared/pdf/online/verordnungen/morbiditaetsstatistik/100icd_20-3.pdf?v=1636545602</a:t>
            </a:r>
            <a:r>
              <a:rPr lang="de-DE" sz="1000" dirty="0"/>
              <a:t> abgerufen am 23.01.2024</a:t>
            </a:r>
          </a:p>
        </p:txBody>
      </p:sp>
      <p:sp>
        <p:nvSpPr>
          <p:cNvPr id="7" name="Textfeld 6">
            <a:extLst>
              <a:ext uri="{FF2B5EF4-FFF2-40B4-BE49-F238E27FC236}">
                <a16:creationId xmlns:a16="http://schemas.microsoft.com/office/drawing/2014/main" id="{93A529EF-798E-44E8-8AFB-1B4DB8B7665C}"/>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63D7987C-E6F0-4427-A972-2FCF7E6138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36435" y="261824"/>
            <a:ext cx="1076780" cy="1443263"/>
          </a:xfrm>
          <a:prstGeom prst="rect">
            <a:avLst/>
          </a:prstGeom>
        </p:spPr>
      </p:pic>
    </p:spTree>
    <p:extLst>
      <p:ext uri="{BB962C8B-B14F-4D97-AF65-F5344CB8AC3E}">
        <p14:creationId xmlns:p14="http://schemas.microsoft.com/office/powerpoint/2010/main" val="11374112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Navigationsformular</a:t>
            </a:r>
            <a:br>
              <a:rPr lang="de-DE" dirty="0"/>
            </a:br>
            <a:r>
              <a:rPr lang="de-DE" dirty="0"/>
              <a:t>Übung</a:t>
            </a:r>
          </a:p>
        </p:txBody>
      </p:sp>
      <p:pic>
        <p:nvPicPr>
          <p:cNvPr id="7" name="Inhaltsplatzhalter 8">
            <a:extLst>
              <a:ext uri="{FF2B5EF4-FFF2-40B4-BE49-F238E27FC236}">
                <a16:creationId xmlns:a16="http://schemas.microsoft.com/office/drawing/2014/main" id="{5F532131-7982-4297-8723-B537FF69211E}"/>
              </a:ext>
            </a:extLst>
          </p:cNvPr>
          <p:cNvPicPr>
            <a:picLocks noGrp="1" noChangeAspect="1"/>
          </p:cNvPicPr>
          <p:nvPr>
            <p:ph idx="1"/>
          </p:nvPr>
        </p:nvPicPr>
        <p:blipFill>
          <a:blip r:embed="rId2"/>
          <a:stretch>
            <a:fillRect/>
          </a:stretch>
        </p:blipFill>
        <p:spPr>
          <a:xfrm>
            <a:off x="6096000" y="2042637"/>
            <a:ext cx="5857033" cy="3803650"/>
          </a:xfrm>
          <a:prstGeom prst="rect">
            <a:avLst/>
          </a:prstGeom>
        </p:spPr>
      </p:pic>
      <p:sp>
        <p:nvSpPr>
          <p:cNvPr id="10" name="Textplatzhalter 3">
            <a:extLst>
              <a:ext uri="{FF2B5EF4-FFF2-40B4-BE49-F238E27FC236}">
                <a16:creationId xmlns:a16="http://schemas.microsoft.com/office/drawing/2014/main" id="{5BDBAE5A-4BE3-4657-AA02-12B53D192CFD}"/>
              </a:ext>
            </a:extLst>
          </p:cNvPr>
          <p:cNvSpPr txBox="1">
            <a:spLocks/>
          </p:cNvSpPr>
          <p:nvPr/>
        </p:nvSpPr>
        <p:spPr>
          <a:xfrm>
            <a:off x="269945" y="1820939"/>
            <a:ext cx="4156281" cy="4025348"/>
          </a:xfrm>
          <a:prstGeom prst="rect">
            <a:avLst/>
          </a:prstGeom>
          <a:solidFill>
            <a:schemeClr val="accent6">
              <a:lumMod val="40000"/>
              <a:lumOff val="6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de-DE" sz="2400" dirty="0"/>
              <a:t>Formular erstellen für Navigation mit horizontalen Registerkarten</a:t>
            </a:r>
          </a:p>
          <a:p>
            <a:pPr marL="342900" indent="-342900">
              <a:buFont typeface="+mj-lt"/>
              <a:buAutoNum type="arabicPeriod"/>
            </a:pPr>
            <a:r>
              <a:rPr lang="de-DE" sz="2400" dirty="0"/>
              <a:t>existierende Formulare per </a:t>
            </a:r>
            <a:r>
              <a:rPr lang="de-DE" sz="2400" dirty="0" err="1"/>
              <a:t>drag</a:t>
            </a:r>
            <a:r>
              <a:rPr lang="de-DE" sz="2400" dirty="0"/>
              <a:t> &amp; </a:t>
            </a:r>
            <a:r>
              <a:rPr lang="de-DE" sz="2400" dirty="0" err="1"/>
              <a:t>drop</a:t>
            </a:r>
            <a:r>
              <a:rPr lang="de-DE" sz="2400" dirty="0"/>
              <a:t> in das Register ziehen</a:t>
            </a:r>
          </a:p>
          <a:p>
            <a:pPr marL="342900" indent="-342900">
              <a:buFont typeface="+mj-lt"/>
              <a:buAutoNum type="arabicPeriod"/>
            </a:pPr>
            <a:r>
              <a:rPr lang="de-DE" sz="2400" dirty="0"/>
              <a:t>Datei </a:t>
            </a:r>
            <a:r>
              <a:rPr lang="de-DE" sz="2400" dirty="0">
                <a:sym typeface="Wingdings" panose="05000000000000000000" pitchFamily="2" charset="2"/>
              </a:rPr>
              <a:t> Optionen  unter Formular-Anzeigen das Navigationsformular wählen</a:t>
            </a:r>
            <a:endParaRPr lang="de-DE" sz="2400" dirty="0"/>
          </a:p>
        </p:txBody>
      </p:sp>
      <p:pic>
        <p:nvPicPr>
          <p:cNvPr id="11" name="Grafik 10">
            <a:extLst>
              <a:ext uri="{FF2B5EF4-FFF2-40B4-BE49-F238E27FC236}">
                <a16:creationId xmlns:a16="http://schemas.microsoft.com/office/drawing/2014/main" id="{400515C7-BDE0-4EA6-AD15-CD541A567A90}"/>
              </a:ext>
            </a:extLst>
          </p:cNvPr>
          <p:cNvPicPr>
            <a:picLocks noChangeAspect="1"/>
          </p:cNvPicPr>
          <p:nvPr/>
        </p:nvPicPr>
        <p:blipFill>
          <a:blip r:embed="rId3"/>
          <a:stretch>
            <a:fillRect/>
          </a:stretch>
        </p:blipFill>
        <p:spPr>
          <a:xfrm>
            <a:off x="4150703" y="1056884"/>
            <a:ext cx="4914590" cy="1014858"/>
          </a:xfrm>
          <a:prstGeom prst="rect">
            <a:avLst/>
          </a:prstGeom>
        </p:spPr>
      </p:pic>
      <p:pic>
        <p:nvPicPr>
          <p:cNvPr id="12" name="Grafik 11">
            <a:extLst>
              <a:ext uri="{FF2B5EF4-FFF2-40B4-BE49-F238E27FC236}">
                <a16:creationId xmlns:a16="http://schemas.microsoft.com/office/drawing/2014/main" id="{77E033EB-A2FF-4A84-95C6-1592AF95AB9D}"/>
              </a:ext>
            </a:extLst>
          </p:cNvPr>
          <p:cNvPicPr>
            <a:picLocks noChangeAspect="1"/>
          </p:cNvPicPr>
          <p:nvPr/>
        </p:nvPicPr>
        <p:blipFill>
          <a:blip r:embed="rId4"/>
          <a:stretch>
            <a:fillRect/>
          </a:stretch>
        </p:blipFill>
        <p:spPr>
          <a:xfrm>
            <a:off x="4426226" y="3334432"/>
            <a:ext cx="3987035" cy="1647929"/>
          </a:xfrm>
          <a:prstGeom prst="rect">
            <a:avLst/>
          </a:prstGeom>
        </p:spPr>
      </p:pic>
      <p:sp>
        <p:nvSpPr>
          <p:cNvPr id="9" name="Textfeld 8">
            <a:extLst>
              <a:ext uri="{FF2B5EF4-FFF2-40B4-BE49-F238E27FC236}">
                <a16:creationId xmlns:a16="http://schemas.microsoft.com/office/drawing/2014/main" id="{8EF65934-84D5-47F7-BC61-E3A502CB7DED}"/>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4DB4EF19-A294-4D02-BDB1-388E59CFC3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84826" y="2058372"/>
            <a:ext cx="962009" cy="1289430"/>
          </a:xfrm>
          <a:prstGeom prst="rect">
            <a:avLst/>
          </a:prstGeom>
        </p:spPr>
      </p:pic>
    </p:spTree>
    <p:extLst>
      <p:ext uri="{BB962C8B-B14F-4D97-AF65-F5344CB8AC3E}">
        <p14:creationId xmlns:p14="http://schemas.microsoft.com/office/powerpoint/2010/main" val="8576739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Zusammenfassung</a:t>
            </a:r>
          </a:p>
        </p:txBody>
      </p:sp>
      <p:pic>
        <p:nvPicPr>
          <p:cNvPr id="8" name="Inhaltsplatzhalter 7">
            <a:extLst>
              <a:ext uri="{FF2B5EF4-FFF2-40B4-BE49-F238E27FC236}">
                <a16:creationId xmlns:a16="http://schemas.microsoft.com/office/drawing/2014/main" id="{9DB4A80E-C1B1-4696-BF00-1437F116E479}"/>
              </a:ext>
            </a:extLst>
          </p:cNvPr>
          <p:cNvPicPr>
            <a:picLocks noGrp="1"/>
          </p:cNvPicPr>
          <p:nvPr>
            <p:ph idx="1"/>
          </p:nvPr>
        </p:nvPicPr>
        <p:blipFill rotWithShape="1">
          <a:blip r:embed="rId2"/>
          <a:stretch/>
        </p:blipFill>
        <p:spPr>
          <a:xfrm>
            <a:off x="5183188" y="2107565"/>
            <a:ext cx="6172200" cy="3703319"/>
          </a:xfrm>
          <a:prstGeom prst="rect">
            <a:avLst/>
          </a:prstGeom>
        </p:spPr>
      </p:pic>
      <p:sp>
        <p:nvSpPr>
          <p:cNvPr id="9" name="Textplatzhalter 2">
            <a:extLst>
              <a:ext uri="{FF2B5EF4-FFF2-40B4-BE49-F238E27FC236}">
                <a16:creationId xmlns:a16="http://schemas.microsoft.com/office/drawing/2014/main" id="{26C83483-3E5E-4902-A6A6-59030786C032}"/>
              </a:ext>
            </a:extLst>
          </p:cNvPr>
          <p:cNvSpPr txBox="1">
            <a:spLocks/>
          </p:cNvSpPr>
          <p:nvPr/>
        </p:nvSpPr>
        <p:spPr>
          <a:xfrm>
            <a:off x="839788" y="2057400"/>
            <a:ext cx="3932237" cy="3811588"/>
          </a:xfrm>
          <a:prstGeom prst="rect">
            <a:avLst/>
          </a:prstGeom>
          <a:solidFill>
            <a:schemeClr val="accent5">
              <a:lumMod val="40000"/>
              <a:lumOff val="60000"/>
            </a:schemeClr>
          </a:solidFill>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de-DE"/>
              <a:t>Tabelle hat einen eindeutigen Namen</a:t>
            </a:r>
          </a:p>
          <a:p>
            <a:pPr>
              <a:buFont typeface="Wingdings" panose="05000000000000000000" pitchFamily="2" charset="2"/>
              <a:buChar char="ü"/>
            </a:pPr>
            <a:r>
              <a:rPr lang="de-DE"/>
              <a:t>= Menge von Informationen zu </a:t>
            </a:r>
            <a:r>
              <a:rPr lang="de-DE" u="sng"/>
              <a:t>einer</a:t>
            </a:r>
            <a:r>
              <a:rPr lang="de-DE"/>
              <a:t> bestimmten Gruppe</a:t>
            </a:r>
          </a:p>
          <a:p>
            <a:pPr>
              <a:buFont typeface="Wingdings" panose="05000000000000000000" pitchFamily="2" charset="2"/>
              <a:buChar char="ü"/>
            </a:pPr>
            <a:r>
              <a:rPr lang="de-DE"/>
              <a:t>Entität </a:t>
            </a:r>
            <a:r>
              <a:rPr lang="de-DE" u="sng"/>
              <a:t>hat</a:t>
            </a:r>
            <a:r>
              <a:rPr lang="de-DE"/>
              <a:t> notwendige Eigenschaften (</a:t>
            </a:r>
            <a:r>
              <a:rPr lang="de-DE" b="1"/>
              <a:t>Attribut</a:t>
            </a:r>
            <a:r>
              <a:rPr lang="de-DE"/>
              <a:t>)</a:t>
            </a:r>
          </a:p>
          <a:p>
            <a:pPr>
              <a:buFont typeface="Wingdings" panose="05000000000000000000" pitchFamily="2" charset="2"/>
              <a:buChar char="ü"/>
            </a:pPr>
            <a:r>
              <a:rPr lang="de-DE"/>
              <a:t>Ein Attribut ist der </a:t>
            </a:r>
            <a:r>
              <a:rPr lang="de-DE" b="1"/>
              <a:t>Primärschlüssel</a:t>
            </a:r>
            <a:endParaRPr lang="de-DE"/>
          </a:p>
          <a:p>
            <a:pPr>
              <a:buFont typeface="Wingdings" panose="05000000000000000000" pitchFamily="2" charset="2"/>
              <a:buChar char="ü"/>
            </a:pPr>
            <a:r>
              <a:rPr lang="de-DE"/>
              <a:t>Jedes Attribut hat einen </a:t>
            </a:r>
            <a:r>
              <a:rPr lang="de-DE" b="1"/>
              <a:t>Datentyp</a:t>
            </a:r>
            <a:endParaRPr lang="de-DE"/>
          </a:p>
          <a:p>
            <a:pPr>
              <a:buFont typeface="Wingdings" panose="05000000000000000000" pitchFamily="2" charset="2"/>
              <a:buChar char="ü"/>
            </a:pPr>
            <a:r>
              <a:rPr lang="de-DE"/>
              <a:t>Bestimmte Attribute haben eine </a:t>
            </a:r>
            <a:r>
              <a:rPr lang="de-DE" b="1"/>
              <a:t>muss</a:t>
            </a:r>
            <a:r>
              <a:rPr lang="de-DE"/>
              <a:t> Eigenschaft, d.h. sie müssen erfasst werden, um den Datensatz speichern zu können</a:t>
            </a:r>
            <a:endParaRPr lang="de-DE" dirty="0"/>
          </a:p>
        </p:txBody>
      </p:sp>
      <p:sp>
        <p:nvSpPr>
          <p:cNvPr id="6" name="Textfeld 5">
            <a:extLst>
              <a:ext uri="{FF2B5EF4-FFF2-40B4-BE49-F238E27FC236}">
                <a16:creationId xmlns:a16="http://schemas.microsoft.com/office/drawing/2014/main" id="{CDFA565B-535A-49D2-A3BB-07F5478DAA1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8152453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lstStyle/>
          <a:p>
            <a:r>
              <a:rPr lang="de-DE" dirty="0"/>
              <a:t>Übung Datenbank KFZ</a:t>
            </a:r>
          </a:p>
        </p:txBody>
      </p:sp>
      <p:sp>
        <p:nvSpPr>
          <p:cNvPr id="9" name="Textplatzhalter 2">
            <a:extLst>
              <a:ext uri="{FF2B5EF4-FFF2-40B4-BE49-F238E27FC236}">
                <a16:creationId xmlns:a16="http://schemas.microsoft.com/office/drawing/2014/main" id="{D8611396-604E-4031-BA8B-8D0C94335ADE}"/>
              </a:ext>
            </a:extLst>
          </p:cNvPr>
          <p:cNvSpPr txBox="1">
            <a:spLocks/>
          </p:cNvSpPr>
          <p:nvPr/>
        </p:nvSpPr>
        <p:spPr>
          <a:xfrm>
            <a:off x="160867" y="1646238"/>
            <a:ext cx="4325461" cy="3811588"/>
          </a:xfrm>
          <a:prstGeom prst="rect">
            <a:avLst/>
          </a:prstGeom>
          <a:solidFill>
            <a:schemeClr val="accent6">
              <a:lumMod val="40000"/>
              <a:lumOff val="60000"/>
            </a:schemeClr>
          </a:solidFill>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a:t>Ein Großhandel liefert </a:t>
            </a:r>
            <a:r>
              <a:rPr lang="de-DE" b="1"/>
              <a:t>AUFTRÄGE </a:t>
            </a:r>
            <a:r>
              <a:rPr lang="de-DE"/>
              <a:t>(Bestelldatum), verschiedener </a:t>
            </a:r>
            <a:r>
              <a:rPr lang="de-DE" b="1"/>
              <a:t>KUNDEN</a:t>
            </a:r>
            <a:r>
              <a:rPr lang="de-DE"/>
              <a:t> (Name, Straße, PLZ, Telefon, E-Mail, Website) mit bestimmten </a:t>
            </a:r>
            <a:r>
              <a:rPr lang="de-DE" b="1"/>
              <a:t>ARTIKELn </a:t>
            </a:r>
            <a:r>
              <a:rPr lang="de-DE"/>
              <a:t>(Artikel, Meldebestand, Lagerbestand, Stückpreis)</a:t>
            </a:r>
            <a:r>
              <a:rPr lang="de-DE" b="1"/>
              <a:t> </a:t>
            </a:r>
            <a:r>
              <a:rPr lang="de-DE"/>
              <a:t>in bestellter</a:t>
            </a:r>
            <a:r>
              <a:rPr lang="de-DE" b="1"/>
              <a:t> </a:t>
            </a:r>
            <a:r>
              <a:rPr lang="de-DE"/>
              <a:t>Menge</a:t>
            </a:r>
            <a:r>
              <a:rPr lang="de-DE" b="1"/>
              <a:t> </a:t>
            </a:r>
            <a:r>
              <a:rPr lang="de-DE"/>
              <a:t>aus.</a:t>
            </a:r>
          </a:p>
          <a:p>
            <a:pPr marL="0" indent="0">
              <a:buFont typeface="Arial" panose="020B0604020202020204" pitchFamily="34" charset="0"/>
              <a:buNone/>
            </a:pPr>
            <a:r>
              <a:rPr lang="de-DE"/>
              <a:t>Außerdem läuft im Großhandel derzeit eine Rabattaktion, so werden für einzelne Artikel Rabatte von 5 oder auch 10 Prozent gewährt.</a:t>
            </a:r>
          </a:p>
          <a:p>
            <a:pPr marL="0" indent="0">
              <a:buFont typeface="Arial" panose="020B0604020202020204" pitchFamily="34" charset="0"/>
              <a:buNone/>
            </a:pPr>
            <a:r>
              <a:rPr lang="de-DE"/>
              <a:t>Da Kunden auch in gleichen Orten wohnen können, wird eine Tabelle </a:t>
            </a:r>
            <a:r>
              <a:rPr lang="de-DE" b="1"/>
              <a:t>ORT </a:t>
            </a:r>
            <a:r>
              <a:rPr lang="de-DE"/>
              <a:t>(PLZ, Ort)</a:t>
            </a:r>
            <a:r>
              <a:rPr lang="de-DE" b="1"/>
              <a:t> </a:t>
            </a:r>
            <a:r>
              <a:rPr lang="de-DE"/>
              <a:t>empfohlen.</a:t>
            </a:r>
          </a:p>
          <a:p>
            <a:pPr marL="0" indent="0">
              <a:buFont typeface="Arial" panose="020B0604020202020204" pitchFamily="34" charset="0"/>
              <a:buNone/>
            </a:pPr>
            <a:r>
              <a:rPr lang="de-DE" b="1"/>
              <a:t>Erstellen Sie für diesen Sachverhalt das ERD.</a:t>
            </a:r>
            <a:endParaRPr lang="de-DE" b="1" dirty="0"/>
          </a:p>
        </p:txBody>
      </p:sp>
      <p:graphicFrame>
        <p:nvGraphicFramePr>
          <p:cNvPr id="13" name="Inhaltsplatzhalter 7">
            <a:extLst>
              <a:ext uri="{FF2B5EF4-FFF2-40B4-BE49-F238E27FC236}">
                <a16:creationId xmlns:a16="http://schemas.microsoft.com/office/drawing/2014/main" id="{C0AAB9BF-BED1-40B0-B9D4-DB52E156F861}"/>
              </a:ext>
            </a:extLst>
          </p:cNvPr>
          <p:cNvGraphicFramePr>
            <a:graphicFrameLocks/>
          </p:cNvGraphicFramePr>
          <p:nvPr>
            <p:extLst>
              <p:ext uri="{D42A27DB-BD31-4B8C-83A1-F6EECF244321}">
                <p14:modId xmlns:p14="http://schemas.microsoft.com/office/powerpoint/2010/main" val="2171746206"/>
              </p:ext>
            </p:extLst>
          </p:nvPr>
        </p:nvGraphicFramePr>
        <p:xfrm>
          <a:off x="5653485" y="1493590"/>
          <a:ext cx="4921750" cy="4456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feld 4">
            <a:extLst>
              <a:ext uri="{FF2B5EF4-FFF2-40B4-BE49-F238E27FC236}">
                <a16:creationId xmlns:a16="http://schemas.microsoft.com/office/drawing/2014/main" id="{CD452E8C-72C5-49A6-9B9C-B3BEB298CFE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6" name="Grafik 5">
            <a:extLst>
              <a:ext uri="{FF2B5EF4-FFF2-40B4-BE49-F238E27FC236}">
                <a16:creationId xmlns:a16="http://schemas.microsoft.com/office/drawing/2014/main" id="{6C60F3CF-EED2-4FD7-96E7-0867F540A33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54353" y="1646238"/>
            <a:ext cx="1076780" cy="1443263"/>
          </a:xfrm>
          <a:prstGeom prst="rect">
            <a:avLst/>
          </a:prstGeom>
        </p:spPr>
      </p:pic>
    </p:spTree>
    <p:extLst>
      <p:ext uri="{BB962C8B-B14F-4D97-AF65-F5344CB8AC3E}">
        <p14:creationId xmlns:p14="http://schemas.microsoft.com/office/powerpoint/2010/main" val="238811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Definition von Primär- und Sekundärschlüssel</a:t>
            </a:r>
          </a:p>
        </p:txBody>
      </p:sp>
      <p:graphicFrame>
        <p:nvGraphicFramePr>
          <p:cNvPr id="5" name="Inhaltsplatzhalter 7">
            <a:extLst>
              <a:ext uri="{FF2B5EF4-FFF2-40B4-BE49-F238E27FC236}">
                <a16:creationId xmlns:a16="http://schemas.microsoft.com/office/drawing/2014/main" id="{9B99E709-E508-4050-91CF-AD2D4963145D}"/>
              </a:ext>
            </a:extLst>
          </p:cNvPr>
          <p:cNvGraphicFramePr>
            <a:graphicFrameLocks/>
          </p:cNvGraphicFramePr>
          <p:nvPr>
            <p:extLst>
              <p:ext uri="{D42A27DB-BD31-4B8C-83A1-F6EECF244321}">
                <p14:modId xmlns:p14="http://schemas.microsoft.com/office/powerpoint/2010/main" val="3038209519"/>
              </p:ext>
            </p:extLst>
          </p:nvPr>
        </p:nvGraphicFramePr>
        <p:xfrm>
          <a:off x="255106" y="1303684"/>
          <a:ext cx="4409660" cy="48585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nhaltsplatzhalter 7">
            <a:extLst>
              <a:ext uri="{FF2B5EF4-FFF2-40B4-BE49-F238E27FC236}">
                <a16:creationId xmlns:a16="http://schemas.microsoft.com/office/drawing/2014/main" id="{AA0999E7-0398-4D68-8F88-63235930777D}"/>
              </a:ext>
            </a:extLst>
          </p:cNvPr>
          <p:cNvPicPr>
            <a:picLocks noGrp="1" noChangeAspect="1"/>
          </p:cNvPicPr>
          <p:nvPr>
            <p:ph idx="1"/>
          </p:nvPr>
        </p:nvPicPr>
        <p:blipFill>
          <a:blip r:embed="rId7"/>
          <a:stretch>
            <a:fillRect/>
          </a:stretch>
        </p:blipFill>
        <p:spPr>
          <a:xfrm>
            <a:off x="5244479" y="2027289"/>
            <a:ext cx="6172200" cy="2803421"/>
          </a:xfrm>
          <a:prstGeom prst="rect">
            <a:avLst/>
          </a:prstGeom>
        </p:spPr>
      </p:pic>
      <p:sp>
        <p:nvSpPr>
          <p:cNvPr id="7" name="Textfeld 6">
            <a:extLst>
              <a:ext uri="{FF2B5EF4-FFF2-40B4-BE49-F238E27FC236}">
                <a16:creationId xmlns:a16="http://schemas.microsoft.com/office/drawing/2014/main" id="{E40316D0-F380-4833-A300-C9A8F418C47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8" name="Grafik 7">
            <a:extLst>
              <a:ext uri="{FF2B5EF4-FFF2-40B4-BE49-F238E27FC236}">
                <a16:creationId xmlns:a16="http://schemas.microsoft.com/office/drawing/2014/main" id="{0F94A000-2058-4A7C-A1C9-D092E84D20B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919612" y="3387447"/>
            <a:ext cx="1076780" cy="1443263"/>
          </a:xfrm>
          <a:prstGeom prst="rect">
            <a:avLst/>
          </a:prstGeom>
        </p:spPr>
      </p:pic>
    </p:spTree>
    <p:extLst>
      <p:ext uri="{BB962C8B-B14F-4D97-AF65-F5344CB8AC3E}">
        <p14:creationId xmlns:p14="http://schemas.microsoft.com/office/powerpoint/2010/main" val="340102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ERM</a:t>
            </a:r>
            <a:r>
              <a:rPr lang="de-DE" sz="3100" dirty="0">
                <a:sym typeface="Wingdings" panose="05000000000000000000" pitchFamily="2" charset="2"/>
              </a:rPr>
              <a:t>RDBM</a:t>
            </a:r>
            <a:endParaRPr lang="de-DE" sz="3100" dirty="0"/>
          </a:p>
        </p:txBody>
      </p:sp>
      <p:pic>
        <p:nvPicPr>
          <p:cNvPr id="7" name="Inhaltsplatzhalter 17">
            <a:extLst>
              <a:ext uri="{FF2B5EF4-FFF2-40B4-BE49-F238E27FC236}">
                <a16:creationId xmlns:a16="http://schemas.microsoft.com/office/drawing/2014/main" id="{79455833-0FC7-4DBF-A029-945D8FA57B71}"/>
              </a:ext>
            </a:extLst>
          </p:cNvPr>
          <p:cNvPicPr>
            <a:picLocks noGrp="1" noChangeAspect="1"/>
          </p:cNvPicPr>
          <p:nvPr>
            <p:ph idx="1"/>
          </p:nvPr>
        </p:nvPicPr>
        <p:blipFill>
          <a:blip r:embed="rId2"/>
          <a:stretch>
            <a:fillRect/>
          </a:stretch>
        </p:blipFill>
        <p:spPr>
          <a:xfrm>
            <a:off x="336287" y="1646238"/>
            <a:ext cx="4376027" cy="4454298"/>
          </a:xfrm>
          <a:prstGeom prst="rect">
            <a:avLst/>
          </a:prstGeom>
        </p:spPr>
      </p:pic>
      <p:pic>
        <p:nvPicPr>
          <p:cNvPr id="8" name="Grafik 7">
            <a:extLst>
              <a:ext uri="{FF2B5EF4-FFF2-40B4-BE49-F238E27FC236}">
                <a16:creationId xmlns:a16="http://schemas.microsoft.com/office/drawing/2014/main" id="{B6C65C4C-705F-4C9E-AE47-7B4721EEA0AF}"/>
              </a:ext>
            </a:extLst>
          </p:cNvPr>
          <p:cNvPicPr>
            <a:picLocks noChangeAspect="1"/>
          </p:cNvPicPr>
          <p:nvPr/>
        </p:nvPicPr>
        <p:blipFill>
          <a:blip r:embed="rId3"/>
          <a:stretch>
            <a:fillRect/>
          </a:stretch>
        </p:blipFill>
        <p:spPr>
          <a:xfrm>
            <a:off x="4887734" y="2191203"/>
            <a:ext cx="6259449" cy="2977321"/>
          </a:xfrm>
          <a:prstGeom prst="rect">
            <a:avLst/>
          </a:prstGeom>
        </p:spPr>
      </p:pic>
      <p:sp>
        <p:nvSpPr>
          <p:cNvPr id="5" name="Textfeld 4">
            <a:extLst>
              <a:ext uri="{FF2B5EF4-FFF2-40B4-BE49-F238E27FC236}">
                <a16:creationId xmlns:a16="http://schemas.microsoft.com/office/drawing/2014/main" id="{D3008162-3D13-49AE-A569-D6253522E8E0}"/>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6" name="Grafik 5">
            <a:extLst>
              <a:ext uri="{FF2B5EF4-FFF2-40B4-BE49-F238E27FC236}">
                <a16:creationId xmlns:a16="http://schemas.microsoft.com/office/drawing/2014/main" id="{F09FC689-286C-4C82-B117-2643FE8563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17753" y="316639"/>
            <a:ext cx="1076780" cy="1443263"/>
          </a:xfrm>
          <a:prstGeom prst="rect">
            <a:avLst/>
          </a:prstGeom>
        </p:spPr>
      </p:pic>
    </p:spTree>
    <p:extLst>
      <p:ext uri="{BB962C8B-B14F-4D97-AF65-F5344CB8AC3E}">
        <p14:creationId xmlns:p14="http://schemas.microsoft.com/office/powerpoint/2010/main" val="111064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ERM</a:t>
            </a:r>
            <a:r>
              <a:rPr lang="de-DE" sz="3100" dirty="0">
                <a:sym typeface="Wingdings" panose="05000000000000000000" pitchFamily="2" charset="2"/>
              </a:rPr>
              <a:t>RDBM - Umwandlung</a:t>
            </a:r>
            <a:endParaRPr lang="de-DE" sz="3100" dirty="0"/>
          </a:p>
        </p:txBody>
      </p:sp>
      <p:pic>
        <p:nvPicPr>
          <p:cNvPr id="7" name="Inhaltsplatzhalter 17">
            <a:extLst>
              <a:ext uri="{FF2B5EF4-FFF2-40B4-BE49-F238E27FC236}">
                <a16:creationId xmlns:a16="http://schemas.microsoft.com/office/drawing/2014/main" id="{79455833-0FC7-4DBF-A029-945D8FA57B71}"/>
              </a:ext>
            </a:extLst>
          </p:cNvPr>
          <p:cNvPicPr>
            <a:picLocks noGrp="1" noChangeAspect="1"/>
          </p:cNvPicPr>
          <p:nvPr>
            <p:ph idx="1"/>
          </p:nvPr>
        </p:nvPicPr>
        <p:blipFill>
          <a:blip r:embed="rId2"/>
          <a:stretch>
            <a:fillRect/>
          </a:stretch>
        </p:blipFill>
        <p:spPr>
          <a:xfrm>
            <a:off x="336287" y="1646238"/>
            <a:ext cx="4376027" cy="4454298"/>
          </a:xfrm>
          <a:prstGeom prst="rect">
            <a:avLst/>
          </a:prstGeom>
        </p:spPr>
      </p:pic>
      <p:pic>
        <p:nvPicPr>
          <p:cNvPr id="5" name="Grafik 4">
            <a:extLst>
              <a:ext uri="{FF2B5EF4-FFF2-40B4-BE49-F238E27FC236}">
                <a16:creationId xmlns:a16="http://schemas.microsoft.com/office/drawing/2014/main" id="{793E0DF3-6A1B-40D8-AEAC-38908E6C5F4A}"/>
              </a:ext>
            </a:extLst>
          </p:cNvPr>
          <p:cNvPicPr>
            <a:picLocks noChangeAspect="1"/>
          </p:cNvPicPr>
          <p:nvPr/>
        </p:nvPicPr>
        <p:blipFill>
          <a:blip r:embed="rId3"/>
          <a:stretch>
            <a:fillRect/>
          </a:stretch>
        </p:blipFill>
        <p:spPr>
          <a:xfrm>
            <a:off x="4002552" y="1646238"/>
            <a:ext cx="8028581" cy="1941441"/>
          </a:xfrm>
          <a:prstGeom prst="rect">
            <a:avLst/>
          </a:prstGeom>
        </p:spPr>
      </p:pic>
      <p:sp>
        <p:nvSpPr>
          <p:cNvPr id="6" name="Textfeld 5">
            <a:extLst>
              <a:ext uri="{FF2B5EF4-FFF2-40B4-BE49-F238E27FC236}">
                <a16:creationId xmlns:a16="http://schemas.microsoft.com/office/drawing/2014/main" id="{7EB76970-49CE-4675-957F-D8704E36D695}"/>
              </a:ext>
            </a:extLst>
          </p:cNvPr>
          <p:cNvSpPr txBox="1"/>
          <p:nvPr/>
        </p:nvSpPr>
        <p:spPr>
          <a:xfrm>
            <a:off x="6096000" y="3703199"/>
            <a:ext cx="4141518" cy="2308324"/>
          </a:xfrm>
          <a:prstGeom prst="rect">
            <a:avLst/>
          </a:prstGeom>
          <a:noFill/>
        </p:spPr>
        <p:txBody>
          <a:bodyPr wrap="none" rtlCol="0">
            <a:spAutoFit/>
          </a:bodyPr>
          <a:lstStyle/>
          <a:p>
            <a:r>
              <a:rPr lang="de-DE" u="sng" dirty="0"/>
              <a:t>Datentypen im Access:</a:t>
            </a:r>
          </a:p>
          <a:p>
            <a:r>
              <a:rPr lang="de-DE" dirty="0"/>
              <a:t>Primärschlüssel 		= Autowert</a:t>
            </a:r>
          </a:p>
          <a:p>
            <a:r>
              <a:rPr lang="de-DE" dirty="0"/>
              <a:t>Fremdschlüssel (_</a:t>
            </a:r>
            <a:r>
              <a:rPr lang="de-DE" dirty="0" err="1"/>
              <a:t>id_f</a:t>
            </a:r>
            <a:r>
              <a:rPr lang="de-DE" dirty="0"/>
              <a:t>) 	= Zahl</a:t>
            </a:r>
          </a:p>
          <a:p>
            <a:r>
              <a:rPr lang="de-DE" dirty="0"/>
              <a:t>Bestelldatum 		= Datum</a:t>
            </a:r>
          </a:p>
          <a:p>
            <a:r>
              <a:rPr lang="de-DE" dirty="0"/>
              <a:t>Melde-/Lagerbestand	= Zahl</a:t>
            </a:r>
          </a:p>
          <a:p>
            <a:r>
              <a:rPr lang="de-DE" dirty="0"/>
              <a:t>Menge/Rabatt		= Zahl</a:t>
            </a:r>
          </a:p>
          <a:p>
            <a:r>
              <a:rPr lang="de-DE" dirty="0"/>
              <a:t>Stückpreis		= Währung</a:t>
            </a:r>
          </a:p>
          <a:p>
            <a:r>
              <a:rPr lang="de-DE" dirty="0"/>
              <a:t>Alle anderen		= kurzer Text</a:t>
            </a:r>
          </a:p>
        </p:txBody>
      </p:sp>
      <p:sp>
        <p:nvSpPr>
          <p:cNvPr id="8" name="Textfeld 7">
            <a:extLst>
              <a:ext uri="{FF2B5EF4-FFF2-40B4-BE49-F238E27FC236}">
                <a16:creationId xmlns:a16="http://schemas.microsoft.com/office/drawing/2014/main" id="{E2529E44-CCA6-47E3-A214-17A14FC5676F}"/>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9" name="Grafik 8">
            <a:extLst>
              <a:ext uri="{FF2B5EF4-FFF2-40B4-BE49-F238E27FC236}">
                <a16:creationId xmlns:a16="http://schemas.microsoft.com/office/drawing/2014/main" id="{34F045FF-BAD5-456E-B60F-21A4E1C0FE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78933" y="3768499"/>
            <a:ext cx="1076780" cy="1443263"/>
          </a:xfrm>
          <a:prstGeom prst="rect">
            <a:avLst/>
          </a:prstGeom>
        </p:spPr>
      </p:pic>
    </p:spTree>
    <p:extLst>
      <p:ext uri="{BB962C8B-B14F-4D97-AF65-F5344CB8AC3E}">
        <p14:creationId xmlns:p14="http://schemas.microsoft.com/office/powerpoint/2010/main" val="262280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a:xfrm>
            <a:off x="160867" y="320675"/>
            <a:ext cx="10515600" cy="1325563"/>
          </a:xfrm>
        </p:spPr>
        <p:txBody>
          <a:bodyPr>
            <a:normAutofit/>
          </a:bodyPr>
          <a:lstStyle/>
          <a:p>
            <a:r>
              <a:rPr lang="de-DE" dirty="0"/>
              <a:t>Übung Datenbank KFZ</a:t>
            </a:r>
            <a:br>
              <a:rPr lang="de-DE" dirty="0"/>
            </a:br>
            <a:r>
              <a:rPr lang="de-DE" sz="3100" dirty="0"/>
              <a:t>Daten füllen</a:t>
            </a:r>
          </a:p>
        </p:txBody>
      </p:sp>
      <p:pic>
        <p:nvPicPr>
          <p:cNvPr id="8" name="Grafik 7">
            <a:extLst>
              <a:ext uri="{FF2B5EF4-FFF2-40B4-BE49-F238E27FC236}">
                <a16:creationId xmlns:a16="http://schemas.microsoft.com/office/drawing/2014/main" id="{6E0920F4-D75F-4B34-8BAA-1C089E7DC0B2}"/>
              </a:ext>
            </a:extLst>
          </p:cNvPr>
          <p:cNvPicPr>
            <a:picLocks noChangeAspect="1"/>
          </p:cNvPicPr>
          <p:nvPr/>
        </p:nvPicPr>
        <p:blipFill>
          <a:blip r:embed="rId2"/>
          <a:stretch>
            <a:fillRect/>
          </a:stretch>
        </p:blipFill>
        <p:spPr>
          <a:xfrm>
            <a:off x="160867" y="3076319"/>
            <a:ext cx="6134621" cy="1408337"/>
          </a:xfrm>
          <a:prstGeom prst="rect">
            <a:avLst/>
          </a:prstGeom>
        </p:spPr>
      </p:pic>
      <p:pic>
        <p:nvPicPr>
          <p:cNvPr id="9" name="Grafik 8">
            <a:extLst>
              <a:ext uri="{FF2B5EF4-FFF2-40B4-BE49-F238E27FC236}">
                <a16:creationId xmlns:a16="http://schemas.microsoft.com/office/drawing/2014/main" id="{C91A9396-5EC2-4780-A3A3-ABF4743371DD}"/>
              </a:ext>
            </a:extLst>
          </p:cNvPr>
          <p:cNvPicPr>
            <a:picLocks noChangeAspect="1"/>
          </p:cNvPicPr>
          <p:nvPr/>
        </p:nvPicPr>
        <p:blipFill>
          <a:blip r:embed="rId3"/>
          <a:stretch>
            <a:fillRect/>
          </a:stretch>
        </p:blipFill>
        <p:spPr>
          <a:xfrm>
            <a:off x="160867" y="1449885"/>
            <a:ext cx="11202541" cy="1404498"/>
          </a:xfrm>
          <a:prstGeom prst="rect">
            <a:avLst/>
          </a:prstGeom>
        </p:spPr>
      </p:pic>
      <p:pic>
        <p:nvPicPr>
          <p:cNvPr id="10" name="Grafik 9">
            <a:extLst>
              <a:ext uri="{FF2B5EF4-FFF2-40B4-BE49-F238E27FC236}">
                <a16:creationId xmlns:a16="http://schemas.microsoft.com/office/drawing/2014/main" id="{3FF6A151-5006-4C8E-A908-0D52FC2F801E}"/>
              </a:ext>
            </a:extLst>
          </p:cNvPr>
          <p:cNvPicPr>
            <a:picLocks noChangeAspect="1"/>
          </p:cNvPicPr>
          <p:nvPr/>
        </p:nvPicPr>
        <p:blipFill>
          <a:blip r:embed="rId4"/>
          <a:stretch>
            <a:fillRect/>
          </a:stretch>
        </p:blipFill>
        <p:spPr>
          <a:xfrm>
            <a:off x="6852539" y="3076318"/>
            <a:ext cx="2776206" cy="1408338"/>
          </a:xfrm>
          <a:prstGeom prst="rect">
            <a:avLst/>
          </a:prstGeom>
        </p:spPr>
      </p:pic>
      <p:pic>
        <p:nvPicPr>
          <p:cNvPr id="11" name="Grafik 10">
            <a:extLst>
              <a:ext uri="{FF2B5EF4-FFF2-40B4-BE49-F238E27FC236}">
                <a16:creationId xmlns:a16="http://schemas.microsoft.com/office/drawing/2014/main" id="{645FA425-9ABC-449C-AF14-D41FE7FF038E}"/>
              </a:ext>
            </a:extLst>
          </p:cNvPr>
          <p:cNvPicPr>
            <a:picLocks noChangeAspect="1"/>
          </p:cNvPicPr>
          <p:nvPr/>
        </p:nvPicPr>
        <p:blipFill>
          <a:blip r:embed="rId5"/>
          <a:stretch>
            <a:fillRect/>
          </a:stretch>
        </p:blipFill>
        <p:spPr>
          <a:xfrm>
            <a:off x="3464939" y="4706591"/>
            <a:ext cx="4230782" cy="1830734"/>
          </a:xfrm>
          <a:prstGeom prst="rect">
            <a:avLst/>
          </a:prstGeom>
        </p:spPr>
      </p:pic>
      <p:pic>
        <p:nvPicPr>
          <p:cNvPr id="12" name="Grafik 11">
            <a:extLst>
              <a:ext uri="{FF2B5EF4-FFF2-40B4-BE49-F238E27FC236}">
                <a16:creationId xmlns:a16="http://schemas.microsoft.com/office/drawing/2014/main" id="{13ACED3C-94BA-44CC-A7C3-EF05BFBF1DA9}"/>
              </a:ext>
            </a:extLst>
          </p:cNvPr>
          <p:cNvPicPr>
            <a:picLocks noChangeAspect="1"/>
          </p:cNvPicPr>
          <p:nvPr/>
        </p:nvPicPr>
        <p:blipFill>
          <a:blip r:embed="rId6"/>
          <a:stretch>
            <a:fillRect/>
          </a:stretch>
        </p:blipFill>
        <p:spPr>
          <a:xfrm>
            <a:off x="160867" y="4706591"/>
            <a:ext cx="2829320" cy="1381318"/>
          </a:xfrm>
          <a:prstGeom prst="rect">
            <a:avLst/>
          </a:prstGeom>
        </p:spPr>
      </p:pic>
      <p:sp>
        <p:nvSpPr>
          <p:cNvPr id="13" name="Textfeld 12">
            <a:extLst>
              <a:ext uri="{FF2B5EF4-FFF2-40B4-BE49-F238E27FC236}">
                <a16:creationId xmlns:a16="http://schemas.microsoft.com/office/drawing/2014/main" id="{F8D903BB-48FF-4C1F-98EC-C8C64F833EAE}"/>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14" name="Grafik 13">
            <a:extLst>
              <a:ext uri="{FF2B5EF4-FFF2-40B4-BE49-F238E27FC236}">
                <a16:creationId xmlns:a16="http://schemas.microsoft.com/office/drawing/2014/main" id="{0F234A77-2750-4BF0-BFCD-16309E997E6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76467" y="2854383"/>
            <a:ext cx="1076780" cy="1443263"/>
          </a:xfrm>
          <a:prstGeom prst="rect">
            <a:avLst/>
          </a:prstGeom>
        </p:spPr>
      </p:pic>
    </p:spTree>
    <p:extLst>
      <p:ext uri="{BB962C8B-B14F-4D97-AF65-F5344CB8AC3E}">
        <p14:creationId xmlns:p14="http://schemas.microsoft.com/office/powerpoint/2010/main" val="37011506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Übung Datenbank KFZ</a:t>
            </a:r>
            <a:br>
              <a:rPr lang="de-DE" dirty="0"/>
            </a:br>
            <a:r>
              <a:rPr lang="de-DE" sz="3100" dirty="0"/>
              <a:t>Abschluss &amp; Zusammenfassung</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Situation und Entitäten erkennen</a:t>
            </a:r>
          </a:p>
          <a:p>
            <a:r>
              <a:rPr lang="de-DE" dirty="0"/>
              <a:t>Primär- und Fremdschlüssel festlegen</a:t>
            </a:r>
          </a:p>
          <a:p>
            <a:r>
              <a:rPr lang="de-DE" dirty="0"/>
              <a:t>ERM erstellen</a:t>
            </a:r>
          </a:p>
          <a:p>
            <a:r>
              <a:rPr lang="de-DE" dirty="0"/>
              <a:t>Tabellen anlegen, Datentypendefinieren, ERM</a:t>
            </a:r>
            <a:r>
              <a:rPr lang="de-DE" dirty="0">
                <a:sym typeface="Wingdings" panose="05000000000000000000" pitchFamily="2" charset="2"/>
              </a:rPr>
              <a:t>RDBM</a:t>
            </a:r>
          </a:p>
          <a:p>
            <a:r>
              <a:rPr lang="de-DE" dirty="0">
                <a:sym typeface="Wingdings" panose="05000000000000000000" pitchFamily="2" charset="2"/>
              </a:rPr>
              <a:t>Daten einpflegen</a:t>
            </a:r>
          </a:p>
          <a:p>
            <a:r>
              <a:rPr lang="de-DE" dirty="0">
                <a:sym typeface="Wingdings" panose="05000000000000000000" pitchFamily="2" charset="2"/>
              </a:rPr>
              <a:t>Navigationsformular erstellen</a:t>
            </a:r>
          </a:p>
          <a:p>
            <a:r>
              <a:rPr lang="de-DE" dirty="0">
                <a:sym typeface="Wingdings" panose="05000000000000000000" pitchFamily="2" charset="2"/>
              </a:rPr>
              <a:t>Formulare der vorhandenen Tabellen erstellen</a:t>
            </a:r>
          </a:p>
          <a:p>
            <a:r>
              <a:rPr lang="de-DE" dirty="0">
                <a:sym typeface="Wingdings" panose="05000000000000000000" pitchFamily="2" charset="2"/>
              </a:rPr>
              <a:t>Abgabe (Benotung)</a:t>
            </a:r>
          </a:p>
          <a:p>
            <a:endParaRPr lang="de-DE" dirty="0"/>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6175E871-5C6C-4059-9C41-B092B4E710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73330" y="1646238"/>
            <a:ext cx="1076780" cy="1443263"/>
          </a:xfrm>
          <a:prstGeom prst="rect">
            <a:avLst/>
          </a:prstGeom>
        </p:spPr>
      </p:pic>
    </p:spTree>
    <p:extLst>
      <p:ext uri="{BB962C8B-B14F-4D97-AF65-F5344CB8AC3E}">
        <p14:creationId xmlns:p14="http://schemas.microsoft.com/office/powerpoint/2010/main" val="3385607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Komplexe DB Aufgabe (Abgabe)</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6" y="1825625"/>
            <a:ext cx="4837261" cy="4351338"/>
          </a:xfrm>
        </p:spPr>
        <p:txBody>
          <a:bodyPr>
            <a:normAutofit fontScale="85000" lnSpcReduction="20000"/>
          </a:bodyPr>
          <a:lstStyle/>
          <a:p>
            <a:pPr marL="0" indent="0">
              <a:buNone/>
            </a:pPr>
            <a:r>
              <a:rPr lang="de-DE" i="1" dirty="0"/>
              <a:t>Ein Netzwerk von Wetterstationen in Deutschland sammelt täglich Wetterdaten. Jede Station ist einem Ort zugeordnet und misst verschiedene Werte wie Temperatur, Luftfeuchtigkeit, Windgeschwindigkeit und Niederschlagsmenge. Die Daten werden täglich gespeichert und sollen in einer Datenbank verwaltet werden. Zusätzlich gibt es Wetterwarnungen, die für bestimmte Regionen ausgegeben werden und mit den Messdaten verknüpft sind.</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6175E871-5C6C-4059-9C41-B092B4E710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73330" y="1646238"/>
            <a:ext cx="1076780" cy="1443263"/>
          </a:xfrm>
          <a:prstGeom prst="rect">
            <a:avLst/>
          </a:prstGeom>
        </p:spPr>
      </p:pic>
      <p:sp>
        <p:nvSpPr>
          <p:cNvPr id="6" name="Inhaltsplatzhalter 2">
            <a:extLst>
              <a:ext uri="{FF2B5EF4-FFF2-40B4-BE49-F238E27FC236}">
                <a16:creationId xmlns:a16="http://schemas.microsoft.com/office/drawing/2014/main" id="{70CBA904-9B22-4DD8-BD4A-B1507A32E131}"/>
              </a:ext>
            </a:extLst>
          </p:cNvPr>
          <p:cNvSpPr txBox="1">
            <a:spLocks/>
          </p:cNvSpPr>
          <p:nvPr/>
        </p:nvSpPr>
        <p:spPr>
          <a:xfrm>
            <a:off x="5639869" y="1825625"/>
            <a:ext cx="48372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sp>
        <p:nvSpPr>
          <p:cNvPr id="15" name="Textfeld 14">
            <a:extLst>
              <a:ext uri="{FF2B5EF4-FFF2-40B4-BE49-F238E27FC236}">
                <a16:creationId xmlns:a16="http://schemas.microsoft.com/office/drawing/2014/main" id="{5182E2F9-D8F1-482A-9959-404D0A12173D}"/>
              </a:ext>
            </a:extLst>
          </p:cNvPr>
          <p:cNvSpPr txBox="1"/>
          <p:nvPr/>
        </p:nvSpPr>
        <p:spPr>
          <a:xfrm>
            <a:off x="6025605" y="1563935"/>
            <a:ext cx="4749293" cy="4185761"/>
          </a:xfrm>
          <a:prstGeom prst="rect">
            <a:avLst/>
          </a:prstGeom>
          <a:noFill/>
        </p:spPr>
        <p:txBody>
          <a:bodyPr wrap="square" rtlCol="0">
            <a:spAutoFit/>
          </a:bodyPr>
          <a:lstStyle/>
          <a:p>
            <a:pPr marL="342900" indent="-342900">
              <a:buFont typeface="+mj-lt"/>
              <a:buAutoNum type="arabicPeriod"/>
            </a:pPr>
            <a:r>
              <a:rPr lang="de-DE" sz="1400" dirty="0">
                <a:latin typeface="Arial" panose="020B0604020202020204" pitchFamily="34" charset="0"/>
                <a:cs typeface="Arial" panose="020B0604020202020204" pitchFamily="34" charset="0"/>
              </a:rPr>
              <a:t>Entitäten und Beziehungen aus dem Text erkennen→ Welche Objekte (Entitäten) gibt es? </a:t>
            </a:r>
          </a:p>
          <a:p>
            <a:pPr marL="342900" indent="-342900">
              <a:buFont typeface="+mj-lt"/>
              <a:buAutoNum type="arabicPeriod"/>
            </a:pPr>
            <a:r>
              <a:rPr lang="de-DE" sz="1400" dirty="0">
                <a:latin typeface="Arial" panose="020B0604020202020204" pitchFamily="34" charset="0"/>
                <a:cs typeface="Arial" panose="020B0604020202020204" pitchFamily="34" charset="0"/>
              </a:rPr>
              <a:t>Welche Beziehungen bestehen zwischen ihnen?</a:t>
            </a:r>
          </a:p>
          <a:p>
            <a:pPr marL="342900" indent="-342900">
              <a:buFont typeface="+mj-lt"/>
              <a:buAutoNum type="arabicPeriod"/>
            </a:pPr>
            <a:r>
              <a:rPr lang="de-DE" sz="1400" dirty="0">
                <a:latin typeface="Arial" panose="020B0604020202020204" pitchFamily="34" charset="0"/>
                <a:cs typeface="Arial" panose="020B0604020202020204" pitchFamily="34" charset="0"/>
              </a:rPr>
              <a:t>Primär- und Fremdschlüssel festlegen→ Welche Felder identifizieren eindeutig? Welche Felder verknüpfen Tabellen?</a:t>
            </a:r>
          </a:p>
          <a:p>
            <a:pPr marL="342900" indent="-342900">
              <a:buFont typeface="+mj-lt"/>
              <a:buAutoNum type="arabicPeriod"/>
            </a:pPr>
            <a:r>
              <a:rPr lang="de-DE" sz="1400" dirty="0">
                <a:latin typeface="Arial" panose="020B0604020202020204" pitchFamily="34" charset="0"/>
                <a:cs typeface="Arial" panose="020B0604020202020204" pitchFamily="34" charset="0"/>
              </a:rPr>
              <a:t>ERM (Entity-</a:t>
            </a:r>
            <a:r>
              <a:rPr lang="de-DE" sz="1400" dirty="0" err="1">
                <a:latin typeface="Arial" panose="020B0604020202020204" pitchFamily="34" charset="0"/>
                <a:cs typeface="Arial" panose="020B0604020202020204" pitchFamily="34" charset="0"/>
              </a:rPr>
              <a:t>Relationship</a:t>
            </a:r>
            <a:r>
              <a:rPr lang="de-DE" sz="1400" dirty="0">
                <a:latin typeface="Arial" panose="020B0604020202020204" pitchFamily="34" charset="0"/>
                <a:cs typeface="Arial" panose="020B0604020202020204" pitchFamily="34" charset="0"/>
              </a:rPr>
              <a:t>-Modell) erstellen→ Diagramm mit Kardinalitäten und Schlüsselkennzeichnung</a:t>
            </a:r>
          </a:p>
          <a:p>
            <a:pPr marL="342900" indent="-342900">
              <a:buFont typeface="+mj-lt"/>
              <a:buAutoNum type="arabicPeriod"/>
            </a:pPr>
            <a:r>
              <a:rPr lang="de-DE" sz="1400" dirty="0">
                <a:latin typeface="Arial" panose="020B0604020202020204" pitchFamily="34" charset="0"/>
                <a:cs typeface="Arial" panose="020B0604020202020204" pitchFamily="34" charset="0"/>
              </a:rPr>
              <a:t>Tabellen in Access anlegen→ Struktur mit Datentypen und Beziehungen</a:t>
            </a:r>
          </a:p>
          <a:p>
            <a:pPr marL="342900" indent="-342900">
              <a:buFont typeface="+mj-lt"/>
              <a:buAutoNum type="arabicPeriod"/>
            </a:pPr>
            <a:r>
              <a:rPr lang="de-DE" sz="1400" dirty="0">
                <a:latin typeface="Arial" panose="020B0604020202020204" pitchFamily="34" charset="0"/>
                <a:cs typeface="Arial" panose="020B0604020202020204" pitchFamily="34" charset="0"/>
              </a:rPr>
              <a:t>Daten in Access einpflegen→ Beispielhafte Datensätze für jede Tabelle</a:t>
            </a:r>
          </a:p>
          <a:p>
            <a:pPr marL="342900" indent="-342900">
              <a:buFont typeface="+mj-lt"/>
              <a:buAutoNum type="arabicPeriod"/>
            </a:pPr>
            <a:r>
              <a:rPr lang="de-DE" sz="1400" dirty="0">
                <a:latin typeface="Arial" panose="020B0604020202020204" pitchFamily="34" charset="0"/>
                <a:cs typeface="Arial" panose="020B0604020202020204" pitchFamily="34" charset="0"/>
              </a:rPr>
              <a:t>Navigationsformular mit 4 Unterformularen erstellen→ Vorschlag für Funktionen: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Stationen anzeigen und bearbeiten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Messwerte filtern nach Datum</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Wetterwarnungen anzeigen</a:t>
            </a:r>
          </a:p>
          <a:p>
            <a:pPr marL="800100" lvl="1" indent="-342900">
              <a:buFont typeface="Arial" panose="020B0604020202020204" pitchFamily="34" charset="0"/>
              <a:buChar char="•"/>
            </a:pPr>
            <a:r>
              <a:rPr lang="de-DE" sz="1400" dirty="0">
                <a:latin typeface="Arial" panose="020B0604020202020204" pitchFamily="34" charset="0"/>
                <a:cs typeface="Arial" panose="020B0604020202020204" pitchFamily="34" charset="0"/>
              </a:rPr>
              <a:t>Statistik: Durchschnittstemperatur pro Ort</a:t>
            </a:r>
          </a:p>
        </p:txBody>
      </p:sp>
    </p:spTree>
    <p:extLst>
      <p:ext uri="{BB962C8B-B14F-4D97-AF65-F5344CB8AC3E}">
        <p14:creationId xmlns:p14="http://schemas.microsoft.com/office/powerpoint/2010/main" val="23932320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Komplexe DB Aufgabe (Abgabe)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
        <p:nvSpPr>
          <p:cNvPr id="6" name="Inhaltsplatzhalter 2">
            <a:extLst>
              <a:ext uri="{FF2B5EF4-FFF2-40B4-BE49-F238E27FC236}">
                <a16:creationId xmlns:a16="http://schemas.microsoft.com/office/drawing/2014/main" id="{70CBA904-9B22-4DD8-BD4A-B1507A32E131}"/>
              </a:ext>
            </a:extLst>
          </p:cNvPr>
          <p:cNvSpPr txBox="1">
            <a:spLocks/>
          </p:cNvSpPr>
          <p:nvPr/>
        </p:nvSpPr>
        <p:spPr>
          <a:xfrm>
            <a:off x="5639869" y="1825625"/>
            <a:ext cx="48372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pic>
        <p:nvPicPr>
          <p:cNvPr id="9" name="Grafik 8">
            <a:extLst>
              <a:ext uri="{FF2B5EF4-FFF2-40B4-BE49-F238E27FC236}">
                <a16:creationId xmlns:a16="http://schemas.microsoft.com/office/drawing/2014/main" id="{C9238834-38DD-4040-8554-FACEDDF9C89E}"/>
              </a:ext>
            </a:extLst>
          </p:cNvPr>
          <p:cNvPicPr>
            <a:picLocks noChangeAspect="1"/>
          </p:cNvPicPr>
          <p:nvPr/>
        </p:nvPicPr>
        <p:blipFill>
          <a:blip r:embed="rId2"/>
          <a:stretch>
            <a:fillRect/>
          </a:stretch>
        </p:blipFill>
        <p:spPr>
          <a:xfrm>
            <a:off x="160867" y="1519237"/>
            <a:ext cx="7946185" cy="4143589"/>
          </a:xfrm>
          <a:prstGeom prst="rect">
            <a:avLst/>
          </a:prstGeom>
        </p:spPr>
      </p:pic>
      <p:pic>
        <p:nvPicPr>
          <p:cNvPr id="10" name="Grafik 9">
            <a:extLst>
              <a:ext uri="{FF2B5EF4-FFF2-40B4-BE49-F238E27FC236}">
                <a16:creationId xmlns:a16="http://schemas.microsoft.com/office/drawing/2014/main" id="{DA0F90ED-B163-45BD-8D99-0C3F075E2344}"/>
              </a:ext>
            </a:extLst>
          </p:cNvPr>
          <p:cNvPicPr>
            <a:picLocks noChangeAspect="1"/>
          </p:cNvPicPr>
          <p:nvPr/>
        </p:nvPicPr>
        <p:blipFill>
          <a:blip r:embed="rId3"/>
          <a:stretch>
            <a:fillRect/>
          </a:stretch>
        </p:blipFill>
        <p:spPr>
          <a:xfrm>
            <a:off x="8130585" y="4336133"/>
            <a:ext cx="3819525" cy="1409700"/>
          </a:xfrm>
          <a:prstGeom prst="rect">
            <a:avLst/>
          </a:prstGeom>
        </p:spPr>
      </p:pic>
      <p:pic>
        <p:nvPicPr>
          <p:cNvPr id="11" name="Grafik 10">
            <a:extLst>
              <a:ext uri="{FF2B5EF4-FFF2-40B4-BE49-F238E27FC236}">
                <a16:creationId xmlns:a16="http://schemas.microsoft.com/office/drawing/2014/main" id="{3D51EF25-59C5-47DF-89C8-9869400DB496}"/>
              </a:ext>
            </a:extLst>
          </p:cNvPr>
          <p:cNvPicPr>
            <a:picLocks noChangeAspect="1"/>
          </p:cNvPicPr>
          <p:nvPr/>
        </p:nvPicPr>
        <p:blipFill>
          <a:blip r:embed="rId4"/>
          <a:stretch>
            <a:fillRect/>
          </a:stretch>
        </p:blipFill>
        <p:spPr>
          <a:xfrm>
            <a:off x="8141649" y="1519237"/>
            <a:ext cx="3819525" cy="1209770"/>
          </a:xfrm>
          <a:prstGeom prst="rect">
            <a:avLst/>
          </a:prstGeom>
        </p:spPr>
      </p:pic>
    </p:spTree>
    <p:extLst>
      <p:ext uri="{BB962C8B-B14F-4D97-AF65-F5344CB8AC3E}">
        <p14:creationId xmlns:p14="http://schemas.microsoft.com/office/powerpoint/2010/main" val="2563440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„Manipulation“ des Datenbestands</a:t>
            </a:r>
          </a:p>
          <a:p>
            <a:r>
              <a:rPr lang="de-DE" dirty="0"/>
              <a:t>gibt nur die Informationen aus, die benötigt werden</a:t>
            </a:r>
          </a:p>
          <a:p>
            <a:r>
              <a:rPr lang="de-DE" b="1" u="sng" dirty="0"/>
              <a:t>Beispiel:</a:t>
            </a:r>
          </a:p>
          <a:p>
            <a:pPr lvl="1"/>
            <a:r>
              <a:rPr lang="de-DE" dirty="0"/>
              <a:t>ein Eisverkäufer (Verkäufer </a:t>
            </a:r>
            <a:r>
              <a:rPr lang="de-DE" dirty="0">
                <a:sym typeface="Wingdings" panose="05000000000000000000" pitchFamily="2" charset="2"/>
              </a:rPr>
              <a:t> Kunde)</a:t>
            </a:r>
            <a:r>
              <a:rPr lang="de-DE" dirty="0"/>
              <a:t> verkauft 3 Geschmacksrichtungen (Schokolade, Vanille, Rum). </a:t>
            </a:r>
          </a:p>
          <a:p>
            <a:pPr lvl="1"/>
            <a:r>
              <a:rPr lang="de-DE" dirty="0"/>
              <a:t>mittels Abfrage möchte man die Kunden aufgezeigt bekommen, welche Schokolade gekauft haben</a:t>
            </a:r>
          </a:p>
          <a:p>
            <a:r>
              <a:rPr lang="de-DE" dirty="0"/>
              <a:t>Umsetzung gemeinsam an der Tafel</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11877566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Man stell sich bei Abfragen genau 3 Fragen</a:t>
            </a:r>
          </a:p>
          <a:p>
            <a:r>
              <a:rPr lang="de-DE" b="1" dirty="0"/>
              <a:t>SELECT </a:t>
            </a:r>
            <a:r>
              <a:rPr lang="de-DE" dirty="0"/>
              <a:t>Welche Attribute möchte man angezeigt bekommen?</a:t>
            </a:r>
          </a:p>
          <a:p>
            <a:r>
              <a:rPr lang="de-DE" b="1" dirty="0"/>
              <a:t>FROM </a:t>
            </a:r>
            <a:r>
              <a:rPr lang="de-DE" dirty="0"/>
              <a:t>Welche Tabellen muss ich dafür ansprechen?</a:t>
            </a:r>
          </a:p>
          <a:p>
            <a:r>
              <a:rPr lang="de-DE" b="1" dirty="0"/>
              <a:t>WHERE </a:t>
            </a:r>
            <a:r>
              <a:rPr lang="de-DE" dirty="0"/>
              <a:t>Welchen Bedingungen unterliegen die angezeigt Daten?</a:t>
            </a:r>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pic>
        <p:nvPicPr>
          <p:cNvPr id="5" name="Grafik 4">
            <a:extLst>
              <a:ext uri="{FF2B5EF4-FFF2-40B4-BE49-F238E27FC236}">
                <a16:creationId xmlns:a16="http://schemas.microsoft.com/office/drawing/2014/main" id="{B59B7DCF-0E2E-408F-A8CD-46E4CB5A52A6}"/>
              </a:ext>
            </a:extLst>
          </p:cNvPr>
          <p:cNvPicPr>
            <a:picLocks noChangeAspect="1"/>
          </p:cNvPicPr>
          <p:nvPr/>
        </p:nvPicPr>
        <p:blipFill>
          <a:blip r:embed="rId2"/>
          <a:stretch>
            <a:fillRect/>
          </a:stretch>
        </p:blipFill>
        <p:spPr>
          <a:xfrm>
            <a:off x="6198513" y="3919538"/>
            <a:ext cx="4029075" cy="2257425"/>
          </a:xfrm>
          <a:prstGeom prst="rect">
            <a:avLst/>
          </a:prstGeom>
        </p:spPr>
      </p:pic>
      <p:sp>
        <p:nvSpPr>
          <p:cNvPr id="6" name="Textfeld 5">
            <a:extLst>
              <a:ext uri="{FF2B5EF4-FFF2-40B4-BE49-F238E27FC236}">
                <a16:creationId xmlns:a16="http://schemas.microsoft.com/office/drawing/2014/main" id="{045956B2-8C9A-4234-AC48-D431FB2A6ED9}"/>
              </a:ext>
            </a:extLst>
          </p:cNvPr>
          <p:cNvSpPr txBox="1"/>
          <p:nvPr/>
        </p:nvSpPr>
        <p:spPr>
          <a:xfrm>
            <a:off x="3832829" y="4093029"/>
            <a:ext cx="2203269" cy="1200329"/>
          </a:xfrm>
          <a:prstGeom prst="rect">
            <a:avLst/>
          </a:prstGeom>
          <a:noFill/>
        </p:spPr>
        <p:txBody>
          <a:bodyPr wrap="square" rtlCol="0">
            <a:spAutoFit/>
          </a:bodyPr>
          <a:lstStyle/>
          <a:p>
            <a:r>
              <a:rPr lang="de-DE" b="1" dirty="0">
                <a:solidFill>
                  <a:srgbClr val="E30051"/>
                </a:solidFill>
              </a:rPr>
              <a:t>SELECT</a:t>
            </a:r>
          </a:p>
          <a:p>
            <a:r>
              <a:rPr lang="de-DE" b="1" dirty="0">
                <a:solidFill>
                  <a:srgbClr val="F68800"/>
                </a:solidFill>
              </a:rPr>
              <a:t>FROM</a:t>
            </a:r>
          </a:p>
          <a:p>
            <a:r>
              <a:rPr lang="de-DE" b="1" dirty="0">
                <a:solidFill>
                  <a:srgbClr val="009633"/>
                </a:solidFill>
              </a:rPr>
              <a:t>WHERE</a:t>
            </a:r>
          </a:p>
          <a:p>
            <a:endParaRPr lang="de-DE" dirty="0"/>
          </a:p>
        </p:txBody>
      </p:sp>
      <p:cxnSp>
        <p:nvCxnSpPr>
          <p:cNvPr id="7" name="Gerade Verbindung mit Pfeil 6">
            <a:extLst>
              <a:ext uri="{FF2B5EF4-FFF2-40B4-BE49-F238E27FC236}">
                <a16:creationId xmlns:a16="http://schemas.microsoft.com/office/drawing/2014/main" id="{6E9575E6-0A2E-4AF9-8228-56BB9CB09D99}"/>
              </a:ext>
            </a:extLst>
          </p:cNvPr>
          <p:cNvCxnSpPr>
            <a:cxnSpLocks/>
          </p:cNvCxnSpPr>
          <p:nvPr/>
        </p:nvCxnSpPr>
        <p:spPr>
          <a:xfrm flipV="1">
            <a:off x="4650377" y="4049486"/>
            <a:ext cx="2520444" cy="217715"/>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10" name="Gerade Verbindung mit Pfeil 9">
            <a:extLst>
              <a:ext uri="{FF2B5EF4-FFF2-40B4-BE49-F238E27FC236}">
                <a16:creationId xmlns:a16="http://schemas.microsoft.com/office/drawing/2014/main" id="{E77493AE-44A4-4E83-9057-1C86321961F2}"/>
              </a:ext>
            </a:extLst>
          </p:cNvPr>
          <p:cNvCxnSpPr>
            <a:cxnSpLocks/>
          </p:cNvCxnSpPr>
          <p:nvPr/>
        </p:nvCxnSpPr>
        <p:spPr>
          <a:xfrm flipV="1">
            <a:off x="4715691" y="4252362"/>
            <a:ext cx="2666886" cy="275415"/>
          </a:xfrm>
          <a:prstGeom prst="straightConnector1">
            <a:avLst/>
          </a:prstGeom>
          <a:ln w="76200">
            <a:solidFill>
              <a:srgbClr val="F68800"/>
            </a:solidFill>
            <a:tailEnd type="triangle"/>
          </a:ln>
        </p:spPr>
        <p:style>
          <a:lnRef idx="3">
            <a:schemeClr val="accent2"/>
          </a:lnRef>
          <a:fillRef idx="0">
            <a:schemeClr val="accent2"/>
          </a:fillRef>
          <a:effectRef idx="2">
            <a:schemeClr val="accent2"/>
          </a:effectRef>
          <a:fontRef idx="minor">
            <a:schemeClr val="tx1"/>
          </a:fontRef>
        </p:style>
      </p:cxnSp>
      <p:cxnSp>
        <p:nvCxnSpPr>
          <p:cNvPr id="13" name="Gerade Verbindung mit Pfeil 12">
            <a:extLst>
              <a:ext uri="{FF2B5EF4-FFF2-40B4-BE49-F238E27FC236}">
                <a16:creationId xmlns:a16="http://schemas.microsoft.com/office/drawing/2014/main" id="{36E65722-F4A5-4637-A71B-8E030FA6D4F2}"/>
              </a:ext>
            </a:extLst>
          </p:cNvPr>
          <p:cNvCxnSpPr>
            <a:cxnSpLocks/>
          </p:cNvCxnSpPr>
          <p:nvPr/>
        </p:nvCxnSpPr>
        <p:spPr>
          <a:xfrm flipV="1">
            <a:off x="4868091" y="4642572"/>
            <a:ext cx="2302730" cy="37606"/>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974631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b="1" u="sng" dirty="0"/>
              <a:t>Aufgabe:</a:t>
            </a:r>
          </a:p>
          <a:p>
            <a:pPr lvl="1"/>
            <a:r>
              <a:rPr lang="de-DE" dirty="0"/>
              <a:t>Fügen Sie eine weitere Tabelle Ort (</a:t>
            </a:r>
            <a:r>
              <a:rPr lang="de-DE" dirty="0" err="1"/>
              <a:t>OrtID</a:t>
            </a:r>
            <a:r>
              <a:rPr lang="de-DE" dirty="0"/>
              <a:t>, Ortsname) ein</a:t>
            </a:r>
          </a:p>
          <a:p>
            <a:pPr lvl="1"/>
            <a:r>
              <a:rPr lang="de-DE" dirty="0"/>
              <a:t>Fügen Sie die Orte Chemnitz, Dresden, Leipzig ein</a:t>
            </a:r>
          </a:p>
          <a:p>
            <a:pPr lvl="1"/>
            <a:r>
              <a:rPr lang="de-DE" dirty="0"/>
              <a:t>Lassen Sie sich mittels 3 Abfragen jeweils die Käufer ausgeben welche in Chemnitz Schokoladeneis kauften, in Dresden Vanilleeis kauften, sowie in Leipzig </a:t>
            </a:r>
            <a:r>
              <a:rPr lang="de-DE" dirty="0" err="1"/>
              <a:t>Rumeis</a:t>
            </a:r>
            <a:r>
              <a:rPr lang="de-DE" dirty="0"/>
              <a:t> kauften</a:t>
            </a:r>
          </a:p>
          <a:p>
            <a:pPr lvl="1"/>
            <a:r>
              <a:rPr lang="de-DE" dirty="0"/>
              <a:t>stellen Sie danach folgende Überlegungen an</a:t>
            </a:r>
          </a:p>
          <a:p>
            <a:pPr lvl="2"/>
            <a:r>
              <a:rPr lang="de-DE" dirty="0"/>
              <a:t>Was steckt hinter Abfragen (praktische Beispiele reale Welt)?</a:t>
            </a:r>
          </a:p>
          <a:p>
            <a:pPr lvl="2"/>
            <a:r>
              <a:rPr lang="de-DE" dirty="0"/>
              <a:t>Welche Ansichten bietet der „SQL-Modus“ in ACCESS? Was kann man sehen?</a:t>
            </a:r>
          </a:p>
          <a:p>
            <a:pPr lvl="2"/>
            <a:r>
              <a:rPr lang="de-DE" dirty="0"/>
              <a:t>Lassen sich Abfragen in ACCESS auch anders realisieren, wenn ja, wie?</a:t>
            </a:r>
          </a:p>
          <a:p>
            <a:pPr lvl="2"/>
            <a:r>
              <a:rPr lang="de-DE" dirty="0"/>
              <a:t>Welche Eingabemöglichkeiten hat man im Feld Kriterien und </a:t>
            </a:r>
            <a:r>
              <a:rPr lang="de-DE"/>
              <a:t>wie sehen diese aus?</a:t>
            </a:r>
            <a:endParaRPr lang="de-DE" dirty="0"/>
          </a:p>
          <a:p>
            <a:pPr lvl="2"/>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MSACCESS</a:t>
            </a:r>
          </a:p>
        </p:txBody>
      </p:sp>
    </p:spTree>
    <p:extLst>
      <p:ext uri="{BB962C8B-B14F-4D97-AF65-F5344CB8AC3E}">
        <p14:creationId xmlns:p14="http://schemas.microsoft.com/office/powerpoint/2010/main" val="21253325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SQL</a:t>
            </a:r>
          </a:p>
          <a:p>
            <a:pPr algn="r"/>
            <a:r>
              <a:rPr lang="de-DE" dirty="0">
                <a:solidFill>
                  <a:srgbClr val="009633"/>
                </a:solidFill>
              </a:rPr>
              <a:t>Structured Query Language</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19017165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lstStyle/>
          <a:p>
            <a:r>
              <a:rPr lang="de-DE" dirty="0"/>
              <a:t>Standardsprache</a:t>
            </a:r>
          </a:p>
          <a:p>
            <a:r>
              <a:rPr lang="de-DE" dirty="0"/>
              <a:t>„Structured Query Language“</a:t>
            </a:r>
          </a:p>
          <a:p>
            <a:r>
              <a:rPr lang="de-DE" dirty="0"/>
              <a:t>ermöglicht Zugriff und Bearbeitung auf Datenbanken</a:t>
            </a:r>
          </a:p>
          <a:p>
            <a:r>
              <a:rPr lang="de-DE" dirty="0"/>
              <a:t>1986 zum Standard des American Nation Standards Institute (ANSI) </a:t>
            </a:r>
          </a:p>
          <a:p>
            <a:r>
              <a:rPr lang="de-DE" dirty="0"/>
              <a:t>1987 zur Standardisierung der International </a:t>
            </a:r>
            <a:r>
              <a:rPr lang="de-DE" dirty="0" err="1"/>
              <a:t>Organization</a:t>
            </a:r>
            <a:r>
              <a:rPr lang="de-DE" dirty="0"/>
              <a:t> </a:t>
            </a:r>
            <a:r>
              <a:rPr lang="de-DE" dirty="0" err="1"/>
              <a:t>for</a:t>
            </a:r>
            <a:r>
              <a:rPr lang="de-DE" dirty="0"/>
              <a:t> </a:t>
            </a:r>
            <a:r>
              <a:rPr lang="de-DE" dirty="0" err="1"/>
              <a:t>Standardization</a:t>
            </a:r>
            <a:r>
              <a:rPr lang="de-DE" dirty="0"/>
              <a:t> (ISO)</a:t>
            </a:r>
          </a:p>
          <a:p>
            <a:r>
              <a:rPr lang="de-DE" dirty="0"/>
              <a:t>Case-Sensitive?</a:t>
            </a:r>
          </a:p>
          <a:p>
            <a:endParaRPr lang="de-DE" dirty="0"/>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3438984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SQL-Möglichkeiten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lnSpcReduction="10000"/>
          </a:bodyPr>
          <a:lstStyle/>
          <a:p>
            <a:r>
              <a:rPr lang="de-DE" b="1" dirty="0"/>
              <a:t>SQL kann…</a:t>
            </a:r>
          </a:p>
          <a:p>
            <a:pPr lvl="1"/>
            <a:r>
              <a:rPr lang="de-DE" dirty="0"/>
              <a:t>Abfragen an eine Datenbank ausführen</a:t>
            </a:r>
          </a:p>
          <a:p>
            <a:pPr lvl="1"/>
            <a:r>
              <a:rPr lang="de-DE" dirty="0"/>
              <a:t>Daten aus einer Datenbank abrufen</a:t>
            </a:r>
          </a:p>
          <a:p>
            <a:pPr lvl="1"/>
            <a:r>
              <a:rPr lang="de-DE" dirty="0"/>
              <a:t>Datensätze in eine Datenbank einfügen</a:t>
            </a:r>
          </a:p>
          <a:p>
            <a:pPr lvl="1"/>
            <a:r>
              <a:rPr lang="de-DE" dirty="0"/>
              <a:t>Datensätze in einer Datenbank aktualisieren</a:t>
            </a:r>
          </a:p>
          <a:p>
            <a:pPr lvl="1"/>
            <a:r>
              <a:rPr lang="de-DE" dirty="0"/>
              <a:t>Datensätze aus einer Datenbank löschen</a:t>
            </a:r>
          </a:p>
          <a:p>
            <a:pPr lvl="1"/>
            <a:r>
              <a:rPr lang="de-DE" dirty="0"/>
              <a:t>neue Datenbanken erstellen</a:t>
            </a:r>
          </a:p>
          <a:p>
            <a:pPr lvl="1"/>
            <a:r>
              <a:rPr lang="de-DE" dirty="0"/>
              <a:t>neue Tabellen in einer Datenbank erstellen</a:t>
            </a:r>
          </a:p>
          <a:p>
            <a:pPr lvl="1"/>
            <a:r>
              <a:rPr lang="de-DE" dirty="0"/>
              <a:t>gespeicherte Prozeduren in einer Datenbank erstellen</a:t>
            </a:r>
          </a:p>
          <a:p>
            <a:pPr lvl="1"/>
            <a:r>
              <a:rPr lang="de-DE" dirty="0"/>
              <a:t>Ansichten in einer Datenbank erstellen</a:t>
            </a:r>
          </a:p>
          <a:p>
            <a:pPr lvl="1"/>
            <a:r>
              <a:rPr lang="de-DE" dirty="0"/>
              <a:t>Berechtigungen für Tabellen, Prozeduren und Ansichten festlegen</a:t>
            </a:r>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8574061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16451495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16010694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DDL – Data Definition Language</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wesentlicher Bestandteil von SQL</a:t>
            </a:r>
          </a:p>
          <a:p>
            <a:r>
              <a:rPr lang="de-DE" dirty="0"/>
              <a:t>wird verwendet, um die Struktur von Datenbankobjekten zu definieren und zu verwalten</a:t>
            </a:r>
          </a:p>
          <a:p>
            <a:r>
              <a:rPr lang="de-DE" dirty="0"/>
              <a:t>enthaltene Befehle sind:</a:t>
            </a:r>
          </a:p>
          <a:p>
            <a:pPr lvl="1"/>
            <a:r>
              <a:rPr lang="de-DE" dirty="0"/>
              <a:t>CREATE (erstellen)</a:t>
            </a:r>
          </a:p>
          <a:p>
            <a:pPr lvl="1"/>
            <a:r>
              <a:rPr lang="de-DE" dirty="0"/>
              <a:t>ALTER (ändern)</a:t>
            </a:r>
          </a:p>
          <a:p>
            <a:pPr lvl="1"/>
            <a:r>
              <a:rPr lang="de-DE" dirty="0"/>
              <a:t>DROP (löschen)</a:t>
            </a:r>
          </a:p>
          <a:p>
            <a:pPr lvl="1"/>
            <a:r>
              <a:rPr lang="de-DE" dirty="0"/>
              <a:t>TRUNCATE (kürzen)</a:t>
            </a:r>
          </a:p>
          <a:p>
            <a:pPr lvl="1"/>
            <a:r>
              <a:rPr lang="de-DE" dirty="0"/>
              <a:t>RENAME (umbenennen)</a:t>
            </a:r>
          </a:p>
          <a:p>
            <a:endParaRPr lang="de-DE"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1024764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neue Datenbankobjekte wie Tabellen, Schemata, Indizes und Ansichten zu erstellen</a:t>
            </a:r>
          </a:p>
          <a:p>
            <a:r>
              <a:rPr lang="de-DE" u="sng" dirty="0"/>
              <a:t>Beispiel für das Anlegen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933460" y="3620589"/>
            <a:ext cx="4505146" cy="1631216"/>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CREATE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 (</a:t>
            </a:r>
          </a:p>
          <a:p>
            <a:r>
              <a:rPr lang="en-US" sz="2000" dirty="0">
                <a:latin typeface="Artifakt Element Heavy" panose="020B0B03050000020004" pitchFamily="34" charset="0"/>
                <a:ea typeface="Artifakt Element Heavy" panose="020B0B03050000020004" pitchFamily="34" charset="0"/>
              </a:rPr>
              <a:t>    ID INT NOT NULL PRIMARY KEY,</a:t>
            </a:r>
          </a:p>
          <a:p>
            <a:r>
              <a:rPr lang="en-US" sz="2000" dirty="0">
                <a:latin typeface="Artifakt Element Heavy" panose="020B0B03050000020004" pitchFamily="34" charset="0"/>
                <a:ea typeface="Artifakt Element Heavy" panose="020B0B03050000020004" pitchFamily="34" charset="0"/>
              </a:rPr>
              <a:t>    Name VARCHAR(100),</a:t>
            </a:r>
          </a:p>
          <a:p>
            <a:r>
              <a:rPr lang="en-US" sz="2000" dirty="0">
                <a:latin typeface="Artifakt Element Heavy" panose="020B0B03050000020004" pitchFamily="34" charset="0"/>
                <a:ea typeface="Artifakt Element Heavy" panose="020B0B03050000020004" pitchFamily="34" charset="0"/>
              </a:rPr>
              <a:t>    </a:t>
            </a:r>
            <a:r>
              <a:rPr lang="en-US" sz="2000" dirty="0" err="1">
                <a:latin typeface="Artifakt Element Heavy" panose="020B0B03050000020004" pitchFamily="34" charset="0"/>
                <a:ea typeface="Artifakt Element Heavy" panose="020B0B03050000020004" pitchFamily="34" charset="0"/>
              </a:rPr>
              <a:t>Geburtsdatum</a:t>
            </a:r>
            <a:r>
              <a:rPr lang="en-US" sz="2000" dirty="0">
                <a:latin typeface="Artifakt Element Heavy" panose="020B0B03050000020004" pitchFamily="34" charset="0"/>
                <a:ea typeface="Artifakt Element Heavy" panose="020B0B03050000020004" pitchFamily="34" charset="0"/>
              </a:rPr>
              <a:t> DATE</a:t>
            </a:r>
          </a:p>
          <a:p>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6543231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ALTER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bestehende Datenbankobjekte geändert werden </a:t>
            </a:r>
            <a:r>
              <a:rPr lang="de-DE" dirty="0">
                <a:sym typeface="Wingdings" panose="05000000000000000000" pitchFamily="2" charset="2"/>
              </a:rPr>
              <a:t></a:t>
            </a:r>
            <a:r>
              <a:rPr lang="de-DE" dirty="0"/>
              <a:t> man kann Spalten hinzufügen, ändern oder löschen</a:t>
            </a:r>
          </a:p>
          <a:p>
            <a:r>
              <a:rPr lang="de-DE" u="sng" dirty="0"/>
              <a:t>Beispiel für das Ändern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811461" y="3801239"/>
            <a:ext cx="6569077" cy="400110"/>
          </a:xfrm>
          <a:prstGeom prst="rect">
            <a:avLst/>
          </a:prstGeom>
          <a:noFill/>
        </p:spPr>
        <p:txBody>
          <a:bodyPr wrap="square" rtlCol="0">
            <a:spAutoFit/>
          </a:bodyPr>
          <a:lstStyle/>
          <a:p>
            <a:r>
              <a:rPr lang="en-US" sz="2000">
                <a:latin typeface="Artifakt Element Heavy" panose="020B0B03050000020004" pitchFamily="34" charset="0"/>
                <a:ea typeface="Artifakt Element Heavy" panose="020B0B03050000020004" pitchFamily="34" charset="0"/>
              </a:rPr>
              <a:t>ALTER TABLE Studenten ADD Email VARCHAR(100);</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33829552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DROP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Datenbankobjekte zu löschen</a:t>
            </a:r>
          </a:p>
          <a:p>
            <a:r>
              <a:rPr lang="de-DE" u="sng" dirty="0"/>
              <a:t>Beispiel für das Löschen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952284" y="3348393"/>
            <a:ext cx="3441293"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DROP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7572350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TRUNCATE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alle Daten aus einer Tabelle, ohne die Tabellenstruktur zu löschen, zu entfernen</a:t>
            </a:r>
          </a:p>
          <a:p>
            <a:r>
              <a:rPr lang="de-DE" u="sng" dirty="0"/>
              <a:t>Beispiel für das Kürzen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3494842" y="3601184"/>
            <a:ext cx="3776815"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TRUNCATE TABLE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26687090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RENAME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den Namen eines Datenobjekts zu ändern</a:t>
            </a:r>
          </a:p>
          <a:p>
            <a:r>
              <a:rPr lang="de-DE" u="sng" dirty="0"/>
              <a:t>Beispiel für das Umbenennen einer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667529" y="3601184"/>
            <a:ext cx="5866872" cy="400110"/>
          </a:xfrm>
          <a:prstGeom prst="rect">
            <a:avLst/>
          </a:prstGeom>
          <a:noFill/>
        </p:spPr>
        <p:txBody>
          <a:bodyPr wrap="square" rtlCol="0">
            <a:spAutoFit/>
          </a:bodyPr>
          <a:lstStyle/>
          <a:p>
            <a:r>
              <a:rPr lang="de-DE" sz="2000" dirty="0">
                <a:latin typeface="Artifakt Element Heavy" panose="020B0B03050000020004" pitchFamily="34" charset="0"/>
                <a:ea typeface="Artifakt Element Heavy" panose="020B0B03050000020004" pitchFamily="34" charset="0"/>
              </a:rPr>
              <a:t>ALTER TABLE Studenten RENAME TO </a:t>
            </a:r>
            <a:r>
              <a:rPr lang="de-DE" sz="2000" dirty="0" err="1">
                <a:latin typeface="Artifakt Element Heavy" panose="020B0B03050000020004" pitchFamily="34" charset="0"/>
                <a:ea typeface="Artifakt Element Heavy" panose="020B0B03050000020004" pitchFamily="34" charset="0"/>
              </a:rPr>
              <a:t>Schueler</a:t>
            </a:r>
            <a:r>
              <a:rPr lang="de-DE" sz="2000" dirty="0">
                <a:latin typeface="Artifakt Element Heavy" panose="020B0B03050000020004" pitchFamily="34" charset="0"/>
                <a:ea typeface="Artifakt Element Heavy" panose="020B0B03050000020004" pitchFamily="34" charset="0"/>
              </a:rPr>
              <a:t>;</a:t>
            </a:r>
          </a:p>
        </p:txBody>
      </p:sp>
    </p:spTree>
    <p:extLst>
      <p:ext uri="{BB962C8B-B14F-4D97-AF65-F5344CB8AC3E}">
        <p14:creationId xmlns:p14="http://schemas.microsoft.com/office/powerpoint/2010/main" val="5625698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7" name="Inhaltsplatzhalter 3">
            <a:extLst>
              <a:ext uri="{FF2B5EF4-FFF2-40B4-BE49-F238E27FC236}">
                <a16:creationId xmlns:a16="http://schemas.microsoft.com/office/drawing/2014/main" id="{4BD678A7-34B0-4EFB-A102-91F5913F3A09}"/>
              </a:ext>
            </a:extLst>
          </p:cNvPr>
          <p:cNvSpPr txBox="1">
            <a:spLocks/>
          </p:cNvSpPr>
          <p:nvPr/>
        </p:nvSpPr>
        <p:spPr>
          <a:xfrm>
            <a:off x="437007" y="1463316"/>
            <a:ext cx="8645266" cy="397933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	</a:t>
            </a:r>
            <a:r>
              <a:rPr lang="en-US" sz="4000" dirty="0"/>
              <a:t>CREATE TABLE </a:t>
            </a:r>
            <a:r>
              <a:rPr lang="en-US" sz="4000" i="1" dirty="0" err="1">
                <a:solidFill>
                  <a:schemeClr val="accent6">
                    <a:lumMod val="60000"/>
                    <a:lumOff val="40000"/>
                  </a:schemeClr>
                </a:solidFill>
              </a:rPr>
              <a:t>Tabellenname</a:t>
            </a:r>
            <a:br>
              <a:rPr lang="en-US" sz="4000" dirty="0"/>
            </a:br>
            <a:r>
              <a:rPr lang="en-US" sz="4000" dirty="0"/>
              <a:t>	(</a:t>
            </a:r>
            <a:br>
              <a:rPr lang="en-US" sz="4000" dirty="0"/>
            </a:br>
            <a:r>
              <a:rPr lang="en-US" sz="4000" dirty="0"/>
              <a:t>	</a:t>
            </a:r>
            <a:r>
              <a:rPr lang="en-US" sz="4000" i="1" dirty="0">
                <a:solidFill>
                  <a:srgbClr val="FF0000"/>
                </a:solidFill>
              </a:rPr>
              <a:t>SpaltenName1</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r>
              <a:rPr lang="en-US" sz="4000" i="1" dirty="0">
                <a:solidFill>
                  <a:srgbClr val="FF0000"/>
                </a:solidFill>
              </a:rPr>
              <a:t>SpaltenName2</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r>
              <a:rPr lang="en-US" sz="4000" i="1" dirty="0">
                <a:solidFill>
                  <a:srgbClr val="FF0000"/>
                </a:solidFill>
              </a:rPr>
              <a:t>SpaltenName3</a:t>
            </a:r>
            <a:r>
              <a:rPr lang="en-US" sz="4000" i="1" dirty="0"/>
              <a:t> </a:t>
            </a:r>
            <a:r>
              <a:rPr lang="en-US" sz="4000" i="1" dirty="0" err="1">
                <a:solidFill>
                  <a:schemeClr val="accent1">
                    <a:lumMod val="75000"/>
                  </a:schemeClr>
                </a:solidFill>
              </a:rPr>
              <a:t>Datentyp</a:t>
            </a:r>
            <a:r>
              <a:rPr lang="en-US" sz="4000" dirty="0"/>
              <a:t>(</a:t>
            </a:r>
            <a:r>
              <a:rPr lang="en-US" sz="4000" i="1" dirty="0" err="1">
                <a:solidFill>
                  <a:schemeClr val="accent4">
                    <a:lumMod val="75000"/>
                  </a:schemeClr>
                </a:solidFill>
              </a:rPr>
              <a:t>Feldgröße</a:t>
            </a:r>
            <a:r>
              <a:rPr lang="en-US" sz="4000" dirty="0"/>
              <a:t>),</a:t>
            </a:r>
            <a:br>
              <a:rPr lang="en-US" sz="4000" dirty="0"/>
            </a:br>
            <a:r>
              <a:rPr lang="en-US" sz="4000" dirty="0"/>
              <a:t>	....</a:t>
            </a:r>
            <a:br>
              <a:rPr lang="en-US" sz="4000" dirty="0"/>
            </a:br>
            <a:r>
              <a:rPr lang="en-US" sz="4000" dirty="0"/>
              <a:t>	);</a:t>
            </a:r>
            <a:endParaRPr lang="de-DE" sz="4000" dirty="0"/>
          </a:p>
        </p:txBody>
      </p:sp>
      <p:sp>
        <p:nvSpPr>
          <p:cNvPr id="9" name="Textfeld 8">
            <a:extLst>
              <a:ext uri="{FF2B5EF4-FFF2-40B4-BE49-F238E27FC236}">
                <a16:creationId xmlns:a16="http://schemas.microsoft.com/office/drawing/2014/main" id="{F1869261-3FBC-4F13-8512-274E635C5E0C}"/>
              </a:ext>
            </a:extLst>
          </p:cNvPr>
          <p:cNvSpPr txBox="1"/>
          <p:nvPr/>
        </p:nvSpPr>
        <p:spPr>
          <a:xfrm>
            <a:off x="443520" y="5071309"/>
            <a:ext cx="3369391" cy="707886"/>
          </a:xfrm>
          <a:prstGeom prst="rect">
            <a:avLst/>
          </a:prstGeom>
          <a:noFill/>
        </p:spPr>
        <p:txBody>
          <a:bodyPr wrap="square" rtlCol="0">
            <a:spAutoFit/>
          </a:bodyPr>
          <a:lstStyle/>
          <a:p>
            <a:r>
              <a:rPr lang="de-DE" sz="2000" dirty="0">
                <a:solidFill>
                  <a:srgbClr val="FF0000"/>
                </a:solidFill>
              </a:rPr>
              <a:t>Name der 1., 2., 3, …. – Spalte</a:t>
            </a:r>
          </a:p>
          <a:p>
            <a:r>
              <a:rPr lang="de-DE" sz="2000" dirty="0">
                <a:solidFill>
                  <a:srgbClr val="FF0000"/>
                </a:solidFill>
              </a:rPr>
              <a:t>Also z.B. Name, Vorname, ID,…</a:t>
            </a:r>
          </a:p>
        </p:txBody>
      </p:sp>
      <p:cxnSp>
        <p:nvCxnSpPr>
          <p:cNvPr id="10" name="Gerade Verbindung mit Pfeil 9">
            <a:extLst>
              <a:ext uri="{FF2B5EF4-FFF2-40B4-BE49-F238E27FC236}">
                <a16:creationId xmlns:a16="http://schemas.microsoft.com/office/drawing/2014/main" id="{48BB5D8D-6677-4B12-A96D-12F7B62FB0C2}"/>
              </a:ext>
            </a:extLst>
          </p:cNvPr>
          <p:cNvCxnSpPr/>
          <p:nvPr/>
        </p:nvCxnSpPr>
        <p:spPr>
          <a:xfrm flipV="1">
            <a:off x="2144128" y="3777698"/>
            <a:ext cx="450760" cy="129361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30DFDEC8-6585-4AC0-94AC-354928CD9FFE}"/>
              </a:ext>
            </a:extLst>
          </p:cNvPr>
          <p:cNvCxnSpPr/>
          <p:nvPr/>
        </p:nvCxnSpPr>
        <p:spPr>
          <a:xfrm flipH="1" flipV="1">
            <a:off x="5040835" y="3694736"/>
            <a:ext cx="348558" cy="976157"/>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F391DC08-4A14-47E2-9172-C752455D4E1A}"/>
              </a:ext>
            </a:extLst>
          </p:cNvPr>
          <p:cNvSpPr txBox="1"/>
          <p:nvPr/>
        </p:nvSpPr>
        <p:spPr>
          <a:xfrm>
            <a:off x="4164175" y="4700775"/>
            <a:ext cx="3369391" cy="1323439"/>
          </a:xfrm>
          <a:prstGeom prst="rect">
            <a:avLst/>
          </a:prstGeom>
          <a:noFill/>
        </p:spPr>
        <p:txBody>
          <a:bodyPr wrap="square" rtlCol="0">
            <a:spAutoFit/>
          </a:bodyPr>
          <a:lstStyle/>
          <a:p>
            <a:r>
              <a:rPr lang="de-DE" sz="2000" dirty="0">
                <a:solidFill>
                  <a:schemeClr val="accent5"/>
                </a:solidFill>
              </a:rPr>
              <a:t>Ein Datentyp bezeichnet den Typ des </a:t>
            </a:r>
            <a:r>
              <a:rPr lang="de-DE" sz="2000" dirty="0" err="1">
                <a:solidFill>
                  <a:schemeClr val="accent5"/>
                </a:solidFill>
              </a:rPr>
              <a:t>Spaltennames</a:t>
            </a:r>
            <a:r>
              <a:rPr lang="de-DE" sz="2000" dirty="0">
                <a:solidFill>
                  <a:schemeClr val="accent5"/>
                </a:solidFill>
              </a:rPr>
              <a:t>, z.B. ID = Typ Integer, Name = Typ </a:t>
            </a:r>
            <a:r>
              <a:rPr lang="de-DE" sz="2000" dirty="0" err="1">
                <a:solidFill>
                  <a:schemeClr val="accent5"/>
                </a:solidFill>
              </a:rPr>
              <a:t>VarChar</a:t>
            </a:r>
            <a:endParaRPr lang="de-DE" sz="2000" dirty="0">
              <a:solidFill>
                <a:schemeClr val="accent5"/>
              </a:solidFill>
            </a:endParaRPr>
          </a:p>
        </p:txBody>
      </p:sp>
      <p:sp>
        <p:nvSpPr>
          <p:cNvPr id="13" name="Textfeld 12">
            <a:extLst>
              <a:ext uri="{FF2B5EF4-FFF2-40B4-BE49-F238E27FC236}">
                <a16:creationId xmlns:a16="http://schemas.microsoft.com/office/drawing/2014/main" id="{82CB1428-B293-4E68-A425-4DADA90745F4}"/>
              </a:ext>
            </a:extLst>
          </p:cNvPr>
          <p:cNvSpPr txBox="1"/>
          <p:nvPr/>
        </p:nvSpPr>
        <p:spPr>
          <a:xfrm>
            <a:off x="7559321" y="4690442"/>
            <a:ext cx="3369391" cy="1323439"/>
          </a:xfrm>
          <a:prstGeom prst="rect">
            <a:avLst/>
          </a:prstGeom>
          <a:noFill/>
        </p:spPr>
        <p:txBody>
          <a:bodyPr wrap="square" rtlCol="0">
            <a:spAutoFit/>
          </a:bodyPr>
          <a:lstStyle/>
          <a:p>
            <a:r>
              <a:rPr lang="de-DE" sz="2000" dirty="0">
                <a:solidFill>
                  <a:schemeClr val="accent4">
                    <a:lumMod val="75000"/>
                  </a:schemeClr>
                </a:solidFill>
              </a:rPr>
              <a:t>Die Feldgröße gibt an wie viele ZEICHEN der eingetragene Wert in der jeweiligen Spalte haben darf</a:t>
            </a:r>
          </a:p>
        </p:txBody>
      </p:sp>
      <p:cxnSp>
        <p:nvCxnSpPr>
          <p:cNvPr id="14" name="Gerade Verbindung mit Pfeil 13">
            <a:extLst>
              <a:ext uri="{FF2B5EF4-FFF2-40B4-BE49-F238E27FC236}">
                <a16:creationId xmlns:a16="http://schemas.microsoft.com/office/drawing/2014/main" id="{D1A0C0C5-9611-4747-903D-EF580EE6B281}"/>
              </a:ext>
            </a:extLst>
          </p:cNvPr>
          <p:cNvCxnSpPr/>
          <p:nvPr/>
        </p:nvCxnSpPr>
        <p:spPr>
          <a:xfrm flipH="1" flipV="1">
            <a:off x="8028016" y="3690923"/>
            <a:ext cx="1080012" cy="106686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E91A3915-F808-48B9-8D28-8F63390CD374}"/>
              </a:ext>
            </a:extLst>
          </p:cNvPr>
          <p:cNvCxnSpPr/>
          <p:nvPr/>
        </p:nvCxnSpPr>
        <p:spPr>
          <a:xfrm flipH="1" flipV="1">
            <a:off x="7100600" y="2299403"/>
            <a:ext cx="1561142" cy="57013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AE4E8DC5-FD56-44D3-9DCC-D4549F71BC36}"/>
              </a:ext>
            </a:extLst>
          </p:cNvPr>
          <p:cNvSpPr txBox="1"/>
          <p:nvPr/>
        </p:nvSpPr>
        <p:spPr>
          <a:xfrm>
            <a:off x="8661742" y="2554414"/>
            <a:ext cx="3369391" cy="1015663"/>
          </a:xfrm>
          <a:prstGeom prst="rect">
            <a:avLst/>
          </a:prstGeom>
          <a:noFill/>
        </p:spPr>
        <p:txBody>
          <a:bodyPr wrap="square" rtlCol="0">
            <a:spAutoFit/>
          </a:bodyPr>
          <a:lstStyle/>
          <a:p>
            <a:r>
              <a:rPr lang="de-DE" sz="2000" dirty="0">
                <a:solidFill>
                  <a:schemeClr val="accent6"/>
                </a:solidFill>
              </a:rPr>
              <a:t>Name der Tabelle, </a:t>
            </a:r>
            <a:r>
              <a:rPr lang="de-DE" sz="2000" dirty="0" err="1">
                <a:solidFill>
                  <a:schemeClr val="accent6"/>
                </a:solidFill>
              </a:rPr>
              <a:t>z.B</a:t>
            </a:r>
            <a:r>
              <a:rPr lang="de-DE" sz="2000" dirty="0">
                <a:solidFill>
                  <a:schemeClr val="accent6"/>
                </a:solidFill>
              </a:rPr>
              <a:t> Professor, Student, Lehrer, Kellner,…</a:t>
            </a:r>
          </a:p>
        </p:txBody>
      </p:sp>
    </p:spTree>
    <p:extLst>
      <p:ext uri="{BB962C8B-B14F-4D97-AF65-F5344CB8AC3E}">
        <p14:creationId xmlns:p14="http://schemas.microsoft.com/office/powerpoint/2010/main" val="526723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br>
              <a:rPr lang="de-DE" dirty="0"/>
            </a:br>
            <a:r>
              <a:rPr lang="de-DE" sz="4000" b="0" dirty="0"/>
              <a:t>Häufig genutzte Datentypen</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b="1" dirty="0"/>
              <a:t>INT</a:t>
            </a:r>
            <a:r>
              <a:rPr lang="de-DE" dirty="0"/>
              <a:t> (Integer </a:t>
            </a:r>
            <a:r>
              <a:rPr lang="de-DE" dirty="0">
                <a:sym typeface="Wingdings" panose="05000000000000000000" pitchFamily="2" charset="2"/>
              </a:rPr>
              <a:t>Ganzzahl)  „Erhöhung“ auf INTEGER NOT NULL</a:t>
            </a:r>
          </a:p>
          <a:p>
            <a:r>
              <a:rPr lang="de-DE" b="1" dirty="0">
                <a:sym typeface="Wingdings" panose="05000000000000000000" pitchFamily="2" charset="2"/>
              </a:rPr>
              <a:t>CHAR</a:t>
            </a:r>
            <a:r>
              <a:rPr lang="de-DE" dirty="0">
                <a:sym typeface="Wingdings" panose="05000000000000000000" pitchFamily="2" charset="2"/>
              </a:rPr>
              <a:t>(n) oder </a:t>
            </a:r>
            <a:r>
              <a:rPr lang="de-DE" b="1" dirty="0">
                <a:sym typeface="Wingdings" panose="05000000000000000000" pitchFamily="2" charset="2"/>
              </a:rPr>
              <a:t>VARCHAR</a:t>
            </a:r>
            <a:r>
              <a:rPr lang="de-DE" dirty="0">
                <a:sym typeface="Wingdings" panose="05000000000000000000" pitchFamily="2" charset="2"/>
              </a:rPr>
              <a:t>(n)  </a:t>
            </a:r>
            <a:r>
              <a:rPr lang="de-DE" dirty="0">
                <a:solidFill>
                  <a:srgbClr val="FF0000"/>
                </a:solidFill>
                <a:sym typeface="Wingdings" panose="05000000000000000000" pitchFamily="2" charset="2"/>
              </a:rPr>
              <a:t>Unterschiede? </a:t>
            </a:r>
            <a:r>
              <a:rPr lang="de-DE" dirty="0">
                <a:sym typeface="Wingdings" panose="05000000000000000000" pitchFamily="2" charset="2"/>
              </a:rPr>
              <a:t>(Variable Zeichenketten)</a:t>
            </a:r>
          </a:p>
          <a:p>
            <a:r>
              <a:rPr lang="de-DE" b="1" dirty="0">
                <a:sym typeface="Wingdings" panose="05000000000000000000" pitchFamily="2" charset="2"/>
              </a:rPr>
              <a:t>DATE</a:t>
            </a:r>
            <a:r>
              <a:rPr lang="de-DE" dirty="0">
                <a:sym typeface="Wingdings" panose="05000000000000000000" pitchFamily="2" charset="2"/>
              </a:rPr>
              <a:t> (Datumsangaben)</a:t>
            </a:r>
          </a:p>
          <a:p>
            <a:r>
              <a:rPr lang="de-DE" b="1" dirty="0">
                <a:sym typeface="Wingdings" panose="05000000000000000000" pitchFamily="2" charset="2"/>
              </a:rPr>
              <a:t>BOOLEAN</a:t>
            </a:r>
            <a:r>
              <a:rPr lang="de-DE" dirty="0">
                <a:sym typeface="Wingdings" panose="05000000000000000000" pitchFamily="2" charset="2"/>
              </a:rPr>
              <a:t> (Wahrheitswerte)</a:t>
            </a:r>
          </a:p>
          <a:p>
            <a:r>
              <a:rPr lang="de-DE" b="1" dirty="0">
                <a:sym typeface="Wingdings" panose="05000000000000000000" pitchFamily="2" charset="2"/>
              </a:rPr>
              <a:t>FLOAT</a:t>
            </a:r>
            <a:r>
              <a:rPr lang="de-DE" dirty="0">
                <a:sym typeface="Wingdings" panose="05000000000000000000" pitchFamily="2" charset="2"/>
              </a:rPr>
              <a:t> (Gleitkommazahl) </a:t>
            </a:r>
            <a:r>
              <a:rPr lang="de-DE" dirty="0">
                <a:solidFill>
                  <a:srgbClr val="FF0000"/>
                </a:solidFill>
                <a:sym typeface="Wingdings" panose="05000000000000000000" pitchFamily="2" charset="2"/>
              </a:rPr>
              <a:t>DECIMAL(5,2)</a:t>
            </a:r>
            <a:endParaRPr lang="de-DE" dirty="0">
              <a:sym typeface="Wingdings" panose="05000000000000000000" pitchFamily="2" charset="2"/>
            </a:endParaRPr>
          </a:p>
          <a:p>
            <a:endParaRPr lang="de-DE"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8091204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CREATE in Anwendung</a:t>
            </a:r>
            <a:br>
              <a:rPr lang="de-DE" dirty="0"/>
            </a:br>
            <a:r>
              <a:rPr lang="de-DE" sz="4000" b="0" dirty="0"/>
              <a:t>Primär –und Fremdschlüssel</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b="1" u="sng" dirty="0"/>
              <a:t>Primärschlüssel:</a:t>
            </a:r>
          </a:p>
          <a:p>
            <a:endParaRPr lang="de-DE" dirty="0"/>
          </a:p>
          <a:p>
            <a:r>
              <a:rPr lang="de-DE" b="1" u="sng" dirty="0"/>
              <a:t>Fremdschlüssel:</a:t>
            </a:r>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55F2A934-8018-4CC9-BB47-B6261A257ED0}"/>
              </a:ext>
            </a:extLst>
          </p:cNvPr>
          <p:cNvSpPr txBox="1"/>
          <p:nvPr/>
        </p:nvSpPr>
        <p:spPr>
          <a:xfrm>
            <a:off x="533928" y="2399401"/>
            <a:ext cx="6563557" cy="400110"/>
          </a:xfrm>
          <a:prstGeom prst="rect">
            <a:avLst/>
          </a:prstGeom>
          <a:noFill/>
        </p:spPr>
        <p:txBody>
          <a:bodyPr wrap="square" rtlCol="0">
            <a:spAutoFit/>
          </a:bodyPr>
          <a:lstStyle/>
          <a:p>
            <a:r>
              <a:rPr lang="de-DE" sz="2000" dirty="0" err="1">
                <a:latin typeface="Artifakt Element Heavy" panose="020B0B03050000020004" pitchFamily="34" charset="0"/>
                <a:ea typeface="Artifakt Element Heavy" panose="020B0B03050000020004" pitchFamily="34" charset="0"/>
              </a:rPr>
              <a:t>studentID</a:t>
            </a:r>
            <a:r>
              <a:rPr lang="de-DE" sz="2000" dirty="0">
                <a:latin typeface="Artifakt Element Heavy" panose="020B0B03050000020004" pitchFamily="34" charset="0"/>
                <a:ea typeface="Artifakt Element Heavy" panose="020B0B03050000020004" pitchFamily="34" charset="0"/>
              </a:rPr>
              <a:t> INTEGER NOT NULL PRIMARY KEY</a:t>
            </a:r>
          </a:p>
        </p:txBody>
      </p:sp>
      <p:sp>
        <p:nvSpPr>
          <p:cNvPr id="6" name="Textfeld 5">
            <a:extLst>
              <a:ext uri="{FF2B5EF4-FFF2-40B4-BE49-F238E27FC236}">
                <a16:creationId xmlns:a16="http://schemas.microsoft.com/office/drawing/2014/main" id="{9608D743-6625-40B5-B810-C145966E93C7}"/>
              </a:ext>
            </a:extLst>
          </p:cNvPr>
          <p:cNvSpPr txBox="1"/>
          <p:nvPr/>
        </p:nvSpPr>
        <p:spPr>
          <a:xfrm>
            <a:off x="533927" y="3373794"/>
            <a:ext cx="8244313" cy="400110"/>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FOREIGN KEY (</a:t>
            </a:r>
            <a:r>
              <a:rPr lang="en-US" sz="2000" dirty="0" err="1">
                <a:latin typeface="Artifakt Element Heavy" panose="020B0B03050000020004" pitchFamily="34" charset="0"/>
                <a:ea typeface="Artifakt Element Heavy" panose="020B0B03050000020004" pitchFamily="34" charset="0"/>
              </a:rPr>
              <a:t>StudentID</a:t>
            </a:r>
            <a:r>
              <a:rPr lang="en-US" sz="2000" dirty="0">
                <a:latin typeface="Artifakt Element Heavy" panose="020B0B03050000020004" pitchFamily="34" charset="0"/>
                <a:ea typeface="Artifakt Element Heavy" panose="020B0B03050000020004" pitchFamily="34" charset="0"/>
              </a:rPr>
              <a:t>) REFERENCES </a:t>
            </a:r>
            <a:r>
              <a:rPr lang="en-US" sz="2000" dirty="0" err="1">
                <a:latin typeface="Artifakt Element Heavy" panose="020B0B03050000020004" pitchFamily="34" charset="0"/>
                <a:ea typeface="Artifakt Element Heavy" panose="020B0B03050000020004" pitchFamily="34" charset="0"/>
              </a:rPr>
              <a:t>Studenten</a:t>
            </a:r>
            <a:r>
              <a:rPr lang="en-US" sz="2000" dirty="0">
                <a:latin typeface="Artifakt Element Heavy" panose="020B0B03050000020004" pitchFamily="34" charset="0"/>
                <a:ea typeface="Artifakt Element Heavy" panose="020B0B03050000020004" pitchFamily="34" charset="0"/>
              </a:rPr>
              <a:t>(</a:t>
            </a:r>
            <a:r>
              <a:rPr lang="en-US" sz="2000" dirty="0" err="1">
                <a:latin typeface="Artifakt Element Heavy" panose="020B0B03050000020004" pitchFamily="34" charset="0"/>
                <a:ea typeface="Artifakt Element Heavy" panose="020B0B03050000020004" pitchFamily="34" charset="0"/>
              </a:rPr>
              <a:t>StudentID</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
        <p:nvSpPr>
          <p:cNvPr id="8" name="Textfeld 7">
            <a:extLst>
              <a:ext uri="{FF2B5EF4-FFF2-40B4-BE49-F238E27FC236}">
                <a16:creationId xmlns:a16="http://schemas.microsoft.com/office/drawing/2014/main" id="{EF90838A-EA40-49F5-915C-E1BD01212AE7}"/>
              </a:ext>
            </a:extLst>
          </p:cNvPr>
          <p:cNvSpPr txBox="1"/>
          <p:nvPr/>
        </p:nvSpPr>
        <p:spPr>
          <a:xfrm>
            <a:off x="4420127" y="3773904"/>
            <a:ext cx="8716226" cy="3046988"/>
          </a:xfrm>
          <a:prstGeom prst="rect">
            <a:avLst/>
          </a:prstGeom>
          <a:noFill/>
        </p:spPr>
        <p:txBody>
          <a:bodyPr wrap="square" rtlCol="0">
            <a:spAutoFit/>
          </a:bodyPr>
          <a:lstStyle/>
          <a:p>
            <a:r>
              <a:rPr lang="de-DE" sz="1600" dirty="0">
                <a:latin typeface="Artifakt Element Heavy" panose="020B0B03050000020004" pitchFamily="34" charset="0"/>
                <a:ea typeface="Artifakt Element Heavy" panose="020B0B03050000020004" pitchFamily="34" charset="0"/>
              </a:rPr>
              <a:t>CREATE TABLE Kurse (</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INTEGER NOT NULL PRIMARY KEY,</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KursName</a:t>
            </a:r>
            <a:r>
              <a:rPr lang="de-DE" sz="1600" dirty="0">
                <a:latin typeface="Artifakt Element Heavy" panose="020B0B03050000020004" pitchFamily="34" charset="0"/>
                <a:ea typeface="Artifakt Element Heavy" panose="020B0B03050000020004" pitchFamily="34" charset="0"/>
              </a:rPr>
              <a:t> VARCHAR(100)</a:t>
            </a:r>
          </a:p>
          <a:p>
            <a:r>
              <a:rPr lang="de-DE" sz="1600" dirty="0">
                <a:latin typeface="Artifakt Element Heavy" panose="020B0B03050000020004" pitchFamily="34" charset="0"/>
                <a:ea typeface="Artifakt Element Heavy" panose="020B0B03050000020004" pitchFamily="34" charset="0"/>
              </a:rPr>
              <a:t>);</a:t>
            </a:r>
          </a:p>
          <a:p>
            <a:endParaRPr lang="de-DE" sz="1600" dirty="0">
              <a:latin typeface="Artifakt Element Heavy" panose="020B0B03050000020004" pitchFamily="34" charset="0"/>
              <a:ea typeface="Artifakt Element Heavy" panose="020B0B03050000020004" pitchFamily="34" charset="0"/>
            </a:endParaRPr>
          </a:p>
          <a:p>
            <a:r>
              <a:rPr lang="de-DE" sz="1600" dirty="0">
                <a:latin typeface="Artifakt Element Heavy" panose="020B0B03050000020004" pitchFamily="34" charset="0"/>
                <a:ea typeface="Artifakt Element Heavy" panose="020B0B03050000020004" pitchFamily="34" charset="0"/>
              </a:rPr>
              <a:t>CREATE TABLE Anmeldungen (</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AnmeldungID</a:t>
            </a:r>
            <a:r>
              <a:rPr lang="de-DE" sz="1600" dirty="0">
                <a:latin typeface="Artifakt Element Heavy" panose="020B0B03050000020004" pitchFamily="34" charset="0"/>
                <a:ea typeface="Artifakt Element Heavy" panose="020B0B03050000020004" pitchFamily="34" charset="0"/>
              </a:rPr>
              <a:t> INTEGER NOT NULL PRIMARY KEY,</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 INT,</a:t>
            </a:r>
          </a:p>
          <a:p>
            <a:r>
              <a:rPr lang="de-DE" sz="1600" dirty="0">
                <a:latin typeface="Artifakt Element Heavy" panose="020B0B03050000020004" pitchFamily="34" charset="0"/>
                <a:ea typeface="Artifakt Element Heavy" panose="020B0B03050000020004" pitchFamily="34" charset="0"/>
              </a:rPr>
              <a:t>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INT,</a:t>
            </a:r>
          </a:p>
          <a:p>
            <a:r>
              <a:rPr lang="de-DE" sz="1600" dirty="0">
                <a:latin typeface="Artifakt Element Heavy" panose="020B0B03050000020004" pitchFamily="34" charset="0"/>
                <a:ea typeface="Artifakt Element Heavy" panose="020B0B03050000020004" pitchFamily="34" charset="0"/>
              </a:rPr>
              <a:t>    FOREIGN KEY (</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 REFERENCES Studenten(</a:t>
            </a:r>
            <a:r>
              <a:rPr lang="de-DE" sz="1600" dirty="0" err="1">
                <a:latin typeface="Artifakt Element Heavy" panose="020B0B03050000020004" pitchFamily="34" charset="0"/>
                <a:ea typeface="Artifakt Element Heavy" panose="020B0B03050000020004" pitchFamily="34" charset="0"/>
              </a:rPr>
              <a:t>StudentID</a:t>
            </a:r>
            <a:r>
              <a:rPr lang="de-DE" sz="1600" dirty="0">
                <a:latin typeface="Artifakt Element Heavy" panose="020B0B03050000020004" pitchFamily="34" charset="0"/>
                <a:ea typeface="Artifakt Element Heavy" panose="020B0B03050000020004" pitchFamily="34" charset="0"/>
              </a:rPr>
              <a:t>),</a:t>
            </a:r>
          </a:p>
          <a:p>
            <a:r>
              <a:rPr lang="de-DE" sz="1600" dirty="0">
                <a:latin typeface="Artifakt Element Heavy" panose="020B0B03050000020004" pitchFamily="34" charset="0"/>
                <a:ea typeface="Artifakt Element Heavy" panose="020B0B03050000020004" pitchFamily="34" charset="0"/>
              </a:rPr>
              <a:t>    FOREIGN KEY (</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 REFERENCES Kurse(</a:t>
            </a:r>
            <a:r>
              <a:rPr lang="de-DE" sz="1600" dirty="0" err="1">
                <a:latin typeface="Artifakt Element Heavy" panose="020B0B03050000020004" pitchFamily="34" charset="0"/>
                <a:ea typeface="Artifakt Element Heavy" panose="020B0B03050000020004" pitchFamily="34" charset="0"/>
              </a:rPr>
              <a:t>KursID</a:t>
            </a:r>
            <a:r>
              <a:rPr lang="de-DE" sz="1600" dirty="0">
                <a:latin typeface="Artifakt Element Heavy" panose="020B0B03050000020004" pitchFamily="34" charset="0"/>
                <a:ea typeface="Artifakt Element Heavy" panose="020B0B03050000020004" pitchFamily="34" charset="0"/>
              </a:rPr>
              <a:t>)</a:t>
            </a:r>
          </a:p>
          <a:p>
            <a:r>
              <a:rPr lang="de-DE" sz="1600" dirty="0">
                <a:latin typeface="Artifakt Element Heavy" panose="020B0B03050000020004" pitchFamily="34" charset="0"/>
                <a:ea typeface="Artifakt Element Heavy" panose="020B0B03050000020004" pitchFamily="34" charset="0"/>
              </a:rPr>
              <a:t>);</a:t>
            </a:r>
          </a:p>
        </p:txBody>
      </p:sp>
    </p:spTree>
    <p:extLst>
      <p:ext uri="{BB962C8B-B14F-4D97-AF65-F5344CB8AC3E}">
        <p14:creationId xmlns:p14="http://schemas.microsoft.com/office/powerpoint/2010/main" val="12868737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SQL-Bestandteile</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Textfeld 4">
            <a:extLst>
              <a:ext uri="{FF2B5EF4-FFF2-40B4-BE49-F238E27FC236}">
                <a16:creationId xmlns:a16="http://schemas.microsoft.com/office/drawing/2014/main" id="{3BE4E2F9-6476-4220-A6AE-6A1C20225594}"/>
              </a:ext>
            </a:extLst>
          </p:cNvPr>
          <p:cNvSpPr txBox="1"/>
          <p:nvPr/>
        </p:nvSpPr>
        <p:spPr>
          <a:xfrm>
            <a:off x="8544406" y="1907173"/>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DQL</a:t>
            </a:r>
          </a:p>
        </p:txBody>
      </p:sp>
      <p:sp>
        <p:nvSpPr>
          <p:cNvPr id="6" name="Textfeld 5">
            <a:extLst>
              <a:ext uri="{FF2B5EF4-FFF2-40B4-BE49-F238E27FC236}">
                <a16:creationId xmlns:a16="http://schemas.microsoft.com/office/drawing/2014/main" id="{5E9FC3B0-6A70-43F3-A400-5B9AEEB7B818}"/>
              </a:ext>
            </a:extLst>
          </p:cNvPr>
          <p:cNvSpPr txBox="1"/>
          <p:nvPr/>
        </p:nvSpPr>
        <p:spPr>
          <a:xfrm>
            <a:off x="4955177" y="1907172"/>
            <a:ext cx="1846215" cy="1015663"/>
          </a:xfrm>
          <a:prstGeom prst="rect">
            <a:avLst/>
          </a:prstGeom>
          <a:noFill/>
        </p:spPr>
        <p:txBody>
          <a:bodyPr wrap="square" rtlCol="0">
            <a:spAutoFit/>
          </a:bodyPr>
          <a:lstStyle/>
          <a:p>
            <a:r>
              <a:rPr lang="de-DE" sz="6000" dirty="0">
                <a:latin typeface="Artifakt Element Heavy" panose="020B0B03050000020004" pitchFamily="34" charset="0"/>
                <a:ea typeface="Artifakt Element Heavy" panose="020B0B03050000020004" pitchFamily="34" charset="0"/>
              </a:rPr>
              <a:t>DML</a:t>
            </a:r>
          </a:p>
        </p:txBody>
      </p:sp>
      <p:sp>
        <p:nvSpPr>
          <p:cNvPr id="7" name="Textfeld 6">
            <a:extLst>
              <a:ext uri="{FF2B5EF4-FFF2-40B4-BE49-F238E27FC236}">
                <a16:creationId xmlns:a16="http://schemas.microsoft.com/office/drawing/2014/main" id="{CE29837E-03AF-4F9C-951F-493646A8A470}"/>
              </a:ext>
            </a:extLst>
          </p:cNvPr>
          <p:cNvSpPr txBox="1"/>
          <p:nvPr/>
        </p:nvSpPr>
        <p:spPr>
          <a:xfrm>
            <a:off x="1094466" y="1907173"/>
            <a:ext cx="1846215"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DDL</a:t>
            </a:r>
          </a:p>
        </p:txBody>
      </p:sp>
      <p:sp>
        <p:nvSpPr>
          <p:cNvPr id="8" name="Textfeld 7">
            <a:extLst>
              <a:ext uri="{FF2B5EF4-FFF2-40B4-BE49-F238E27FC236}">
                <a16:creationId xmlns:a16="http://schemas.microsoft.com/office/drawing/2014/main" id="{646AEDE6-5736-4F08-98F9-3FE5B9B1A304}"/>
              </a:ext>
            </a:extLst>
          </p:cNvPr>
          <p:cNvSpPr txBox="1"/>
          <p:nvPr/>
        </p:nvSpPr>
        <p:spPr>
          <a:xfrm>
            <a:off x="3239588" y="4114316"/>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DCL</a:t>
            </a:r>
          </a:p>
        </p:txBody>
      </p:sp>
      <p:sp>
        <p:nvSpPr>
          <p:cNvPr id="9" name="Textfeld 8">
            <a:extLst>
              <a:ext uri="{FF2B5EF4-FFF2-40B4-BE49-F238E27FC236}">
                <a16:creationId xmlns:a16="http://schemas.microsoft.com/office/drawing/2014/main" id="{8556E30B-7390-4775-9D81-3DFF6CE989BC}"/>
              </a:ext>
            </a:extLst>
          </p:cNvPr>
          <p:cNvSpPr txBox="1"/>
          <p:nvPr/>
        </p:nvSpPr>
        <p:spPr>
          <a:xfrm>
            <a:off x="6828817" y="4111582"/>
            <a:ext cx="1715589" cy="1015663"/>
          </a:xfrm>
          <a:prstGeom prst="rect">
            <a:avLst/>
          </a:prstGeom>
          <a:noFill/>
        </p:spPr>
        <p:txBody>
          <a:bodyPr wrap="square" rtlCol="0">
            <a:spAutoFit/>
          </a:bodyPr>
          <a:lstStyle/>
          <a:p>
            <a:r>
              <a:rPr lang="de-DE" sz="6000" dirty="0">
                <a:solidFill>
                  <a:schemeClr val="bg1">
                    <a:lumMod val="95000"/>
                  </a:schemeClr>
                </a:solidFill>
                <a:latin typeface="Artifakt Element Heavy" panose="020B0B03050000020004" pitchFamily="34" charset="0"/>
                <a:ea typeface="Artifakt Element Heavy" panose="020B0B03050000020004" pitchFamily="34" charset="0"/>
              </a:rPr>
              <a:t>TCL</a:t>
            </a:r>
          </a:p>
        </p:txBody>
      </p:sp>
    </p:spTree>
    <p:extLst>
      <p:ext uri="{BB962C8B-B14F-4D97-AF65-F5344CB8AC3E}">
        <p14:creationId xmlns:p14="http://schemas.microsoft.com/office/powerpoint/2010/main" val="34011109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DML – Data Manipulation Language</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Teil von SQL, beschäftigt sich mit der Manipulation von Daten in einer Datenbank</a:t>
            </a:r>
          </a:p>
          <a:p>
            <a:r>
              <a:rPr lang="de-DE" dirty="0"/>
              <a:t>kann also Daten ….. </a:t>
            </a:r>
            <a:r>
              <a:rPr lang="de-DE" i="1" dirty="0">
                <a:solidFill>
                  <a:srgbClr val="009633"/>
                </a:solidFill>
              </a:rPr>
              <a:t>einfügen</a:t>
            </a:r>
            <a:r>
              <a:rPr lang="de-DE" dirty="0"/>
              <a:t>, </a:t>
            </a:r>
            <a:r>
              <a:rPr lang="de-DE" i="1" dirty="0">
                <a:solidFill>
                  <a:srgbClr val="009633"/>
                </a:solidFill>
              </a:rPr>
              <a:t>aktualisieren</a:t>
            </a:r>
            <a:r>
              <a:rPr lang="de-DE" dirty="0"/>
              <a:t>, </a:t>
            </a:r>
            <a:r>
              <a:rPr lang="de-DE" i="1" dirty="0">
                <a:solidFill>
                  <a:srgbClr val="009633"/>
                </a:solidFill>
              </a:rPr>
              <a:t>löschen</a:t>
            </a:r>
            <a:r>
              <a:rPr lang="de-DE" dirty="0"/>
              <a:t> und </a:t>
            </a:r>
            <a:r>
              <a:rPr lang="de-DE" i="1" dirty="0">
                <a:solidFill>
                  <a:srgbClr val="009633"/>
                </a:solidFill>
              </a:rPr>
              <a:t>abrufen</a:t>
            </a:r>
          </a:p>
          <a:p>
            <a:r>
              <a:rPr lang="de-DE" dirty="0"/>
              <a:t>in DML enthaltene Befehle sind:</a:t>
            </a:r>
          </a:p>
          <a:p>
            <a:pPr lvl="1"/>
            <a:r>
              <a:rPr lang="de-DE" dirty="0"/>
              <a:t>INSERT (einfügen)</a:t>
            </a:r>
          </a:p>
          <a:p>
            <a:pPr lvl="1"/>
            <a:r>
              <a:rPr lang="de-DE" dirty="0"/>
              <a:t>UPDATE (ändern)</a:t>
            </a:r>
          </a:p>
          <a:p>
            <a:pPr lvl="1"/>
            <a:r>
              <a:rPr lang="de-DE" dirty="0"/>
              <a:t>DELETE (löschen)</a:t>
            </a:r>
          </a:p>
          <a:p>
            <a:pPr lvl="1"/>
            <a:r>
              <a:rPr lang="de-DE" dirty="0"/>
              <a:t>SELECT (</a:t>
            </a:r>
            <a:r>
              <a:rPr lang="de-DE" dirty="0" err="1"/>
              <a:t>auswählen,abrufen</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2115351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DML – Data Manipulation Language</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u="sng" dirty="0"/>
              <a:t>Zusammengefasst:</a:t>
            </a:r>
          </a:p>
          <a:p>
            <a:pPr lvl="1"/>
            <a:r>
              <a:rPr lang="de-DE" b="1" dirty="0"/>
              <a:t>Aktualität und Korrektheit</a:t>
            </a:r>
            <a:r>
              <a:rPr lang="de-DE" dirty="0"/>
              <a:t>: DML-Befehle sorgen dafür, dass Daten in der Datenbank aktuell und korrekt bleiben</a:t>
            </a:r>
          </a:p>
          <a:p>
            <a:pPr lvl="1"/>
            <a:r>
              <a:rPr lang="de-DE" b="1" dirty="0"/>
              <a:t>Datenverwaltung</a:t>
            </a:r>
            <a:r>
              <a:rPr lang="de-DE" dirty="0"/>
              <a:t>: Sie ermöglichen die Verwaltung von Daten (Einfügen, Aktualisieren, Löschen)</a:t>
            </a:r>
          </a:p>
          <a:p>
            <a:pPr lvl="1"/>
            <a:r>
              <a:rPr lang="de-DE" b="1" dirty="0"/>
              <a:t>Datenanalyse</a:t>
            </a:r>
            <a:r>
              <a:rPr lang="de-DE" dirty="0"/>
              <a:t>: Sie unterstützen die Analyse von Daten</a:t>
            </a:r>
          </a:p>
          <a:p>
            <a:pPr lvl="1"/>
            <a:r>
              <a:rPr lang="de-DE" b="1" dirty="0"/>
              <a:t>Wichtigkeit für Anwendungen und Berichte</a:t>
            </a:r>
            <a:r>
              <a:rPr lang="de-DE" dirty="0"/>
              <a:t>: Essenziell für die Funktionalität von Anwendungen und die Erstellung von Berichten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682292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eine neue Zeile in eine Tabelle einzufügen</a:t>
            </a:r>
          </a:p>
          <a:p>
            <a:r>
              <a:rPr lang="de-DE" u="sng" dirty="0"/>
              <a:t>Beispiel für das Einfügen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707886"/>
          </a:xfrm>
          <a:prstGeom prst="rect">
            <a:avLst/>
          </a:prstGeom>
          <a:noFill/>
        </p:spPr>
        <p:txBody>
          <a:bodyPr wrap="square" rtlCol="0">
            <a:spAutoFit/>
          </a:bodyPr>
          <a:lstStyle/>
          <a:p>
            <a:r>
              <a:rPr lang="de-DE" sz="2000" dirty="0">
                <a:latin typeface="Artifakt Element Heavy" panose="020B0B03050000020004" pitchFamily="34" charset="0"/>
                <a:ea typeface="Artifakt Element Heavy" panose="020B0B03050000020004" pitchFamily="34" charset="0"/>
              </a:rPr>
              <a:t>INSERT INTO Studenten (Name, Alter, Studiengang)</a:t>
            </a:r>
          </a:p>
          <a:p>
            <a:r>
              <a:rPr lang="de-DE" sz="2000" dirty="0">
                <a:latin typeface="Artifakt Element Heavy" panose="020B0B03050000020004" pitchFamily="34" charset="0"/>
                <a:ea typeface="Artifakt Element Heavy" panose="020B0B03050000020004" pitchFamily="34" charset="0"/>
              </a:rPr>
              <a:t>VALUES ('Max Mustermann', 22, 'Informatik');</a:t>
            </a:r>
          </a:p>
        </p:txBody>
      </p:sp>
    </p:spTree>
    <p:extLst>
      <p:ext uri="{BB962C8B-B14F-4D97-AF65-F5344CB8AC3E}">
        <p14:creationId xmlns:p14="http://schemas.microsoft.com/office/powerpoint/2010/main" val="34531710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UPDATE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vorhandene Daten einer Tabelle zu ändern</a:t>
            </a:r>
          </a:p>
          <a:p>
            <a:r>
              <a:rPr lang="de-DE" u="sng" dirty="0"/>
              <a:t>Beispiel für das Ändern des Alters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UPDATE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SET Alter = 23</a:t>
            </a:r>
          </a:p>
          <a:p>
            <a:r>
              <a:rPr lang="en-US" sz="2000" dirty="0">
                <a:latin typeface="Artifakt Element Heavy" panose="020B0B03050000020004" pitchFamily="34" charset="0"/>
                <a:ea typeface="Artifakt Element Heavy" panose="020B0B03050000020004" pitchFamily="34" charset="0"/>
              </a:rPr>
              <a:t>WHERE Name = 'Max </a:t>
            </a:r>
            <a:r>
              <a:rPr lang="en-US" sz="2000" dirty="0" err="1">
                <a:latin typeface="Artifakt Element Heavy" panose="020B0B03050000020004" pitchFamily="34" charset="0"/>
                <a:ea typeface="Artifakt Element Heavy" panose="020B0B03050000020004" pitchFamily="34" charset="0"/>
              </a:rPr>
              <a:t>Mustermann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9466037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DELETE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eine Zeile aus einer Tabelle zu entfernen</a:t>
            </a:r>
          </a:p>
          <a:p>
            <a:r>
              <a:rPr lang="de-DE" u="sng" dirty="0"/>
              <a:t>Beispiel für das Löschen einer </a:t>
            </a:r>
            <a:r>
              <a:rPr lang="de-DE" u="sng" dirty="0" err="1"/>
              <a:t>Zeíle</a:t>
            </a:r>
            <a:r>
              <a:rPr lang="de-DE" u="sng" dirty="0"/>
              <a:t>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707886"/>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DELETE 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Name = 'Max </a:t>
            </a:r>
            <a:r>
              <a:rPr lang="en-US" sz="2000" dirty="0" err="1">
                <a:latin typeface="Artifakt Element Heavy" panose="020B0B03050000020004" pitchFamily="34" charset="0"/>
                <a:ea typeface="Artifakt Element Heavy" panose="020B0B03050000020004" pitchFamily="34" charset="0"/>
              </a:rPr>
              <a:t>Mustermann</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9707551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wird verwendet, um Daten aus einer, oder mehreren Tabellen abzurufen</a:t>
            </a:r>
          </a:p>
          <a:p>
            <a:r>
              <a:rPr lang="de-DE" u="sng" dirty="0"/>
              <a:t>Beispiel für das Abrufen von Daten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3429000"/>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SELECT Name, Alter</a:t>
            </a:r>
          </a:p>
          <a:p>
            <a:r>
              <a:rPr lang="en-US" sz="2000" dirty="0">
                <a:latin typeface="Artifakt Element Heavy" panose="020B0B03050000020004" pitchFamily="34" charset="0"/>
                <a:ea typeface="Artifakt Element Heavy" panose="020B0B03050000020004" pitchFamily="34" charset="0"/>
              </a:rPr>
              <a:t>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a:t>
            </a:r>
            <a:r>
              <a:rPr lang="en-US" sz="2000" dirty="0" err="1">
                <a:latin typeface="Artifakt Element Heavy" panose="020B0B03050000020004" pitchFamily="34" charset="0"/>
                <a:ea typeface="Artifakt Element Heavy" panose="020B0B03050000020004" pitchFamily="34" charset="0"/>
              </a:rPr>
              <a:t>Studiengang</a:t>
            </a:r>
            <a:r>
              <a:rPr lang="en-US" sz="2000" dirty="0">
                <a:latin typeface="Artifakt Element Heavy" panose="020B0B03050000020004" pitchFamily="34" charset="0"/>
                <a:ea typeface="Artifakt Element Heavy" panose="020B0B03050000020004" pitchFamily="34" charset="0"/>
              </a:rPr>
              <a:t> = '</a:t>
            </a:r>
            <a:r>
              <a:rPr lang="en-US" sz="2000" dirty="0" err="1">
                <a:latin typeface="Artifakt Element Heavy" panose="020B0B03050000020004" pitchFamily="34" charset="0"/>
                <a:ea typeface="Artifakt Element Heavy" panose="020B0B03050000020004" pitchFamily="34" charset="0"/>
              </a:rPr>
              <a:t>Informatik</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34622106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21" name="Grafik 20">
            <a:extLst>
              <a:ext uri="{FF2B5EF4-FFF2-40B4-BE49-F238E27FC236}">
                <a16:creationId xmlns:a16="http://schemas.microsoft.com/office/drawing/2014/main" id="{98E33345-28B9-49D6-801E-A1A48B478D67}"/>
              </a:ext>
            </a:extLst>
          </p:cNvPr>
          <p:cNvPicPr>
            <a:picLocks noChangeAspect="1"/>
          </p:cNvPicPr>
          <p:nvPr/>
        </p:nvPicPr>
        <p:blipFill>
          <a:blip r:embed="rId2"/>
          <a:stretch>
            <a:fillRect/>
          </a:stretch>
        </p:blipFill>
        <p:spPr>
          <a:xfrm>
            <a:off x="0" y="1214307"/>
            <a:ext cx="12192000" cy="5226417"/>
          </a:xfrm>
          <a:prstGeom prst="rect">
            <a:avLst/>
          </a:prstGeom>
        </p:spPr>
      </p:pic>
    </p:spTree>
    <p:extLst>
      <p:ext uri="{BB962C8B-B14F-4D97-AF65-F5344CB8AC3E}">
        <p14:creationId xmlns:p14="http://schemas.microsoft.com/office/powerpoint/2010/main" val="34256682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INSERT – Befehl - Übung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5" name="Inhaltsplatzhalter 2">
            <a:extLst>
              <a:ext uri="{FF2B5EF4-FFF2-40B4-BE49-F238E27FC236}">
                <a16:creationId xmlns:a16="http://schemas.microsoft.com/office/drawing/2014/main" id="{1F171EE8-42F8-4466-8E99-F3D1DF6ED93B}"/>
              </a:ext>
            </a:extLst>
          </p:cNvPr>
          <p:cNvSpPr>
            <a:spLocks noGrp="1"/>
          </p:cNvSpPr>
          <p:nvPr>
            <p:ph idx="1"/>
          </p:nvPr>
        </p:nvSpPr>
        <p:spPr>
          <a:xfrm>
            <a:off x="160867" y="1825625"/>
            <a:ext cx="10515600" cy="4351338"/>
          </a:xfrm>
        </p:spPr>
        <p:txBody>
          <a:bodyPr>
            <a:normAutofit/>
          </a:bodyPr>
          <a:lstStyle/>
          <a:p>
            <a:r>
              <a:rPr lang="de-DE" dirty="0"/>
              <a:t>üben Sie den INSERT-Befehl an bestehender „Krankenakte“-Datenbank</a:t>
            </a:r>
          </a:p>
          <a:p>
            <a:r>
              <a:rPr lang="de-DE" b="1" dirty="0"/>
              <a:t>Fügen Sie mithilfe des INSERT-Befehls je 2 Datensätze PRO Tabelle ein</a:t>
            </a:r>
          </a:p>
          <a:p>
            <a:r>
              <a:rPr lang="de-DE" b="1" dirty="0"/>
              <a:t>nutzen Sie den Update Befehl, ändern Sie 3 Nachnamen von Patienten </a:t>
            </a:r>
          </a:p>
          <a:p>
            <a:r>
              <a:rPr lang="de-DE" b="1" dirty="0"/>
              <a:t>nutzen Sie den DELETE-Befehl, löschen Sie 2 Diagnosen, beachten Sie hier die referenzielle Integrität</a:t>
            </a:r>
          </a:p>
          <a:p>
            <a:endParaRPr lang="de-DE" b="1" u="sng" dirty="0"/>
          </a:p>
          <a:p>
            <a:endParaRPr lang="de-DE" b="1" u="sng" dirty="0"/>
          </a:p>
          <a:p>
            <a:endParaRPr lang="de-DE" u="sng" dirty="0"/>
          </a:p>
        </p:txBody>
      </p:sp>
    </p:spTree>
    <p:extLst>
      <p:ext uri="{BB962C8B-B14F-4D97-AF65-F5344CB8AC3E}">
        <p14:creationId xmlns:p14="http://schemas.microsoft.com/office/powerpoint/2010/main" val="31266860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pPr marL="0" indent="0">
              <a:buNone/>
            </a:pPr>
            <a:r>
              <a:rPr lang="de-DE" b="1" u="sng" dirty="0"/>
              <a:t>Wiederholung:</a:t>
            </a:r>
          </a:p>
          <a:p>
            <a:r>
              <a:rPr lang="de-DE" dirty="0"/>
              <a:t>wird verwendet, um Daten aus einer, oder mehreren Tabellen abzurufen</a:t>
            </a:r>
          </a:p>
          <a:p>
            <a:r>
              <a:rPr lang="de-DE" u="sng" dirty="0"/>
              <a:t>Beispiel für das Abrufen von Daten in Tabelle „Studenten“</a:t>
            </a:r>
            <a:endParaRPr lang="de-DE" b="1" u="sng" dirty="0"/>
          </a:p>
          <a:p>
            <a:endParaRPr lang="de-DE" b="1" u="sng" dirty="0"/>
          </a:p>
          <a:p>
            <a:endParaRPr lang="de-DE" u="sng"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Textfeld 5">
            <a:extLst>
              <a:ext uri="{FF2B5EF4-FFF2-40B4-BE49-F238E27FC236}">
                <a16:creationId xmlns:a16="http://schemas.microsoft.com/office/drawing/2014/main" id="{836E7350-ABD0-42B9-8454-AB19E5316B21}"/>
              </a:ext>
            </a:extLst>
          </p:cNvPr>
          <p:cNvSpPr txBox="1"/>
          <p:nvPr/>
        </p:nvSpPr>
        <p:spPr>
          <a:xfrm>
            <a:off x="2192017" y="4001294"/>
            <a:ext cx="7807966" cy="1015663"/>
          </a:xfrm>
          <a:prstGeom prst="rect">
            <a:avLst/>
          </a:prstGeom>
          <a:noFill/>
        </p:spPr>
        <p:txBody>
          <a:bodyPr wrap="square" rtlCol="0">
            <a:spAutoFit/>
          </a:bodyPr>
          <a:lstStyle/>
          <a:p>
            <a:r>
              <a:rPr lang="en-US" sz="2000" dirty="0">
                <a:latin typeface="Artifakt Element Heavy" panose="020B0B03050000020004" pitchFamily="34" charset="0"/>
                <a:ea typeface="Artifakt Element Heavy" panose="020B0B03050000020004" pitchFamily="34" charset="0"/>
              </a:rPr>
              <a:t>SELECT Name, Alter</a:t>
            </a:r>
          </a:p>
          <a:p>
            <a:r>
              <a:rPr lang="en-US" sz="2000" dirty="0">
                <a:latin typeface="Artifakt Element Heavy" panose="020B0B03050000020004" pitchFamily="34" charset="0"/>
                <a:ea typeface="Artifakt Element Heavy" panose="020B0B03050000020004" pitchFamily="34" charset="0"/>
              </a:rPr>
              <a:t>FROM </a:t>
            </a:r>
            <a:r>
              <a:rPr lang="en-US" sz="2000" dirty="0" err="1">
                <a:latin typeface="Artifakt Element Heavy" panose="020B0B03050000020004" pitchFamily="34" charset="0"/>
                <a:ea typeface="Artifakt Element Heavy" panose="020B0B03050000020004" pitchFamily="34" charset="0"/>
              </a:rPr>
              <a:t>Studenten</a:t>
            </a:r>
            <a:endParaRPr lang="en-US" sz="2000" dirty="0">
              <a:latin typeface="Artifakt Element Heavy" panose="020B0B03050000020004" pitchFamily="34" charset="0"/>
              <a:ea typeface="Artifakt Element Heavy" panose="020B0B03050000020004" pitchFamily="34" charset="0"/>
            </a:endParaRPr>
          </a:p>
          <a:p>
            <a:r>
              <a:rPr lang="en-US" sz="2000" dirty="0">
                <a:latin typeface="Artifakt Element Heavy" panose="020B0B03050000020004" pitchFamily="34" charset="0"/>
                <a:ea typeface="Artifakt Element Heavy" panose="020B0B03050000020004" pitchFamily="34" charset="0"/>
              </a:rPr>
              <a:t>WHERE </a:t>
            </a:r>
            <a:r>
              <a:rPr lang="en-US" sz="2000" dirty="0" err="1">
                <a:latin typeface="Artifakt Element Heavy" panose="020B0B03050000020004" pitchFamily="34" charset="0"/>
                <a:ea typeface="Artifakt Element Heavy" panose="020B0B03050000020004" pitchFamily="34" charset="0"/>
              </a:rPr>
              <a:t>Studiengang</a:t>
            </a:r>
            <a:r>
              <a:rPr lang="en-US" sz="2000" dirty="0">
                <a:latin typeface="Artifakt Element Heavy" panose="020B0B03050000020004" pitchFamily="34" charset="0"/>
                <a:ea typeface="Artifakt Element Heavy" panose="020B0B03050000020004" pitchFamily="34" charset="0"/>
              </a:rPr>
              <a:t> = '</a:t>
            </a:r>
            <a:r>
              <a:rPr lang="en-US" sz="2000" dirty="0" err="1">
                <a:latin typeface="Artifakt Element Heavy" panose="020B0B03050000020004" pitchFamily="34" charset="0"/>
                <a:ea typeface="Artifakt Element Heavy" panose="020B0B03050000020004" pitchFamily="34" charset="0"/>
              </a:rPr>
              <a:t>Informatik</a:t>
            </a:r>
            <a:r>
              <a:rPr lang="en-US" sz="2000" dirty="0">
                <a:latin typeface="Artifakt Element Heavy" panose="020B0B03050000020004" pitchFamily="34" charset="0"/>
                <a:ea typeface="Artifakt Element Heavy" panose="020B0B03050000020004" pitchFamily="34" charset="0"/>
              </a:rPr>
              <a:t>';</a:t>
            </a:r>
            <a:endParaRPr lang="de-DE" sz="2000" dirty="0">
              <a:latin typeface="Artifakt Element Heavy" panose="020B0B03050000020004" pitchFamily="34" charset="0"/>
              <a:ea typeface="Artifakt Element Heavy" panose="020B0B03050000020004" pitchFamily="34" charset="0"/>
            </a:endParaRPr>
          </a:p>
        </p:txBody>
      </p:sp>
    </p:spTree>
    <p:extLst>
      <p:ext uri="{BB962C8B-B14F-4D97-AF65-F5344CB8AC3E}">
        <p14:creationId xmlns:p14="http://schemas.microsoft.com/office/powerpoint/2010/main" val="1910543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SELECT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mit einem SELECT-Befehl ist es möglich:</a:t>
            </a:r>
          </a:p>
          <a:p>
            <a:pPr lvl="1"/>
            <a:r>
              <a:rPr lang="de-DE" dirty="0"/>
              <a:t>Daten einer Tabelle abzurufen</a:t>
            </a:r>
          </a:p>
          <a:p>
            <a:pPr lvl="1"/>
            <a:r>
              <a:rPr lang="de-DE" dirty="0"/>
              <a:t>Daten mehrerer Tabellen abzurufen und gemeinsam anzuzeigen (JOIN)</a:t>
            </a:r>
          </a:p>
          <a:p>
            <a:pPr lvl="1"/>
            <a:r>
              <a:rPr lang="de-DE" dirty="0"/>
              <a:t>vielfältige Bedingungen festzulegen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7594096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FROM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die zu durchsuchenden Tabellen, dies kann:</a:t>
            </a:r>
          </a:p>
          <a:p>
            <a:pPr lvl="1"/>
            <a:r>
              <a:rPr lang="de-DE" dirty="0"/>
              <a:t>eine Tabelle sein</a:t>
            </a:r>
          </a:p>
          <a:p>
            <a:pPr lvl="1"/>
            <a:r>
              <a:rPr lang="de-DE" dirty="0"/>
              <a:t>mehrere Tabellen sein (JOIN)</a:t>
            </a:r>
          </a:p>
          <a:p>
            <a:r>
              <a:rPr lang="de-DE" b="1" dirty="0"/>
              <a:t>JOIN behandeln wir an späterer Stelle</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40758203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legt die Bedingungen fest, nach welcher die Daten angezeigt werden</a:t>
            </a:r>
          </a:p>
          <a:p>
            <a:r>
              <a:rPr lang="de-DE" b="1" u="sng" dirty="0"/>
              <a:t>Möglichkeiten:</a:t>
            </a:r>
          </a:p>
          <a:p>
            <a:pPr lvl="1"/>
            <a:r>
              <a:rPr lang="de-DE" dirty="0"/>
              <a:t>WHERE spalte = 'Wert‘; (Einfache Bedingung, überprüft einfach auf einen Wert)</a:t>
            </a:r>
          </a:p>
          <a:p>
            <a:pPr lvl="1"/>
            <a:r>
              <a:rPr lang="de-DE" b="1" u="sng" dirty="0"/>
              <a:t>Vergleichsoperatoren</a:t>
            </a:r>
          </a:p>
          <a:p>
            <a:pPr lvl="1"/>
            <a:r>
              <a:rPr lang="de-DE" dirty="0"/>
              <a:t>WHERE spalte LIKE 'a%‘; (Prüft ob Spalte einen Wert mit „a“ enthält </a:t>
            </a:r>
            <a:r>
              <a:rPr lang="de-DE" dirty="0">
                <a:sym typeface="Wingdings" panose="05000000000000000000" pitchFamily="2" charset="2"/>
              </a:rPr>
              <a:t>a%, %a, %a%)</a:t>
            </a:r>
          </a:p>
          <a:p>
            <a:pPr lvl="1"/>
            <a:r>
              <a:rPr lang="en-US" dirty="0"/>
              <a:t>WHERE </a:t>
            </a:r>
            <a:r>
              <a:rPr lang="en-US" dirty="0" err="1"/>
              <a:t>spalte</a:t>
            </a:r>
            <a:r>
              <a:rPr lang="en-US" dirty="0"/>
              <a:t> BETWEEN 10 AND 20; (</a:t>
            </a:r>
            <a:r>
              <a:rPr lang="en-US" dirty="0" err="1"/>
              <a:t>Wählt</a:t>
            </a:r>
            <a:r>
              <a:rPr lang="en-US" dirty="0"/>
              <a:t> </a:t>
            </a:r>
            <a:r>
              <a:rPr lang="en-US" dirty="0" err="1"/>
              <a:t>Werte</a:t>
            </a:r>
            <a:r>
              <a:rPr lang="en-US" dirty="0"/>
              <a:t> </a:t>
            </a:r>
            <a:r>
              <a:rPr lang="en-US" dirty="0" err="1"/>
              <a:t>innerhalb</a:t>
            </a:r>
            <a:r>
              <a:rPr lang="en-US" dirty="0"/>
              <a:t> </a:t>
            </a:r>
            <a:r>
              <a:rPr lang="en-US" dirty="0" err="1"/>
              <a:t>eines</a:t>
            </a:r>
            <a:r>
              <a:rPr lang="en-US" dirty="0"/>
              <a:t> </a:t>
            </a:r>
            <a:r>
              <a:rPr lang="en-US" dirty="0" err="1"/>
              <a:t>Bereichs</a:t>
            </a:r>
            <a:r>
              <a:rPr lang="en-US" dirty="0"/>
              <a:t> </a:t>
            </a:r>
            <a:r>
              <a:rPr lang="en-US" dirty="0" err="1"/>
              <a:t>aus</a:t>
            </a:r>
            <a:r>
              <a:rPr lang="en-US" dirty="0"/>
              <a:t>)</a:t>
            </a:r>
          </a:p>
          <a:p>
            <a:pPr lvl="1"/>
            <a:r>
              <a:rPr lang="de-DE" dirty="0"/>
              <a:t>WHERE spalte IS NULL; (Filter nach NULL-Werten)</a:t>
            </a:r>
          </a:p>
          <a:p>
            <a:pPr lvl="1"/>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6042373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 </a:t>
            </a:r>
            <a:r>
              <a:rPr lang="de-DE" dirty="0">
                <a:sym typeface="Wingdings" panose="05000000000000000000" pitchFamily="2" charset="2"/>
              </a:rPr>
              <a:t> Vergleichsoperatoren</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graphicFrame>
        <p:nvGraphicFramePr>
          <p:cNvPr id="5" name="Tabelle 4">
            <a:extLst>
              <a:ext uri="{FF2B5EF4-FFF2-40B4-BE49-F238E27FC236}">
                <a16:creationId xmlns:a16="http://schemas.microsoft.com/office/drawing/2014/main" id="{85D17E57-80DE-4992-9B50-2DEC8974F62F}"/>
              </a:ext>
            </a:extLst>
          </p:cNvPr>
          <p:cNvGraphicFramePr>
            <a:graphicFrameLocks noGrp="1"/>
          </p:cNvGraphicFramePr>
          <p:nvPr>
            <p:extLst>
              <p:ext uri="{D42A27DB-BD31-4B8C-83A1-F6EECF244321}">
                <p14:modId xmlns:p14="http://schemas.microsoft.com/office/powerpoint/2010/main" val="464049306"/>
              </p:ext>
            </p:extLst>
          </p:nvPr>
        </p:nvGraphicFramePr>
        <p:xfrm>
          <a:off x="804826" y="1758807"/>
          <a:ext cx="10515600" cy="3607227"/>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146592053"/>
                    </a:ext>
                  </a:extLst>
                </a:gridCol>
                <a:gridCol w="5257800">
                  <a:extLst>
                    <a:ext uri="{9D8B030D-6E8A-4147-A177-3AD203B41FA5}">
                      <a16:colId xmlns:a16="http://schemas.microsoft.com/office/drawing/2014/main" val="4170272576"/>
                    </a:ext>
                  </a:extLst>
                </a:gridCol>
              </a:tblGrid>
              <a:tr h="400803">
                <a:tc>
                  <a:txBody>
                    <a:bodyPr/>
                    <a:lstStyle/>
                    <a:p>
                      <a:r>
                        <a:rPr lang="de-DE" dirty="0"/>
                        <a:t>Operator</a:t>
                      </a:r>
                    </a:p>
                  </a:txBody>
                  <a:tcPr/>
                </a:tc>
                <a:tc>
                  <a:txBody>
                    <a:bodyPr/>
                    <a:lstStyle/>
                    <a:p>
                      <a:r>
                        <a:rPr lang="de-DE" dirty="0"/>
                        <a:t>Funktion</a:t>
                      </a:r>
                    </a:p>
                  </a:txBody>
                  <a:tcPr/>
                </a:tc>
                <a:extLst>
                  <a:ext uri="{0D108BD9-81ED-4DB2-BD59-A6C34878D82A}">
                    <a16:rowId xmlns:a16="http://schemas.microsoft.com/office/drawing/2014/main" val="1974835136"/>
                  </a:ext>
                </a:extLst>
              </a:tr>
              <a:tr h="400803">
                <a:tc>
                  <a:txBody>
                    <a:bodyPr/>
                    <a:lstStyle/>
                    <a:p>
                      <a:r>
                        <a:rPr lang="de-DE" dirty="0"/>
                        <a:t>=</a:t>
                      </a:r>
                    </a:p>
                  </a:txBody>
                  <a:tcPr/>
                </a:tc>
                <a:tc>
                  <a:txBody>
                    <a:bodyPr/>
                    <a:lstStyle/>
                    <a:p>
                      <a:r>
                        <a:rPr lang="de-DE" dirty="0"/>
                        <a:t>Gleich</a:t>
                      </a:r>
                    </a:p>
                  </a:txBody>
                  <a:tcPr/>
                </a:tc>
                <a:extLst>
                  <a:ext uri="{0D108BD9-81ED-4DB2-BD59-A6C34878D82A}">
                    <a16:rowId xmlns:a16="http://schemas.microsoft.com/office/drawing/2014/main" val="3534190574"/>
                  </a:ext>
                </a:extLst>
              </a:tr>
              <a:tr h="400803">
                <a:tc>
                  <a:txBody>
                    <a:bodyPr/>
                    <a:lstStyle/>
                    <a:p>
                      <a:r>
                        <a:rPr lang="de-DE" dirty="0"/>
                        <a:t>!=</a:t>
                      </a:r>
                    </a:p>
                  </a:txBody>
                  <a:tcPr/>
                </a:tc>
                <a:tc>
                  <a:txBody>
                    <a:bodyPr/>
                    <a:lstStyle/>
                    <a:p>
                      <a:r>
                        <a:rPr lang="de-DE" dirty="0"/>
                        <a:t>Ungleich</a:t>
                      </a:r>
                    </a:p>
                  </a:txBody>
                  <a:tcPr/>
                </a:tc>
                <a:extLst>
                  <a:ext uri="{0D108BD9-81ED-4DB2-BD59-A6C34878D82A}">
                    <a16:rowId xmlns:a16="http://schemas.microsoft.com/office/drawing/2014/main" val="1299943754"/>
                  </a:ext>
                </a:extLst>
              </a:tr>
              <a:tr h="400803">
                <a:tc>
                  <a:txBody>
                    <a:bodyPr/>
                    <a:lstStyle/>
                    <a:p>
                      <a:r>
                        <a:rPr lang="de-DE" dirty="0"/>
                        <a:t>&lt;, &gt;</a:t>
                      </a:r>
                    </a:p>
                  </a:txBody>
                  <a:tcPr/>
                </a:tc>
                <a:tc>
                  <a:txBody>
                    <a:bodyPr/>
                    <a:lstStyle/>
                    <a:p>
                      <a:r>
                        <a:rPr lang="de-DE" dirty="0"/>
                        <a:t>kleiner als, größer als</a:t>
                      </a:r>
                    </a:p>
                  </a:txBody>
                  <a:tcPr/>
                </a:tc>
                <a:extLst>
                  <a:ext uri="{0D108BD9-81ED-4DB2-BD59-A6C34878D82A}">
                    <a16:rowId xmlns:a16="http://schemas.microsoft.com/office/drawing/2014/main" val="3454902354"/>
                  </a:ext>
                </a:extLst>
              </a:tr>
              <a:tr h="400803">
                <a:tc>
                  <a:txBody>
                    <a:bodyPr/>
                    <a:lstStyle/>
                    <a:p>
                      <a:r>
                        <a:rPr lang="de-DE" dirty="0"/>
                        <a:t>&lt;=, &gt;=</a:t>
                      </a:r>
                    </a:p>
                  </a:txBody>
                  <a:tcPr/>
                </a:tc>
                <a:tc>
                  <a:txBody>
                    <a:bodyPr/>
                    <a:lstStyle/>
                    <a:p>
                      <a:r>
                        <a:rPr lang="de-DE" dirty="0"/>
                        <a:t>kleiner gleich, größer gleich</a:t>
                      </a:r>
                    </a:p>
                  </a:txBody>
                  <a:tcPr/>
                </a:tc>
                <a:extLst>
                  <a:ext uri="{0D108BD9-81ED-4DB2-BD59-A6C34878D82A}">
                    <a16:rowId xmlns:a16="http://schemas.microsoft.com/office/drawing/2014/main" val="1533118305"/>
                  </a:ext>
                </a:extLst>
              </a:tr>
              <a:tr h="400803">
                <a:tc gridSpan="2">
                  <a:txBody>
                    <a:bodyPr/>
                    <a:lstStyle/>
                    <a:p>
                      <a:pPr algn="ctr"/>
                      <a:r>
                        <a:rPr lang="de-DE" b="1" dirty="0"/>
                        <a:t>Logische Operatoren (</a:t>
                      </a:r>
                      <a:r>
                        <a:rPr lang="de-DE" b="1" dirty="0" err="1"/>
                        <a:t>zb</a:t>
                      </a:r>
                      <a:r>
                        <a:rPr lang="de-DE" b="1" dirty="0"/>
                        <a:t>.:</a:t>
                      </a:r>
                      <a:r>
                        <a:rPr lang="en-US" b="1" dirty="0"/>
                        <a:t>SELECT  FROM </a:t>
                      </a:r>
                      <a:r>
                        <a:rPr lang="en-US" b="1" dirty="0" err="1"/>
                        <a:t>tabelle</a:t>
                      </a:r>
                      <a:r>
                        <a:rPr lang="en-US" b="1" dirty="0"/>
                        <a:t> WHERE spalte1 = 'Wert1' AND spalte2 &lt; 100;)</a:t>
                      </a:r>
                      <a:endParaRPr lang="de-DE" b="1" dirty="0"/>
                    </a:p>
                  </a:txBody>
                  <a:tcPr/>
                </a:tc>
                <a:tc hMerge="1">
                  <a:txBody>
                    <a:bodyPr/>
                    <a:lstStyle/>
                    <a:p>
                      <a:endParaRPr lang="de-DE" dirty="0"/>
                    </a:p>
                  </a:txBody>
                  <a:tcPr/>
                </a:tc>
                <a:extLst>
                  <a:ext uri="{0D108BD9-81ED-4DB2-BD59-A6C34878D82A}">
                    <a16:rowId xmlns:a16="http://schemas.microsoft.com/office/drawing/2014/main" val="3893320048"/>
                  </a:ext>
                </a:extLst>
              </a:tr>
              <a:tr h="400803">
                <a:tc>
                  <a:txBody>
                    <a:bodyPr/>
                    <a:lstStyle/>
                    <a:p>
                      <a:pPr algn="ctr"/>
                      <a:r>
                        <a:rPr lang="de-DE" b="1" dirty="0"/>
                        <a:t>AND</a:t>
                      </a:r>
                    </a:p>
                  </a:txBody>
                  <a:tcPr/>
                </a:tc>
                <a:tc>
                  <a:txBody>
                    <a:bodyPr/>
                    <a:lstStyle/>
                    <a:p>
                      <a:pPr algn="ctr"/>
                      <a:r>
                        <a:rPr lang="de-DE" b="1" dirty="0"/>
                        <a:t>UND</a:t>
                      </a:r>
                    </a:p>
                  </a:txBody>
                  <a:tcPr/>
                </a:tc>
                <a:extLst>
                  <a:ext uri="{0D108BD9-81ED-4DB2-BD59-A6C34878D82A}">
                    <a16:rowId xmlns:a16="http://schemas.microsoft.com/office/drawing/2014/main" val="1955594925"/>
                  </a:ext>
                </a:extLst>
              </a:tr>
              <a:tr h="400803">
                <a:tc>
                  <a:txBody>
                    <a:bodyPr/>
                    <a:lstStyle/>
                    <a:p>
                      <a:pPr algn="ctr"/>
                      <a:r>
                        <a:rPr lang="de-DE" b="1" dirty="0"/>
                        <a:t>OR</a:t>
                      </a:r>
                    </a:p>
                  </a:txBody>
                  <a:tcPr/>
                </a:tc>
                <a:tc>
                  <a:txBody>
                    <a:bodyPr/>
                    <a:lstStyle/>
                    <a:p>
                      <a:pPr algn="ctr"/>
                      <a:r>
                        <a:rPr lang="de-DE" b="1" dirty="0"/>
                        <a:t>ODER</a:t>
                      </a:r>
                    </a:p>
                  </a:txBody>
                  <a:tcPr/>
                </a:tc>
                <a:extLst>
                  <a:ext uri="{0D108BD9-81ED-4DB2-BD59-A6C34878D82A}">
                    <a16:rowId xmlns:a16="http://schemas.microsoft.com/office/drawing/2014/main" val="501636825"/>
                  </a:ext>
                </a:extLst>
              </a:tr>
              <a:tr h="400803">
                <a:tc>
                  <a:txBody>
                    <a:bodyPr/>
                    <a:lstStyle/>
                    <a:p>
                      <a:pPr algn="ctr"/>
                      <a:r>
                        <a:rPr lang="de-DE" b="1" dirty="0"/>
                        <a:t>NOT</a:t>
                      </a:r>
                    </a:p>
                  </a:txBody>
                  <a:tcPr/>
                </a:tc>
                <a:tc>
                  <a:txBody>
                    <a:bodyPr/>
                    <a:lstStyle/>
                    <a:p>
                      <a:pPr algn="ctr"/>
                      <a:r>
                        <a:rPr lang="de-DE" b="1" dirty="0"/>
                        <a:t>NICHT</a:t>
                      </a:r>
                    </a:p>
                  </a:txBody>
                  <a:tcPr/>
                </a:tc>
                <a:extLst>
                  <a:ext uri="{0D108BD9-81ED-4DB2-BD59-A6C34878D82A}">
                    <a16:rowId xmlns:a16="http://schemas.microsoft.com/office/drawing/2014/main" val="2484910681"/>
                  </a:ext>
                </a:extLst>
              </a:tr>
            </a:tbl>
          </a:graphicData>
        </a:graphic>
      </p:graphicFrame>
    </p:spTree>
    <p:extLst>
      <p:ext uri="{BB962C8B-B14F-4D97-AF65-F5344CB8AC3E}">
        <p14:creationId xmlns:p14="http://schemas.microsoft.com/office/powerpoint/2010/main" val="36243569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WHERE – BEFEHL </a:t>
            </a:r>
            <a:r>
              <a:rPr lang="de-DE" dirty="0">
                <a:sym typeface="Wingdings" panose="05000000000000000000" pitchFamily="2" charset="2"/>
              </a:rPr>
              <a:t> Übung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
        <p:nvSpPr>
          <p:cNvPr id="6" name="Inhaltsplatzhalter 2">
            <a:extLst>
              <a:ext uri="{FF2B5EF4-FFF2-40B4-BE49-F238E27FC236}">
                <a16:creationId xmlns:a16="http://schemas.microsoft.com/office/drawing/2014/main" id="{B8C2B1CE-B93E-45C2-B5D9-D6B3B12F0042}"/>
              </a:ext>
            </a:extLst>
          </p:cNvPr>
          <p:cNvSpPr>
            <a:spLocks noGrp="1"/>
          </p:cNvSpPr>
          <p:nvPr>
            <p:ph idx="1"/>
          </p:nvPr>
        </p:nvSpPr>
        <p:spPr>
          <a:xfrm>
            <a:off x="160867" y="1825625"/>
            <a:ext cx="10515600" cy="4351338"/>
          </a:xfrm>
        </p:spPr>
        <p:txBody>
          <a:bodyPr>
            <a:normAutofit fontScale="70000" lnSpcReduction="20000"/>
          </a:bodyPr>
          <a:lstStyle/>
          <a:p>
            <a:pPr marL="457200" lvl="1" indent="0">
              <a:buNone/>
            </a:pPr>
            <a:r>
              <a:rPr lang="de-DE" sz="3400" b="1" u="sng" dirty="0"/>
              <a:t>Zeige alle Schüler…</a:t>
            </a:r>
          </a:p>
          <a:p>
            <a:pPr lvl="1"/>
            <a:r>
              <a:rPr lang="de-DE" dirty="0"/>
              <a:t>die 18 Jahre alt sind</a:t>
            </a:r>
          </a:p>
          <a:p>
            <a:pPr lvl="1"/>
            <a:r>
              <a:rPr lang="de-DE" dirty="0"/>
              <a:t>die eine Note über 75 haben</a:t>
            </a:r>
          </a:p>
          <a:p>
            <a:pPr lvl="1"/>
            <a:r>
              <a:rPr lang="de-DE" dirty="0"/>
              <a:t>die eine Note von 60 oder weniger haben</a:t>
            </a:r>
          </a:p>
          <a:p>
            <a:pPr lvl="1"/>
            <a:r>
              <a:rPr lang="de-DE" dirty="0"/>
              <a:t>die älter als 17 Jahre sind und eine Note über 80 haben</a:t>
            </a:r>
          </a:p>
          <a:p>
            <a:pPr lvl="1"/>
            <a:r>
              <a:rPr lang="de-DE" dirty="0"/>
              <a:t>die jünger als 18 Jahre sind oder eine Note unter 50 haben</a:t>
            </a:r>
          </a:p>
          <a:p>
            <a:pPr lvl="1"/>
            <a:r>
              <a:rPr lang="de-DE" dirty="0"/>
              <a:t>die nicht 17 Jahre alt sind</a:t>
            </a:r>
          </a:p>
          <a:p>
            <a:pPr lvl="1"/>
            <a:r>
              <a:rPr lang="de-DE" dirty="0"/>
              <a:t>deren Name mit 'A' beginn</a:t>
            </a:r>
          </a:p>
          <a:p>
            <a:pPr lvl="1"/>
            <a:r>
              <a:rPr lang="de-DE" dirty="0"/>
              <a:t>deren Name mit '</a:t>
            </a:r>
            <a:r>
              <a:rPr lang="de-DE" dirty="0" err="1"/>
              <a:t>son</a:t>
            </a:r>
            <a:r>
              <a:rPr lang="de-DE" dirty="0"/>
              <a:t>' endet.</a:t>
            </a:r>
          </a:p>
          <a:p>
            <a:pPr lvl="1"/>
            <a:r>
              <a:rPr lang="de-DE" dirty="0"/>
              <a:t>deren Name an irgendeiner Stelle ein 'a' enthält</a:t>
            </a:r>
          </a:p>
          <a:p>
            <a:pPr lvl="1"/>
            <a:r>
              <a:rPr lang="de-DE" dirty="0"/>
              <a:t>die zwischen 15 und 18 Jahre alt sind</a:t>
            </a:r>
          </a:p>
          <a:p>
            <a:pPr lvl="1"/>
            <a:r>
              <a:rPr lang="de-DE" dirty="0"/>
              <a:t>die eine Note zwischen 70 und 90 haben</a:t>
            </a:r>
          </a:p>
          <a:p>
            <a:pPr lvl="1"/>
            <a:r>
              <a:rPr lang="de-DE" dirty="0"/>
              <a:t>die eine E-Mail-Adresse haben</a:t>
            </a:r>
          </a:p>
          <a:p>
            <a:pPr lvl="1"/>
            <a:r>
              <a:rPr lang="de-DE" dirty="0"/>
              <a:t>die eine Telefonnummer haben</a:t>
            </a:r>
          </a:p>
          <a:p>
            <a:pPr lvl="1"/>
            <a:r>
              <a:rPr lang="de-DE" dirty="0"/>
              <a:t>deren Name mit 'A' beginnt und die eine E-Mail-Adresse haben</a:t>
            </a:r>
          </a:p>
          <a:p>
            <a:pPr lvl="1"/>
            <a:r>
              <a:rPr lang="de-DE" dirty="0"/>
              <a:t>die älter als 16 Jahre sind und entweder eine Note unter 50 haben oder eine Telefonnummer besitzen</a:t>
            </a:r>
          </a:p>
          <a:p>
            <a:pPr lvl="1"/>
            <a:endParaRPr lang="de-DE" dirty="0"/>
          </a:p>
          <a:p>
            <a:pPr lvl="1"/>
            <a:endParaRPr lang="de-DE" dirty="0"/>
          </a:p>
        </p:txBody>
      </p:sp>
    </p:spTree>
    <p:extLst>
      <p:ext uri="{BB962C8B-B14F-4D97-AF65-F5344CB8AC3E}">
        <p14:creationId xmlns:p14="http://schemas.microsoft.com/office/powerpoint/2010/main" val="11345531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pPr marL="0" indent="0">
              <a:buNone/>
            </a:pPr>
            <a:r>
              <a:rPr lang="de-DE" i="1" dirty="0"/>
              <a:t>In SQL werden JOIN-Befehle verwendet, um Daten aus zwei oder mehr Tabellen basierend auf einer verwandten Spalte zu kombinieren. Es gibt verschiedene Arten von JOINs, die jeweils unterschiedliche Ergebnisse liefern.</a:t>
            </a:r>
          </a:p>
          <a:p>
            <a:r>
              <a:rPr lang="de-DE" u="sng" dirty="0"/>
              <a:t>Arten von JOIN-Befehlen:</a:t>
            </a:r>
          </a:p>
          <a:p>
            <a:pPr lvl="1"/>
            <a:r>
              <a:rPr lang="de-DE" dirty="0"/>
              <a:t>INNER JOIN</a:t>
            </a:r>
          </a:p>
          <a:p>
            <a:pPr lvl="1"/>
            <a:r>
              <a:rPr lang="de-DE" dirty="0"/>
              <a:t>LEFT JOIN (oder LEFT OUTER JOIN)</a:t>
            </a:r>
          </a:p>
          <a:p>
            <a:pPr lvl="1"/>
            <a:r>
              <a:rPr lang="de-DE" dirty="0"/>
              <a:t>RIGHT JOIN (oder RIGHT OUTER JOIN)</a:t>
            </a:r>
          </a:p>
          <a:p>
            <a:pPr lvl="1"/>
            <a:r>
              <a:rPr lang="de-DE" dirty="0"/>
              <a:t>FULL JOIN (oder FULL OUTER JOIN)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36324824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INNER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kombiniert Zeilen aus beiden Tabellen, wenn es eine Übereinstimmung in den verbundenen Spalten gibt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INNER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4870765" y="3707401"/>
            <a:ext cx="6802200" cy="1644882"/>
          </a:xfrm>
          <a:prstGeom prst="rect">
            <a:avLst/>
          </a:prstGeom>
        </p:spPr>
      </p:pic>
      <p:sp>
        <p:nvSpPr>
          <p:cNvPr id="7" name="Textfeld 6">
            <a:extLst>
              <a:ext uri="{FF2B5EF4-FFF2-40B4-BE49-F238E27FC236}">
                <a16:creationId xmlns:a16="http://schemas.microsoft.com/office/drawing/2014/main" id="{F082ECDF-F62B-4C81-BEBF-8984E424DB11}"/>
              </a:ext>
            </a:extLst>
          </p:cNvPr>
          <p:cNvSpPr txBox="1"/>
          <p:nvPr/>
        </p:nvSpPr>
        <p:spPr>
          <a:xfrm>
            <a:off x="3766456" y="3101243"/>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9E4ED3B9-D904-46DD-9537-B14F83B6A383}"/>
              </a:ext>
            </a:extLst>
          </p:cNvPr>
          <p:cNvCxnSpPr>
            <a:cxnSpLocks/>
          </p:cNvCxnSpPr>
          <p:nvPr/>
        </p:nvCxnSpPr>
        <p:spPr>
          <a:xfrm flipH="1">
            <a:off x="2521258" y="3275860"/>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812642A7-D2BA-4F05-98C2-473D57807502}"/>
              </a:ext>
            </a:extLst>
          </p:cNvPr>
          <p:cNvCxnSpPr>
            <a:cxnSpLocks/>
            <a:stCxn id="7" idx="1"/>
          </p:cNvCxnSpPr>
          <p:nvPr/>
        </p:nvCxnSpPr>
        <p:spPr>
          <a:xfrm flipH="1">
            <a:off x="2982898" y="3562908"/>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651069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LEFT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aus der linken Tabelle und die übereinstimmenden Zeilen aus der rechten Tabelle zurück. Wenn keine Übereinstimmung gefunden wird, werden NULL-Werte für die rechte Tabelle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LEFT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781887"/>
            <a:ext cx="6802200" cy="1644882"/>
          </a:xfrm>
          <a:prstGeom prst="rect">
            <a:avLst/>
          </a:prstGeom>
        </p:spPr>
      </p:pic>
      <p:sp>
        <p:nvSpPr>
          <p:cNvPr id="7" name="Textfeld 6">
            <a:extLst>
              <a:ext uri="{FF2B5EF4-FFF2-40B4-BE49-F238E27FC236}">
                <a16:creationId xmlns:a16="http://schemas.microsoft.com/office/drawing/2014/main" id="{6E38EA5C-3057-4450-8AB0-32032D82B951}"/>
              </a:ext>
            </a:extLst>
          </p:cNvPr>
          <p:cNvSpPr txBox="1"/>
          <p:nvPr/>
        </p:nvSpPr>
        <p:spPr>
          <a:xfrm>
            <a:off x="3668801" y="3917252"/>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F5BF39B4-FBAC-4B40-95C5-07410DB4E9F9}"/>
              </a:ext>
            </a:extLst>
          </p:cNvPr>
          <p:cNvCxnSpPr>
            <a:cxnSpLocks/>
          </p:cNvCxnSpPr>
          <p:nvPr/>
        </p:nvCxnSpPr>
        <p:spPr>
          <a:xfrm flipH="1">
            <a:off x="2423603" y="4091869"/>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FF6F6B82-3767-4E33-856D-8FD8F5779131}"/>
              </a:ext>
            </a:extLst>
          </p:cNvPr>
          <p:cNvCxnSpPr>
            <a:cxnSpLocks/>
            <a:stCxn id="7" idx="1"/>
          </p:cNvCxnSpPr>
          <p:nvPr/>
        </p:nvCxnSpPr>
        <p:spPr>
          <a:xfrm flipH="1">
            <a:off x="2885243" y="4378917"/>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274137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RIGHT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aus der rechten Tabelle und die übereinstimmenden Zeilen aus der linken Tabelle zurück. Wenn keine Übereinstimmung gefunden wird, werden NULL-Werte für die linke Tabelle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RIGHT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781887"/>
            <a:ext cx="6802200" cy="1644882"/>
          </a:xfrm>
          <a:prstGeom prst="rect">
            <a:avLst/>
          </a:prstGeom>
        </p:spPr>
      </p:pic>
      <p:sp>
        <p:nvSpPr>
          <p:cNvPr id="7" name="Textfeld 6">
            <a:extLst>
              <a:ext uri="{FF2B5EF4-FFF2-40B4-BE49-F238E27FC236}">
                <a16:creationId xmlns:a16="http://schemas.microsoft.com/office/drawing/2014/main" id="{7497A1B9-47CC-45CC-AA14-355F0C4D739C}"/>
              </a:ext>
            </a:extLst>
          </p:cNvPr>
          <p:cNvSpPr txBox="1"/>
          <p:nvPr/>
        </p:nvSpPr>
        <p:spPr>
          <a:xfrm>
            <a:off x="3722068" y="3989010"/>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2760FC89-488C-49E4-8A72-14E6E8A78BC8}"/>
              </a:ext>
            </a:extLst>
          </p:cNvPr>
          <p:cNvCxnSpPr>
            <a:cxnSpLocks/>
          </p:cNvCxnSpPr>
          <p:nvPr/>
        </p:nvCxnSpPr>
        <p:spPr>
          <a:xfrm flipH="1">
            <a:off x="2476870" y="4163627"/>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1B232899-B399-4961-BB11-1A0B98D7C514}"/>
              </a:ext>
            </a:extLst>
          </p:cNvPr>
          <p:cNvCxnSpPr>
            <a:cxnSpLocks/>
            <a:stCxn id="7" idx="1"/>
          </p:cNvCxnSpPr>
          <p:nvPr/>
        </p:nvCxnSpPr>
        <p:spPr>
          <a:xfrm flipH="1">
            <a:off x="2938510" y="4450675"/>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345554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FULL JOIN - BEFEHL</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dirty="0"/>
              <a:t>gibt alle Zeilen zurück, wenn es eine Übereinstimmung in einer der Tabellen gibt. Wenn keine Übereinstimmung gefunden wird, werden NULL-Werte für die nicht übereinstimmenden Zeilen eingefügt</a:t>
            </a:r>
          </a:p>
          <a:p>
            <a:pPr marL="0" indent="0">
              <a:buNone/>
            </a:pPr>
            <a:endParaRPr lang="de-DE" dirty="0"/>
          </a:p>
          <a:p>
            <a:pPr marL="0" indent="0">
              <a:buNone/>
            </a:pPr>
            <a:r>
              <a:rPr lang="de-DE" dirty="0"/>
              <a:t>SELECT *</a:t>
            </a:r>
          </a:p>
          <a:p>
            <a:pPr marL="0" indent="0">
              <a:buNone/>
            </a:pPr>
            <a:r>
              <a:rPr lang="de-DE" dirty="0"/>
              <a:t>FROM </a:t>
            </a:r>
            <a:r>
              <a:rPr lang="de-DE" dirty="0">
                <a:solidFill>
                  <a:srgbClr val="E30051"/>
                </a:solidFill>
              </a:rPr>
              <a:t>Kunde</a:t>
            </a:r>
            <a:r>
              <a:rPr lang="de-DE" dirty="0"/>
              <a:t> </a:t>
            </a:r>
          </a:p>
          <a:p>
            <a:pPr marL="0" indent="0">
              <a:buNone/>
            </a:pPr>
            <a:r>
              <a:rPr lang="de-DE" dirty="0"/>
              <a:t>FULL JOIN </a:t>
            </a:r>
            <a:r>
              <a:rPr lang="de-DE" dirty="0">
                <a:solidFill>
                  <a:srgbClr val="009633"/>
                </a:solidFill>
              </a:rPr>
              <a:t>Ort</a:t>
            </a:r>
            <a:r>
              <a:rPr lang="de-DE" dirty="0"/>
              <a:t> </a:t>
            </a:r>
          </a:p>
          <a:p>
            <a:pPr marL="0" indent="0">
              <a:buNone/>
            </a:pPr>
            <a:r>
              <a:rPr lang="de-DE" dirty="0"/>
              <a:t>ON </a:t>
            </a:r>
            <a:r>
              <a:rPr lang="de-DE" dirty="0" err="1">
                <a:solidFill>
                  <a:srgbClr val="E30051"/>
                </a:solidFill>
              </a:rPr>
              <a:t>Kunde.ort_id</a:t>
            </a:r>
            <a:r>
              <a:rPr lang="de-DE" dirty="0">
                <a:solidFill>
                  <a:srgbClr val="E30051"/>
                </a:solidFill>
              </a:rPr>
              <a:t> </a:t>
            </a:r>
            <a:r>
              <a:rPr lang="de-DE" dirty="0"/>
              <a:t>= </a:t>
            </a:r>
            <a:r>
              <a:rPr lang="de-DE" dirty="0" err="1">
                <a:solidFill>
                  <a:srgbClr val="009633"/>
                </a:solidFill>
              </a:rPr>
              <a:t>Ort.ort_id</a:t>
            </a:r>
            <a:r>
              <a:rPr lang="de-DE" dirty="0"/>
              <a:t>;</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6" name="Grafik 5">
            <a:extLst>
              <a:ext uri="{FF2B5EF4-FFF2-40B4-BE49-F238E27FC236}">
                <a16:creationId xmlns:a16="http://schemas.microsoft.com/office/drawing/2014/main" id="{AEE7E025-2A4C-40EA-9103-46B3C613A631}"/>
              </a:ext>
            </a:extLst>
          </p:cNvPr>
          <p:cNvPicPr>
            <a:picLocks noChangeAspect="1"/>
          </p:cNvPicPr>
          <p:nvPr/>
        </p:nvPicPr>
        <p:blipFill>
          <a:blip r:embed="rId2"/>
          <a:stretch>
            <a:fillRect/>
          </a:stretch>
        </p:blipFill>
        <p:spPr>
          <a:xfrm>
            <a:off x="5228933" y="3677574"/>
            <a:ext cx="6802200" cy="1644882"/>
          </a:xfrm>
          <a:prstGeom prst="rect">
            <a:avLst/>
          </a:prstGeom>
        </p:spPr>
      </p:pic>
      <p:sp>
        <p:nvSpPr>
          <p:cNvPr id="7" name="Textfeld 6">
            <a:extLst>
              <a:ext uri="{FF2B5EF4-FFF2-40B4-BE49-F238E27FC236}">
                <a16:creationId xmlns:a16="http://schemas.microsoft.com/office/drawing/2014/main" id="{33BCFE26-6DED-4073-A0CA-88E3FF41B8CD}"/>
              </a:ext>
            </a:extLst>
          </p:cNvPr>
          <p:cNvSpPr txBox="1"/>
          <p:nvPr/>
        </p:nvSpPr>
        <p:spPr>
          <a:xfrm>
            <a:off x="3713190" y="3976421"/>
            <a:ext cx="2203269" cy="923330"/>
          </a:xfrm>
          <a:prstGeom prst="rect">
            <a:avLst/>
          </a:prstGeom>
          <a:noFill/>
        </p:spPr>
        <p:txBody>
          <a:bodyPr wrap="square" rtlCol="0">
            <a:spAutoFit/>
          </a:bodyPr>
          <a:lstStyle/>
          <a:p>
            <a:r>
              <a:rPr lang="de-DE" b="1" dirty="0">
                <a:solidFill>
                  <a:srgbClr val="E30051"/>
                </a:solidFill>
              </a:rPr>
              <a:t>linke Tabelle</a:t>
            </a:r>
          </a:p>
          <a:p>
            <a:r>
              <a:rPr lang="de-DE" b="1" dirty="0">
                <a:solidFill>
                  <a:srgbClr val="009633"/>
                </a:solidFill>
              </a:rPr>
              <a:t>rechte Tabelle</a:t>
            </a:r>
          </a:p>
          <a:p>
            <a:endParaRPr lang="de-DE" dirty="0"/>
          </a:p>
        </p:txBody>
      </p:sp>
      <p:cxnSp>
        <p:nvCxnSpPr>
          <p:cNvPr id="8" name="Gerade Verbindung mit Pfeil 7">
            <a:extLst>
              <a:ext uri="{FF2B5EF4-FFF2-40B4-BE49-F238E27FC236}">
                <a16:creationId xmlns:a16="http://schemas.microsoft.com/office/drawing/2014/main" id="{C6E30665-651B-41CE-A130-24849CD6F231}"/>
              </a:ext>
            </a:extLst>
          </p:cNvPr>
          <p:cNvCxnSpPr>
            <a:cxnSpLocks/>
          </p:cNvCxnSpPr>
          <p:nvPr/>
        </p:nvCxnSpPr>
        <p:spPr>
          <a:xfrm flipH="1">
            <a:off x="2467992" y="4151038"/>
            <a:ext cx="1245198" cy="605189"/>
          </a:xfrm>
          <a:prstGeom prst="straightConnector1">
            <a:avLst/>
          </a:prstGeom>
          <a:ln w="76200">
            <a:solidFill>
              <a:srgbClr val="E30051"/>
            </a:solidFill>
            <a:tailEnd type="triangle"/>
          </a:ln>
        </p:spPr>
        <p:style>
          <a:lnRef idx="3">
            <a:schemeClr val="accent2"/>
          </a:lnRef>
          <a:fillRef idx="0">
            <a:schemeClr val="accent2"/>
          </a:fillRef>
          <a:effectRef idx="2">
            <a:schemeClr val="accent2"/>
          </a:effectRef>
          <a:fontRef idx="minor">
            <a:schemeClr val="tx1"/>
          </a:fontRef>
        </p:style>
      </p:cxnSp>
      <p:cxnSp>
        <p:nvCxnSpPr>
          <p:cNvPr id="9" name="Gerade Verbindung mit Pfeil 8">
            <a:extLst>
              <a:ext uri="{FF2B5EF4-FFF2-40B4-BE49-F238E27FC236}">
                <a16:creationId xmlns:a16="http://schemas.microsoft.com/office/drawing/2014/main" id="{9FBBAC15-92D8-48F4-BB60-3A2FB5A8D8EA}"/>
              </a:ext>
            </a:extLst>
          </p:cNvPr>
          <p:cNvCxnSpPr>
            <a:cxnSpLocks/>
            <a:stCxn id="7" idx="1"/>
          </p:cNvCxnSpPr>
          <p:nvPr/>
        </p:nvCxnSpPr>
        <p:spPr>
          <a:xfrm flipH="1">
            <a:off x="2929632" y="4438086"/>
            <a:ext cx="783558" cy="855202"/>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217574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Zusammenfassung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lnSpcReduction="10000"/>
          </a:bodyPr>
          <a:lstStyle/>
          <a:p>
            <a:r>
              <a:rPr lang="de-DE" dirty="0">
                <a:solidFill>
                  <a:srgbClr val="E30051"/>
                </a:solidFill>
              </a:rPr>
              <a:t>linke Tabelle</a:t>
            </a:r>
            <a:r>
              <a:rPr lang="de-DE" dirty="0">
                <a:solidFill>
                  <a:srgbClr val="E30051"/>
                </a:solidFill>
                <a:sym typeface="Wingdings" panose="05000000000000000000" pitchFamily="2" charset="2"/>
              </a:rPr>
              <a:t></a:t>
            </a:r>
            <a:r>
              <a:rPr lang="de-DE" dirty="0">
                <a:solidFill>
                  <a:srgbClr val="E30051"/>
                </a:solidFill>
              </a:rPr>
              <a:t> </a:t>
            </a:r>
            <a:r>
              <a:rPr lang="de-DE" dirty="0"/>
              <a:t>die Tabelle, welche in der FROM-Klausel steht</a:t>
            </a:r>
          </a:p>
          <a:p>
            <a:r>
              <a:rPr lang="de-DE" dirty="0">
                <a:solidFill>
                  <a:srgbClr val="009633"/>
                </a:solidFill>
              </a:rPr>
              <a:t>rechte Tabelle</a:t>
            </a:r>
            <a:r>
              <a:rPr lang="de-DE" dirty="0">
                <a:solidFill>
                  <a:srgbClr val="009633"/>
                </a:solidFill>
                <a:sym typeface="Wingdings" panose="05000000000000000000" pitchFamily="2" charset="2"/>
              </a:rPr>
              <a:t></a:t>
            </a:r>
            <a:r>
              <a:rPr lang="de-DE" dirty="0">
                <a:solidFill>
                  <a:srgbClr val="009633"/>
                </a:solidFill>
              </a:rPr>
              <a:t> </a:t>
            </a:r>
            <a:r>
              <a:rPr lang="de-DE" dirty="0"/>
              <a:t>die Tabelle, welche in der JOIN-Klausel steht</a:t>
            </a:r>
          </a:p>
          <a:p>
            <a:r>
              <a:rPr lang="de-DE" b="1" u="sng" dirty="0"/>
              <a:t>INNER JOIN</a:t>
            </a:r>
            <a:r>
              <a:rPr lang="de-DE" u="sng" dirty="0"/>
              <a:t>: </a:t>
            </a:r>
            <a:r>
              <a:rPr lang="de-DE" dirty="0"/>
              <a:t>Nur übereinstimmende Zeilen</a:t>
            </a:r>
          </a:p>
          <a:p>
            <a:r>
              <a:rPr lang="de-DE" b="1" u="sng" dirty="0"/>
              <a:t>LEFT JOIN</a:t>
            </a:r>
            <a:r>
              <a:rPr lang="de-DE" u="sng" dirty="0"/>
              <a:t>: </a:t>
            </a:r>
            <a:r>
              <a:rPr lang="de-DE" dirty="0"/>
              <a:t>Alle Zeilen der linken Tabelle, mit NULL für nicht übereinstimmende Zeilen der rechten Tabelle</a:t>
            </a:r>
          </a:p>
          <a:p>
            <a:r>
              <a:rPr lang="de-DE" b="1" u="sng" dirty="0"/>
              <a:t>RIGHT JOIN</a:t>
            </a:r>
            <a:r>
              <a:rPr lang="de-DE" u="sng" dirty="0"/>
              <a:t>: </a:t>
            </a:r>
            <a:r>
              <a:rPr lang="de-DE" dirty="0"/>
              <a:t>Alle Zeilen der rechten Tabelle, mit NULL für nicht übereinstimmende Zeilen der linken Tabelle</a:t>
            </a:r>
          </a:p>
          <a:p>
            <a:r>
              <a:rPr lang="de-DE" b="1" u="sng" dirty="0"/>
              <a:t>FULL JOIN</a:t>
            </a:r>
            <a:r>
              <a:rPr lang="de-DE" u="sng" dirty="0"/>
              <a:t>: </a:t>
            </a:r>
            <a:r>
              <a:rPr lang="de-DE" dirty="0"/>
              <a:t>Alle Zeilen beider Tabellen, mit NULL für nicht übereinstimmende Zeilen</a:t>
            </a:r>
          </a:p>
          <a:p>
            <a:r>
              <a:rPr lang="de-DE" b="1" dirty="0"/>
              <a:t>mehrere JOINS sind möglich</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2359238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Erkundung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a:bodyPr>
          <a:lstStyle/>
          <a:p>
            <a:r>
              <a:rPr lang="de-DE" dirty="0"/>
              <a:t>Erstellen Sie im SQL-Teacher die Tabellen nachfolgender Abbildungen und testen Sie stets den Befehl</a:t>
            </a:r>
          </a:p>
          <a:p>
            <a:pPr marL="0" indent="0">
              <a:buNone/>
            </a:pPr>
            <a:r>
              <a:rPr lang="de-DE" dirty="0"/>
              <a:t>SELECT *</a:t>
            </a:r>
          </a:p>
          <a:p>
            <a:pPr marL="0" indent="0">
              <a:buNone/>
            </a:pPr>
            <a:r>
              <a:rPr lang="de-DE" dirty="0"/>
              <a:t>FROM Kunde </a:t>
            </a:r>
          </a:p>
          <a:p>
            <a:pPr marL="0" indent="0">
              <a:buNone/>
            </a:pPr>
            <a:r>
              <a:rPr lang="de-DE" dirty="0"/>
              <a:t>FULL JOIN Ort </a:t>
            </a:r>
          </a:p>
          <a:p>
            <a:pPr marL="0" indent="0">
              <a:buNone/>
            </a:pPr>
            <a:r>
              <a:rPr lang="de-DE" dirty="0"/>
              <a:t>ON </a:t>
            </a:r>
            <a:r>
              <a:rPr lang="de-DE" dirty="0" err="1"/>
              <a:t>Kunde.ort_id</a:t>
            </a:r>
            <a:r>
              <a:rPr lang="de-DE" dirty="0"/>
              <a:t> = </a:t>
            </a:r>
            <a:r>
              <a:rPr lang="de-DE" dirty="0" err="1"/>
              <a:t>Ort.ort_id</a:t>
            </a:r>
            <a:r>
              <a:rPr lang="de-DE" dirty="0"/>
              <a:t>;</a:t>
            </a:r>
          </a:p>
          <a:p>
            <a:r>
              <a:rPr lang="de-DE" b="1" u="sng" dirty="0"/>
              <a:t>Abbildungen zu finden auf nächster Folie</a:t>
            </a:r>
          </a:p>
          <a:p>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12055474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Erkundung</a:t>
            </a:r>
            <a:endParaRPr lang="de-DE" sz="3100"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pic>
        <p:nvPicPr>
          <p:cNvPr id="5" name="Grafik 4">
            <a:extLst>
              <a:ext uri="{FF2B5EF4-FFF2-40B4-BE49-F238E27FC236}">
                <a16:creationId xmlns:a16="http://schemas.microsoft.com/office/drawing/2014/main" id="{0377875B-45CF-43AB-9AF0-B5DFAAC1E5E4}"/>
              </a:ext>
            </a:extLst>
          </p:cNvPr>
          <p:cNvPicPr>
            <a:picLocks noChangeAspect="1"/>
          </p:cNvPicPr>
          <p:nvPr/>
        </p:nvPicPr>
        <p:blipFill>
          <a:blip r:embed="rId2"/>
          <a:stretch>
            <a:fillRect/>
          </a:stretch>
        </p:blipFill>
        <p:spPr>
          <a:xfrm>
            <a:off x="160867" y="1646238"/>
            <a:ext cx="6802200" cy="1644882"/>
          </a:xfrm>
          <a:prstGeom prst="rect">
            <a:avLst/>
          </a:prstGeom>
        </p:spPr>
      </p:pic>
      <p:pic>
        <p:nvPicPr>
          <p:cNvPr id="6" name="Grafik 5">
            <a:extLst>
              <a:ext uri="{FF2B5EF4-FFF2-40B4-BE49-F238E27FC236}">
                <a16:creationId xmlns:a16="http://schemas.microsoft.com/office/drawing/2014/main" id="{D08524A6-A4AF-4A01-A8F3-E854637D01B6}"/>
              </a:ext>
            </a:extLst>
          </p:cNvPr>
          <p:cNvPicPr>
            <a:picLocks noChangeAspect="1"/>
          </p:cNvPicPr>
          <p:nvPr/>
        </p:nvPicPr>
        <p:blipFill>
          <a:blip r:embed="rId3"/>
          <a:stretch>
            <a:fillRect/>
          </a:stretch>
        </p:blipFill>
        <p:spPr>
          <a:xfrm>
            <a:off x="160867" y="3291120"/>
            <a:ext cx="4238625" cy="1047750"/>
          </a:xfrm>
          <a:prstGeom prst="rect">
            <a:avLst/>
          </a:prstGeom>
        </p:spPr>
      </p:pic>
      <p:pic>
        <p:nvPicPr>
          <p:cNvPr id="7" name="Grafik 6">
            <a:extLst>
              <a:ext uri="{FF2B5EF4-FFF2-40B4-BE49-F238E27FC236}">
                <a16:creationId xmlns:a16="http://schemas.microsoft.com/office/drawing/2014/main" id="{DAF98181-DD52-4C20-8E09-D94B0102A624}"/>
              </a:ext>
            </a:extLst>
          </p:cNvPr>
          <p:cNvPicPr>
            <a:picLocks noChangeAspect="1"/>
          </p:cNvPicPr>
          <p:nvPr/>
        </p:nvPicPr>
        <p:blipFill>
          <a:blip r:embed="rId4"/>
          <a:stretch>
            <a:fillRect/>
          </a:stretch>
        </p:blipFill>
        <p:spPr>
          <a:xfrm>
            <a:off x="160867" y="4399071"/>
            <a:ext cx="9658350" cy="1133475"/>
          </a:xfrm>
          <a:prstGeom prst="rect">
            <a:avLst/>
          </a:prstGeom>
        </p:spPr>
      </p:pic>
      <p:pic>
        <p:nvPicPr>
          <p:cNvPr id="8" name="Grafik 7">
            <a:extLst>
              <a:ext uri="{FF2B5EF4-FFF2-40B4-BE49-F238E27FC236}">
                <a16:creationId xmlns:a16="http://schemas.microsoft.com/office/drawing/2014/main" id="{90677C68-D7B1-4F7C-A463-256239611E22}"/>
              </a:ext>
            </a:extLst>
          </p:cNvPr>
          <p:cNvPicPr>
            <a:picLocks noChangeAspect="1"/>
          </p:cNvPicPr>
          <p:nvPr/>
        </p:nvPicPr>
        <p:blipFill>
          <a:blip r:embed="rId5"/>
          <a:stretch>
            <a:fillRect/>
          </a:stretch>
        </p:blipFill>
        <p:spPr>
          <a:xfrm>
            <a:off x="4399492" y="3355760"/>
            <a:ext cx="2324100" cy="857250"/>
          </a:xfrm>
          <a:prstGeom prst="rect">
            <a:avLst/>
          </a:prstGeom>
        </p:spPr>
      </p:pic>
      <p:pic>
        <p:nvPicPr>
          <p:cNvPr id="9" name="Grafik 8">
            <a:extLst>
              <a:ext uri="{FF2B5EF4-FFF2-40B4-BE49-F238E27FC236}">
                <a16:creationId xmlns:a16="http://schemas.microsoft.com/office/drawing/2014/main" id="{F257C9B0-D70C-4834-9CC7-511CCA2613B2}"/>
              </a:ext>
            </a:extLst>
          </p:cNvPr>
          <p:cNvPicPr>
            <a:picLocks noChangeAspect="1"/>
          </p:cNvPicPr>
          <p:nvPr/>
        </p:nvPicPr>
        <p:blipFill>
          <a:blip r:embed="rId6"/>
          <a:stretch>
            <a:fillRect/>
          </a:stretch>
        </p:blipFill>
        <p:spPr>
          <a:xfrm>
            <a:off x="7035045" y="2004457"/>
            <a:ext cx="3324225" cy="838200"/>
          </a:xfrm>
          <a:prstGeom prst="rect">
            <a:avLst/>
          </a:prstGeom>
        </p:spPr>
      </p:pic>
      <p:sp>
        <p:nvSpPr>
          <p:cNvPr id="11" name="Textfeld 10">
            <a:extLst>
              <a:ext uri="{FF2B5EF4-FFF2-40B4-BE49-F238E27FC236}">
                <a16:creationId xmlns:a16="http://schemas.microsoft.com/office/drawing/2014/main" id="{E0FC38D5-1A09-46AF-816A-6FF93D28FCC4}"/>
              </a:ext>
            </a:extLst>
          </p:cNvPr>
          <p:cNvSpPr txBox="1"/>
          <p:nvPr/>
        </p:nvSpPr>
        <p:spPr>
          <a:xfrm>
            <a:off x="941447" y="4049389"/>
            <a:ext cx="1109295" cy="369332"/>
          </a:xfrm>
          <a:prstGeom prst="rect">
            <a:avLst/>
          </a:prstGeom>
          <a:noFill/>
        </p:spPr>
        <p:txBody>
          <a:bodyPr wrap="square" rtlCol="0">
            <a:spAutoFit/>
          </a:bodyPr>
          <a:lstStyle/>
          <a:p>
            <a:r>
              <a:rPr lang="de-DE" b="1" dirty="0"/>
              <a:t>ORT</a:t>
            </a:r>
          </a:p>
        </p:txBody>
      </p:sp>
      <p:sp>
        <p:nvSpPr>
          <p:cNvPr id="12" name="Textfeld 11">
            <a:extLst>
              <a:ext uri="{FF2B5EF4-FFF2-40B4-BE49-F238E27FC236}">
                <a16:creationId xmlns:a16="http://schemas.microsoft.com/office/drawing/2014/main" id="{7D6D16B7-1BC2-4769-96EF-7DC1C69341AF}"/>
              </a:ext>
            </a:extLst>
          </p:cNvPr>
          <p:cNvSpPr txBox="1"/>
          <p:nvPr/>
        </p:nvSpPr>
        <p:spPr>
          <a:xfrm>
            <a:off x="3494842" y="5478475"/>
            <a:ext cx="1109295" cy="369332"/>
          </a:xfrm>
          <a:prstGeom prst="rect">
            <a:avLst/>
          </a:prstGeom>
          <a:noFill/>
        </p:spPr>
        <p:txBody>
          <a:bodyPr wrap="square" rtlCol="0">
            <a:spAutoFit/>
          </a:bodyPr>
          <a:lstStyle/>
          <a:p>
            <a:r>
              <a:rPr lang="de-DE" b="1" dirty="0"/>
              <a:t>KUNDE</a:t>
            </a:r>
          </a:p>
        </p:txBody>
      </p:sp>
      <p:sp>
        <p:nvSpPr>
          <p:cNvPr id="13" name="Textfeld 12">
            <a:extLst>
              <a:ext uri="{FF2B5EF4-FFF2-40B4-BE49-F238E27FC236}">
                <a16:creationId xmlns:a16="http://schemas.microsoft.com/office/drawing/2014/main" id="{CF5DD36F-C989-453A-9618-5E8079B59938}"/>
              </a:ext>
            </a:extLst>
          </p:cNvPr>
          <p:cNvSpPr txBox="1"/>
          <p:nvPr/>
        </p:nvSpPr>
        <p:spPr>
          <a:xfrm>
            <a:off x="4986705" y="4053405"/>
            <a:ext cx="1109295" cy="369332"/>
          </a:xfrm>
          <a:prstGeom prst="rect">
            <a:avLst/>
          </a:prstGeom>
          <a:noFill/>
        </p:spPr>
        <p:txBody>
          <a:bodyPr wrap="square" rtlCol="0">
            <a:spAutoFit/>
          </a:bodyPr>
          <a:lstStyle/>
          <a:p>
            <a:r>
              <a:rPr lang="de-DE" b="1" dirty="0"/>
              <a:t>AUFTRAG</a:t>
            </a:r>
          </a:p>
        </p:txBody>
      </p:sp>
      <p:sp>
        <p:nvSpPr>
          <p:cNvPr id="14" name="Textfeld 13">
            <a:extLst>
              <a:ext uri="{FF2B5EF4-FFF2-40B4-BE49-F238E27FC236}">
                <a16:creationId xmlns:a16="http://schemas.microsoft.com/office/drawing/2014/main" id="{29540206-C40E-496A-BB66-1D98F4AC611C}"/>
              </a:ext>
            </a:extLst>
          </p:cNvPr>
          <p:cNvSpPr txBox="1"/>
          <p:nvPr/>
        </p:nvSpPr>
        <p:spPr>
          <a:xfrm>
            <a:off x="7495117" y="2729702"/>
            <a:ext cx="2324100" cy="369332"/>
          </a:xfrm>
          <a:prstGeom prst="rect">
            <a:avLst/>
          </a:prstGeom>
          <a:noFill/>
        </p:spPr>
        <p:txBody>
          <a:bodyPr wrap="square" rtlCol="0">
            <a:spAutoFit/>
          </a:bodyPr>
          <a:lstStyle/>
          <a:p>
            <a:r>
              <a:rPr lang="de-DE" b="1" dirty="0"/>
              <a:t>POSITION(APOSITION)</a:t>
            </a:r>
          </a:p>
        </p:txBody>
      </p:sp>
      <p:sp>
        <p:nvSpPr>
          <p:cNvPr id="15" name="Textfeld 14">
            <a:extLst>
              <a:ext uri="{FF2B5EF4-FFF2-40B4-BE49-F238E27FC236}">
                <a16:creationId xmlns:a16="http://schemas.microsoft.com/office/drawing/2014/main" id="{991E168A-4321-45BB-889B-443767278420}"/>
              </a:ext>
            </a:extLst>
          </p:cNvPr>
          <p:cNvSpPr txBox="1"/>
          <p:nvPr/>
        </p:nvSpPr>
        <p:spPr>
          <a:xfrm>
            <a:off x="9031963" y="4022319"/>
            <a:ext cx="1109295" cy="369332"/>
          </a:xfrm>
          <a:prstGeom prst="rect">
            <a:avLst/>
          </a:prstGeom>
          <a:noFill/>
        </p:spPr>
        <p:txBody>
          <a:bodyPr wrap="square" rtlCol="0">
            <a:spAutoFit/>
          </a:bodyPr>
          <a:lstStyle/>
          <a:p>
            <a:r>
              <a:rPr lang="de-DE" b="1" dirty="0"/>
              <a:t>ARTIKEL</a:t>
            </a:r>
          </a:p>
        </p:txBody>
      </p:sp>
      <p:pic>
        <p:nvPicPr>
          <p:cNvPr id="16" name="Grafik 15">
            <a:extLst>
              <a:ext uri="{FF2B5EF4-FFF2-40B4-BE49-F238E27FC236}">
                <a16:creationId xmlns:a16="http://schemas.microsoft.com/office/drawing/2014/main" id="{BBC89CE2-4A21-49F2-BA86-C224C5A9DB97}"/>
              </a:ext>
            </a:extLst>
          </p:cNvPr>
          <p:cNvPicPr>
            <a:picLocks noChangeAspect="1"/>
          </p:cNvPicPr>
          <p:nvPr/>
        </p:nvPicPr>
        <p:blipFill>
          <a:blip r:embed="rId7"/>
          <a:stretch>
            <a:fillRect/>
          </a:stretch>
        </p:blipFill>
        <p:spPr>
          <a:xfrm>
            <a:off x="7011529" y="3250702"/>
            <a:ext cx="4600575" cy="809625"/>
          </a:xfrm>
          <a:prstGeom prst="rect">
            <a:avLst/>
          </a:prstGeom>
        </p:spPr>
      </p:pic>
      <p:pic>
        <p:nvPicPr>
          <p:cNvPr id="17" name="Grafik 16">
            <a:extLst>
              <a:ext uri="{FF2B5EF4-FFF2-40B4-BE49-F238E27FC236}">
                <a16:creationId xmlns:a16="http://schemas.microsoft.com/office/drawing/2014/main" id="{560D7524-C685-4F69-855A-3277D75BB72E}"/>
              </a:ext>
            </a:extLst>
          </p:cNvPr>
          <p:cNvPicPr>
            <a:picLocks noChangeAspect="1"/>
          </p:cNvPicPr>
          <p:nvPr/>
        </p:nvPicPr>
        <p:blipFill>
          <a:blip r:embed="rId8"/>
          <a:stretch>
            <a:fillRect/>
          </a:stretch>
        </p:blipFill>
        <p:spPr>
          <a:xfrm>
            <a:off x="10141258" y="4596530"/>
            <a:ext cx="1628556" cy="1133475"/>
          </a:xfrm>
          <a:prstGeom prst="rect">
            <a:avLst/>
          </a:prstGeom>
        </p:spPr>
      </p:pic>
    </p:spTree>
    <p:extLst>
      <p:ext uri="{BB962C8B-B14F-4D97-AF65-F5344CB8AC3E}">
        <p14:creationId xmlns:p14="http://schemas.microsoft.com/office/powerpoint/2010/main" val="294272657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57193977-0507-4417-8B54-1F3D38B17897}"/>
              </a:ext>
            </a:extLst>
          </p:cNvPr>
          <p:cNvPicPr>
            <a:picLocks noChangeAspect="1"/>
          </p:cNvPicPr>
          <p:nvPr/>
        </p:nvPicPr>
        <p:blipFill>
          <a:blip r:embed="rId2"/>
          <a:stretch>
            <a:fillRect/>
          </a:stretch>
        </p:blipFill>
        <p:spPr>
          <a:xfrm>
            <a:off x="160867" y="4230338"/>
            <a:ext cx="7800868" cy="1886376"/>
          </a:xfrm>
          <a:prstGeom prst="rect">
            <a:avLst/>
          </a:prstGeom>
        </p:spPr>
      </p:pic>
      <p:sp>
        <p:nvSpPr>
          <p:cNvPr id="2" name="Titel 1">
            <a:extLst>
              <a:ext uri="{FF2B5EF4-FFF2-40B4-BE49-F238E27FC236}">
                <a16:creationId xmlns:a16="http://schemas.microsoft.com/office/drawing/2014/main" id="{FA92B471-D47F-4FDE-B0EF-D6E40D117C74}"/>
              </a:ext>
            </a:extLst>
          </p:cNvPr>
          <p:cNvSpPr>
            <a:spLocks noGrp="1"/>
          </p:cNvSpPr>
          <p:nvPr>
            <p:ph type="title"/>
          </p:nvPr>
        </p:nvSpPr>
        <p:spPr/>
        <p:txBody>
          <a:bodyPr/>
          <a:lstStyle/>
          <a:p>
            <a:r>
              <a:rPr lang="de-DE" dirty="0"/>
              <a:t>JOIN - Mehrfachnutzung</a:t>
            </a:r>
          </a:p>
        </p:txBody>
      </p:sp>
      <p:sp>
        <p:nvSpPr>
          <p:cNvPr id="3" name="Inhaltsplatzhalter 2">
            <a:extLst>
              <a:ext uri="{FF2B5EF4-FFF2-40B4-BE49-F238E27FC236}">
                <a16:creationId xmlns:a16="http://schemas.microsoft.com/office/drawing/2014/main" id="{6FBDEF73-FFA5-430E-BD53-0B10B3488D6F}"/>
              </a:ext>
            </a:extLst>
          </p:cNvPr>
          <p:cNvSpPr>
            <a:spLocks noGrp="1"/>
          </p:cNvSpPr>
          <p:nvPr>
            <p:ph idx="1"/>
          </p:nvPr>
        </p:nvSpPr>
        <p:spPr>
          <a:xfrm>
            <a:off x="160867" y="1825625"/>
            <a:ext cx="10515600" cy="2613210"/>
          </a:xfrm>
        </p:spPr>
        <p:txBody>
          <a:bodyPr>
            <a:normAutofit fontScale="92500" lnSpcReduction="10000"/>
          </a:bodyPr>
          <a:lstStyle/>
          <a:p>
            <a:r>
              <a:rPr lang="de-DE" u="sng" dirty="0"/>
              <a:t>Problemstellung:</a:t>
            </a:r>
          </a:p>
          <a:p>
            <a:pPr lvl="1"/>
            <a:r>
              <a:rPr lang="de-DE" dirty="0"/>
              <a:t>linke Tabelle hat keine direkte Verbindung zur rechten Tabelle mit den erforderlichen Informationen</a:t>
            </a:r>
          </a:p>
          <a:p>
            <a:pPr lvl="1"/>
            <a:r>
              <a:rPr lang="de-DE" u="sng" dirty="0" err="1"/>
              <a:t>z.B</a:t>
            </a:r>
            <a:r>
              <a:rPr lang="de-DE" u="sng" dirty="0"/>
              <a:t>:</a:t>
            </a:r>
          </a:p>
          <a:p>
            <a:pPr lvl="2"/>
            <a:r>
              <a:rPr lang="de-DE" dirty="0"/>
              <a:t>Welche Kunden haben Bestellungen mit einem Rabatt von mehr als 5% aufgegeben?</a:t>
            </a:r>
          </a:p>
          <a:p>
            <a:pPr lvl="2"/>
            <a:r>
              <a:rPr lang="de-DE" dirty="0"/>
              <a:t>Gesucht: Daten aus Tabelle Kunde </a:t>
            </a:r>
            <a:r>
              <a:rPr lang="de-DE" dirty="0">
                <a:sym typeface="Wingdings" panose="05000000000000000000" pitchFamily="2" charset="2"/>
              </a:rPr>
              <a:t> hat keine direkte Verbindung mit dem gesuchten Rabatt aus Tabelle Position</a:t>
            </a:r>
          </a:p>
          <a:p>
            <a:pPr lvl="2"/>
            <a:r>
              <a:rPr lang="de-DE" dirty="0">
                <a:sym typeface="Wingdings" panose="05000000000000000000" pitchFamily="2" charset="2"/>
              </a:rPr>
              <a:t>„Der Weg“ muss über Tabelle Auftrag „gegangen“ werden</a:t>
            </a:r>
            <a:endParaRPr lang="de-DE" dirty="0"/>
          </a:p>
        </p:txBody>
      </p:sp>
      <p:sp>
        <p:nvSpPr>
          <p:cNvPr id="6" name="Textfeld 5">
            <a:extLst>
              <a:ext uri="{FF2B5EF4-FFF2-40B4-BE49-F238E27FC236}">
                <a16:creationId xmlns:a16="http://schemas.microsoft.com/office/drawing/2014/main" id="{B70115E9-5114-4E17-95F8-8ADA60BAAA5B}"/>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cxnSp>
        <p:nvCxnSpPr>
          <p:cNvPr id="10" name="Verbinder: gekrümmt 9">
            <a:extLst>
              <a:ext uri="{FF2B5EF4-FFF2-40B4-BE49-F238E27FC236}">
                <a16:creationId xmlns:a16="http://schemas.microsoft.com/office/drawing/2014/main" id="{E99BEC42-AECB-4211-B6C6-9333344AB034}"/>
              </a:ext>
            </a:extLst>
          </p:cNvPr>
          <p:cNvCxnSpPr>
            <a:cxnSpLocks/>
          </p:cNvCxnSpPr>
          <p:nvPr/>
        </p:nvCxnSpPr>
        <p:spPr>
          <a:xfrm flipV="1">
            <a:off x="2868328" y="5291090"/>
            <a:ext cx="1192973" cy="503318"/>
          </a:xfrm>
          <a:prstGeom prst="curvedConnector3">
            <a:avLst>
              <a:gd name="adj1" fmla="val 99217"/>
            </a:avLst>
          </a:prstGeom>
          <a:ln w="38100">
            <a:solidFill>
              <a:srgbClr val="F688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Verbinder: gekrümmt 14">
            <a:extLst>
              <a:ext uri="{FF2B5EF4-FFF2-40B4-BE49-F238E27FC236}">
                <a16:creationId xmlns:a16="http://schemas.microsoft.com/office/drawing/2014/main" id="{32CAD050-5573-4869-B5C4-2063473E2007}"/>
              </a:ext>
            </a:extLst>
          </p:cNvPr>
          <p:cNvCxnSpPr>
            <a:cxnSpLocks/>
          </p:cNvCxnSpPr>
          <p:nvPr/>
        </p:nvCxnSpPr>
        <p:spPr>
          <a:xfrm>
            <a:off x="4543125" y="5141842"/>
            <a:ext cx="587143" cy="3"/>
          </a:xfrm>
          <a:prstGeom prst="curvedConnector3">
            <a:avLst>
              <a:gd name="adj1" fmla="val 50000"/>
            </a:avLst>
          </a:prstGeom>
          <a:ln w="38100">
            <a:solidFill>
              <a:srgbClr val="F68800"/>
            </a:solidFill>
            <a:tailEnd type="triangle"/>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BFF2A221-AE42-4639-B9BE-998BBBE0C3BB}"/>
              </a:ext>
            </a:extLst>
          </p:cNvPr>
          <p:cNvSpPr txBox="1"/>
          <p:nvPr/>
        </p:nvSpPr>
        <p:spPr>
          <a:xfrm>
            <a:off x="7961735" y="4203123"/>
            <a:ext cx="4215213" cy="1277273"/>
          </a:xfrm>
          <a:prstGeom prst="rect">
            <a:avLst/>
          </a:prstGeom>
          <a:noFill/>
        </p:spPr>
        <p:txBody>
          <a:bodyPr wrap="square" rtlCol="0">
            <a:spAutoFit/>
          </a:bodyPr>
          <a:lstStyle/>
          <a:p>
            <a:r>
              <a:rPr lang="de-DE" sz="1100" b="1" u="sng" dirty="0">
                <a:latin typeface="Arial" panose="020B0604020202020204" pitchFamily="34" charset="0"/>
                <a:cs typeface="Arial" panose="020B0604020202020204" pitchFamily="34" charset="0"/>
              </a:rPr>
              <a:t>Der Befehl zum Lösen dieses Problems, lautet also:</a:t>
            </a:r>
          </a:p>
          <a:p>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SELECT </a:t>
            </a:r>
            <a:r>
              <a:rPr lang="de-DE" sz="1100" b="1" dirty="0" err="1">
                <a:latin typeface="Arial" panose="020B0604020202020204" pitchFamily="34" charset="0"/>
                <a:cs typeface="Arial" panose="020B0604020202020204" pitchFamily="34" charset="0"/>
              </a:rPr>
              <a:t>kunde.kun_name</a:t>
            </a:r>
            <a:r>
              <a:rPr lang="de-DE" sz="1100" b="1" dirty="0">
                <a:latin typeface="Arial" panose="020B0604020202020204" pitchFamily="34" charset="0"/>
                <a:cs typeface="Arial" panose="020B0604020202020204" pitchFamily="34" charset="0"/>
              </a:rPr>
              <a:t>, </a:t>
            </a:r>
            <a:r>
              <a:rPr lang="de-DE" sz="1100" b="1" dirty="0" err="1">
                <a:latin typeface="Arial" panose="020B0604020202020204" pitchFamily="34" charset="0"/>
                <a:cs typeface="Arial" panose="020B0604020202020204" pitchFamily="34" charset="0"/>
              </a:rPr>
              <a:t>auftrag.auf_id</a:t>
            </a:r>
            <a:r>
              <a:rPr lang="de-DE" sz="1100" b="1" dirty="0">
                <a:latin typeface="Arial" panose="020B0604020202020204" pitchFamily="34" charset="0"/>
                <a:cs typeface="Arial" panose="020B0604020202020204" pitchFamily="34" charset="0"/>
              </a:rPr>
              <a:t>, </a:t>
            </a:r>
            <a:r>
              <a:rPr lang="de-DE" sz="1100" b="1" dirty="0" err="1">
                <a:latin typeface="Arial" panose="020B0604020202020204" pitchFamily="34" charset="0"/>
                <a:cs typeface="Arial" panose="020B0604020202020204" pitchFamily="34" charset="0"/>
              </a:rPr>
              <a:t>aposition.rabatt</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FROM </a:t>
            </a:r>
            <a:r>
              <a:rPr lang="de-DE" sz="1100" b="1" dirty="0" err="1">
                <a:latin typeface="Arial" panose="020B0604020202020204" pitchFamily="34" charset="0"/>
                <a:cs typeface="Arial" panose="020B0604020202020204" pitchFamily="34" charset="0"/>
              </a:rPr>
              <a:t>kunde</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INNER JOIN </a:t>
            </a:r>
            <a:r>
              <a:rPr lang="de-DE" sz="1100" b="1" dirty="0" err="1">
                <a:latin typeface="Arial" panose="020B0604020202020204" pitchFamily="34" charset="0"/>
                <a:cs typeface="Arial" panose="020B0604020202020204" pitchFamily="34" charset="0"/>
              </a:rPr>
              <a:t>auftrag</a:t>
            </a:r>
            <a:r>
              <a:rPr lang="de-DE" sz="1100" b="1" dirty="0">
                <a:latin typeface="Arial" panose="020B0604020202020204" pitchFamily="34" charset="0"/>
                <a:cs typeface="Arial" panose="020B0604020202020204" pitchFamily="34" charset="0"/>
              </a:rPr>
              <a:t> ON </a:t>
            </a:r>
            <a:r>
              <a:rPr lang="de-DE" sz="1100" b="1" dirty="0" err="1">
                <a:latin typeface="Arial" panose="020B0604020202020204" pitchFamily="34" charset="0"/>
                <a:cs typeface="Arial" panose="020B0604020202020204" pitchFamily="34" charset="0"/>
              </a:rPr>
              <a:t>kunde.kund_id</a:t>
            </a:r>
            <a:r>
              <a:rPr lang="de-DE" sz="1100" b="1" dirty="0">
                <a:latin typeface="Arial" panose="020B0604020202020204" pitchFamily="34" charset="0"/>
                <a:cs typeface="Arial" panose="020B0604020202020204" pitchFamily="34" charset="0"/>
              </a:rPr>
              <a:t> = </a:t>
            </a:r>
            <a:r>
              <a:rPr lang="de-DE" sz="1100" b="1" dirty="0" err="1">
                <a:latin typeface="Arial" panose="020B0604020202020204" pitchFamily="34" charset="0"/>
                <a:cs typeface="Arial" panose="020B0604020202020204" pitchFamily="34" charset="0"/>
              </a:rPr>
              <a:t>auftrag.kund_id</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INNER JOIN </a:t>
            </a:r>
            <a:r>
              <a:rPr lang="de-DE" sz="1100" b="1" dirty="0" err="1">
                <a:latin typeface="Arial" panose="020B0604020202020204" pitchFamily="34" charset="0"/>
                <a:cs typeface="Arial" panose="020B0604020202020204" pitchFamily="34" charset="0"/>
              </a:rPr>
              <a:t>aposition</a:t>
            </a:r>
            <a:r>
              <a:rPr lang="de-DE" sz="1100" b="1" dirty="0">
                <a:latin typeface="Arial" panose="020B0604020202020204" pitchFamily="34" charset="0"/>
                <a:cs typeface="Arial" panose="020B0604020202020204" pitchFamily="34" charset="0"/>
              </a:rPr>
              <a:t> ON </a:t>
            </a:r>
            <a:r>
              <a:rPr lang="de-DE" sz="1100" b="1" dirty="0" err="1">
                <a:latin typeface="Arial" panose="020B0604020202020204" pitchFamily="34" charset="0"/>
                <a:cs typeface="Arial" panose="020B0604020202020204" pitchFamily="34" charset="0"/>
              </a:rPr>
              <a:t>auftrag.auf_id</a:t>
            </a:r>
            <a:r>
              <a:rPr lang="de-DE" sz="1100" b="1" dirty="0">
                <a:latin typeface="Arial" panose="020B0604020202020204" pitchFamily="34" charset="0"/>
                <a:cs typeface="Arial" panose="020B0604020202020204" pitchFamily="34" charset="0"/>
              </a:rPr>
              <a:t> = </a:t>
            </a:r>
            <a:r>
              <a:rPr lang="de-DE" sz="1100" b="1" dirty="0" err="1">
                <a:latin typeface="Arial" panose="020B0604020202020204" pitchFamily="34" charset="0"/>
                <a:cs typeface="Arial" panose="020B0604020202020204" pitchFamily="34" charset="0"/>
              </a:rPr>
              <a:t>aposition.auf_id</a:t>
            </a:r>
            <a:endParaRPr lang="de-DE" sz="1100" b="1" dirty="0">
              <a:latin typeface="Arial" panose="020B0604020202020204" pitchFamily="34" charset="0"/>
              <a:cs typeface="Arial" panose="020B0604020202020204" pitchFamily="34" charset="0"/>
            </a:endParaRPr>
          </a:p>
          <a:p>
            <a:r>
              <a:rPr lang="de-DE" sz="1100" b="1" dirty="0">
                <a:latin typeface="Arial" panose="020B0604020202020204" pitchFamily="34" charset="0"/>
                <a:cs typeface="Arial" panose="020B0604020202020204" pitchFamily="34" charset="0"/>
              </a:rPr>
              <a:t>WHERE </a:t>
            </a:r>
            <a:r>
              <a:rPr lang="de-DE" sz="1100" b="1" dirty="0" err="1">
                <a:latin typeface="Arial" panose="020B0604020202020204" pitchFamily="34" charset="0"/>
                <a:cs typeface="Arial" panose="020B0604020202020204" pitchFamily="34" charset="0"/>
              </a:rPr>
              <a:t>aposition.rabatt</a:t>
            </a:r>
            <a:r>
              <a:rPr lang="de-DE" sz="1100" b="1" dirty="0">
                <a:latin typeface="Arial" panose="020B0604020202020204" pitchFamily="34" charset="0"/>
                <a:cs typeface="Arial" panose="020B0604020202020204" pitchFamily="34" charset="0"/>
              </a:rPr>
              <a:t> &gt; 5;</a:t>
            </a:r>
            <a:endParaRPr lang="de-DE"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647778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JOIN – BEFEHL</a:t>
            </a:r>
            <a:br>
              <a:rPr lang="de-DE" dirty="0"/>
            </a:br>
            <a:r>
              <a:rPr lang="de-DE" dirty="0"/>
              <a:t>Übung</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fontScale="55000" lnSpcReduction="20000"/>
          </a:bodyPr>
          <a:lstStyle/>
          <a:p>
            <a:pPr marL="0" indent="0">
              <a:buNone/>
            </a:pPr>
            <a:r>
              <a:rPr lang="de-DE" b="1" u="sng" dirty="0"/>
              <a:t>Nutzen Sie das vorangegangene Wissen um nun folgende Abfragen zu erstellen(SQL-Teacher):</a:t>
            </a:r>
          </a:p>
          <a:p>
            <a:pPr marL="514350" indent="-514350">
              <a:buFont typeface="+mj-lt"/>
              <a:buAutoNum type="arabicPeriod"/>
            </a:pPr>
            <a:r>
              <a:rPr lang="de-DE" sz="2900" dirty="0"/>
              <a:t>Welche Kunden haben Bestellungen mit einem Rabatt von mehr als 10% aufgegeben?</a:t>
            </a:r>
          </a:p>
          <a:p>
            <a:pPr marL="514350" indent="-514350">
              <a:buFont typeface="+mj-lt"/>
              <a:buAutoNum type="arabicPeriod"/>
            </a:pPr>
            <a:r>
              <a:rPr lang="de-DE" sz="2900" dirty="0"/>
              <a:t> Welche Kunden haben eine E-Mail-Adresse, die mit 'gmail.com' endet, und welche Bestellungen haben sie aufgegeben?</a:t>
            </a:r>
          </a:p>
          <a:p>
            <a:pPr marL="514350" indent="-514350">
              <a:buFont typeface="+mj-lt"/>
              <a:buAutoNum type="arabicPeriod"/>
            </a:pPr>
            <a:r>
              <a:rPr lang="de-DE" sz="2900" dirty="0"/>
              <a:t>Welche Bestellungen wurden zwischen dem 01.08.2024 und dem 31.08.2024 aufgegeben und von welchen Kunden?</a:t>
            </a:r>
          </a:p>
          <a:p>
            <a:pPr marL="514350" indent="-514350">
              <a:buFont typeface="+mj-lt"/>
              <a:buAutoNum type="arabicPeriod"/>
            </a:pPr>
            <a:r>
              <a:rPr lang="de-DE" sz="2900" dirty="0"/>
              <a:t> Welche Kunden oder Bestellungen haben entweder eine Telefonnummer, die mit '0372' beginnt, oder einen Rabatt von mehr als 20%?</a:t>
            </a:r>
          </a:p>
          <a:p>
            <a:pPr marL="514350" indent="-514350">
              <a:buFont typeface="+mj-lt"/>
              <a:buAutoNum type="arabicPeriod"/>
            </a:pPr>
            <a:r>
              <a:rPr lang="de-DE" sz="2900" dirty="0"/>
              <a:t>Welche Artikel haben einen Lagerbestand von weniger als 10 und wurden von Kunden aus Chemnitz bestellt?</a:t>
            </a:r>
          </a:p>
          <a:p>
            <a:pPr marL="514350" indent="-514350">
              <a:buFont typeface="+mj-lt"/>
              <a:buAutoNum type="arabicPeriod"/>
            </a:pPr>
            <a:r>
              <a:rPr lang="de-DE" sz="2900" dirty="0"/>
              <a:t>Welche Kunden haben keine Bestellungen aufgegeben?</a:t>
            </a:r>
          </a:p>
          <a:p>
            <a:pPr marL="514350" indent="-514350">
              <a:buFont typeface="+mj-lt"/>
              <a:buAutoNum type="arabicPeriod"/>
            </a:pPr>
            <a:r>
              <a:rPr lang="de-DE" sz="2900" dirty="0"/>
              <a:t>Welche Bestellungen haben eine Menge von mehr als 20 und welche Artikel sind darin enthalten?</a:t>
            </a:r>
          </a:p>
          <a:p>
            <a:pPr marL="514350" indent="-514350">
              <a:buFont typeface="+mj-lt"/>
              <a:buAutoNum type="arabicPeriod"/>
            </a:pPr>
            <a:r>
              <a:rPr lang="de-DE" sz="2900" dirty="0"/>
              <a:t>Welche Kunden haben Bestellungen im August 2024 aufgegeben und haben eine E-Mail-Adresse, die mit 'outlook.com' endet?</a:t>
            </a:r>
          </a:p>
          <a:p>
            <a:pPr marL="514350" indent="-514350">
              <a:buFont typeface="+mj-lt"/>
              <a:buAutoNum type="arabicPeriod"/>
            </a:pPr>
            <a:r>
              <a:rPr lang="de-DE" sz="2900" dirty="0"/>
              <a:t>Welche Artikel haben entweder einen Meldebestand von weniger als 5 oder einen Stückpreis von mehr als 20 Euro?</a:t>
            </a:r>
          </a:p>
          <a:p>
            <a:pPr marL="514350" indent="-514350">
              <a:buFont typeface="+mj-lt"/>
              <a:buAutoNum type="arabicPeriod"/>
            </a:pPr>
            <a:r>
              <a:rPr lang="de-DE" sz="2900" dirty="0"/>
              <a:t>Welche Kunden aus Leipzig haben Bestellungen mit einem Rabatt von mehr als 10% aufgegeben?</a:t>
            </a:r>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6392056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dirty="0"/>
              <a:t>Abfragen mit </a:t>
            </a:r>
            <a:r>
              <a:rPr lang="de-DE" dirty="0" err="1"/>
              <a:t>Aliassen</a:t>
            </a:r>
            <a:endParaRPr lang="de-DE" sz="3100" dirty="0"/>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a:xfrm>
            <a:off x="160867" y="1825625"/>
            <a:ext cx="10515600" cy="4335478"/>
          </a:xfrm>
        </p:spPr>
        <p:txBody>
          <a:bodyPr>
            <a:normAutofit/>
          </a:bodyPr>
          <a:lstStyle/>
          <a:p>
            <a:r>
              <a:rPr lang="de-DE" sz="2900" dirty="0"/>
              <a:t>zur besseren Übersicht, besteht die Möglichkeit für Spaltennamen – Synonyme (</a:t>
            </a:r>
            <a:r>
              <a:rPr lang="de-DE" sz="2900" dirty="0" err="1"/>
              <a:t>Aliasse</a:t>
            </a:r>
            <a:r>
              <a:rPr lang="de-DE" sz="2900" dirty="0"/>
              <a:t>) zu geben</a:t>
            </a:r>
          </a:p>
          <a:p>
            <a:r>
              <a:rPr lang="de-DE" sz="2900" dirty="0"/>
              <a:t>zum Beispiel können Sie die Spalte „Nachname“ einfach „Name“ nennen, ohne die Spalte selbst zu verändern</a:t>
            </a:r>
          </a:p>
          <a:p>
            <a:r>
              <a:rPr lang="de-DE" sz="2900" dirty="0"/>
              <a:t>Beispiel:</a:t>
            </a:r>
          </a:p>
          <a:p>
            <a:pPr marL="0" indent="0">
              <a:buNone/>
            </a:pPr>
            <a:r>
              <a:rPr lang="en-US" sz="2900" i="1" dirty="0"/>
              <a:t>select </a:t>
            </a:r>
            <a:r>
              <a:rPr lang="en-US" sz="2900" i="1" dirty="0" err="1"/>
              <a:t>kunde.kun_name</a:t>
            </a:r>
            <a:r>
              <a:rPr lang="en-US" sz="2900" i="1" dirty="0"/>
              <a:t> as Name</a:t>
            </a:r>
          </a:p>
          <a:p>
            <a:pPr marL="0" indent="0">
              <a:buNone/>
            </a:pPr>
            <a:r>
              <a:rPr lang="en-US" sz="2900" i="1" dirty="0"/>
              <a:t>from Kunde</a:t>
            </a:r>
          </a:p>
          <a:p>
            <a:r>
              <a:rPr lang="de-DE" sz="2900" b="1" dirty="0"/>
              <a:t>wählt alle Nachnamen der Kunden aus und nennt die Spalte „Name“ – aussagekräftiger als </a:t>
            </a:r>
            <a:r>
              <a:rPr lang="de-DE" sz="2900" b="1" dirty="0" err="1"/>
              <a:t>kun_name</a:t>
            </a:r>
            <a:endParaRPr lang="en-US" sz="2900" b="1"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a:t>
            </a:r>
          </a:p>
        </p:txBody>
      </p:sp>
    </p:spTree>
    <p:extLst>
      <p:ext uri="{BB962C8B-B14F-4D97-AF65-F5344CB8AC3E}">
        <p14:creationId xmlns:p14="http://schemas.microsoft.com/office/powerpoint/2010/main" val="29894453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1"/>
          </p:nvPr>
        </p:nvSpPr>
        <p:spPr/>
        <p:txBody>
          <a:bodyPr/>
          <a:lstStyle/>
          <a:p>
            <a:pPr algn="r"/>
            <a:r>
              <a:rPr lang="de-DE" dirty="0">
                <a:solidFill>
                  <a:srgbClr val="009633"/>
                </a:solidFill>
              </a:rPr>
              <a:t>SQL</a:t>
            </a:r>
          </a:p>
          <a:p>
            <a:pPr algn="r"/>
            <a:r>
              <a:rPr lang="de-DE" dirty="0">
                <a:solidFill>
                  <a:srgbClr val="009633"/>
                </a:solidFill>
              </a:rPr>
              <a:t>in Java</a:t>
            </a:r>
          </a:p>
          <a:p>
            <a:pPr algn="r"/>
            <a:endParaRPr lang="de-DE" dirty="0">
              <a:solidFill>
                <a:srgbClr val="009633"/>
              </a:solidFill>
            </a:endParaRPr>
          </a:p>
          <a:p>
            <a:pPr algn="r"/>
            <a:endParaRPr lang="de-DE" dirty="0">
              <a:solidFill>
                <a:srgbClr val="F68800"/>
              </a:solidFill>
            </a:endParaRPr>
          </a:p>
        </p:txBody>
      </p:sp>
    </p:spTree>
    <p:extLst>
      <p:ext uri="{BB962C8B-B14F-4D97-AF65-F5344CB8AC3E}">
        <p14:creationId xmlns:p14="http://schemas.microsoft.com/office/powerpoint/2010/main" val="212242088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DC9BF8-5ED8-425D-B8A4-211DE26903EE}"/>
              </a:ext>
            </a:extLst>
          </p:cNvPr>
          <p:cNvSpPr>
            <a:spLocks noGrp="1"/>
          </p:cNvSpPr>
          <p:nvPr>
            <p:ph type="title"/>
          </p:nvPr>
        </p:nvSpPr>
        <p:spPr/>
        <p:txBody>
          <a:bodyPr>
            <a:normAutofit/>
          </a:bodyPr>
          <a:lstStyle/>
          <a:p>
            <a:r>
              <a:rPr lang="de-DE" sz="4000" dirty="0"/>
              <a:t>SQL – Nutzung in Java</a:t>
            </a:r>
          </a:p>
        </p:txBody>
      </p:sp>
      <p:sp>
        <p:nvSpPr>
          <p:cNvPr id="3" name="Inhaltsplatzhalter 2">
            <a:extLst>
              <a:ext uri="{FF2B5EF4-FFF2-40B4-BE49-F238E27FC236}">
                <a16:creationId xmlns:a16="http://schemas.microsoft.com/office/drawing/2014/main" id="{ED6D9C51-D1D6-4AF7-9CEC-9143EE17C36C}"/>
              </a:ext>
            </a:extLst>
          </p:cNvPr>
          <p:cNvSpPr>
            <a:spLocks noGrp="1"/>
          </p:cNvSpPr>
          <p:nvPr>
            <p:ph idx="1"/>
          </p:nvPr>
        </p:nvSpPr>
        <p:spPr/>
        <p:txBody>
          <a:bodyPr>
            <a:normAutofit/>
          </a:bodyPr>
          <a:lstStyle/>
          <a:p>
            <a:r>
              <a:rPr lang="de-DE" u="sng" dirty="0"/>
              <a:t>Ziel:</a:t>
            </a:r>
          </a:p>
          <a:p>
            <a:pPr lvl="1"/>
            <a:r>
              <a:rPr lang="de-DE" dirty="0"/>
              <a:t>Programmieren von Software inklusive Datenanbindung (hinterlegte Datenbank</a:t>
            </a:r>
          </a:p>
          <a:p>
            <a:r>
              <a:rPr lang="de-DE" u="sng" dirty="0"/>
              <a:t>Aufgaben:</a:t>
            </a:r>
          </a:p>
          <a:p>
            <a:pPr lvl="1"/>
            <a:r>
              <a:rPr lang="de-DE" dirty="0"/>
              <a:t>irgendwo muss eine Datenbank sein (Lokal, in-Memory, Cloud, andere Hosting Dienste)</a:t>
            </a:r>
          </a:p>
          <a:p>
            <a:pPr lvl="1"/>
            <a:r>
              <a:rPr lang="de-DE" dirty="0"/>
              <a:t>SQL in Java implementieren </a:t>
            </a:r>
            <a:r>
              <a:rPr lang="de-DE" dirty="0">
                <a:sym typeface="Wingdings" panose="05000000000000000000" pitchFamily="2" charset="2"/>
              </a:rPr>
              <a:t> nutzbar machen</a:t>
            </a:r>
          </a:p>
          <a:p>
            <a:pPr lvl="1"/>
            <a:r>
              <a:rPr lang="de-DE" dirty="0">
                <a:sym typeface="Wingdings" panose="05000000000000000000" pitchFamily="2" charset="2"/>
              </a:rPr>
              <a:t>SQL in JAVA mit Datenbank verbinden</a:t>
            </a:r>
          </a:p>
          <a:p>
            <a:pPr lvl="1"/>
            <a:r>
              <a:rPr lang="de-DE" dirty="0">
                <a:sym typeface="Wingdings" panose="05000000000000000000" pitchFamily="2" charset="2"/>
              </a:rPr>
              <a:t>Syntax von JAVA nutzen, </a:t>
            </a:r>
            <a:r>
              <a:rPr lang="de-DE" b="1" dirty="0">
                <a:sym typeface="Wingdings" panose="05000000000000000000" pitchFamily="2" charset="2"/>
              </a:rPr>
              <a:t>um</a:t>
            </a:r>
            <a:r>
              <a:rPr lang="de-DE" dirty="0">
                <a:sym typeface="Wingdings" panose="05000000000000000000" pitchFamily="2" charset="2"/>
              </a:rPr>
              <a:t> SQL nutzen zu können</a:t>
            </a:r>
          </a:p>
          <a:p>
            <a:pPr lvl="1"/>
            <a:endParaRPr lang="de-DE" dirty="0">
              <a:sym typeface="Wingdings" panose="05000000000000000000" pitchFamily="2" charset="2"/>
            </a:endParaRPr>
          </a:p>
          <a:p>
            <a:pPr lvl="1"/>
            <a:endParaRPr lang="de-DE" dirty="0"/>
          </a:p>
        </p:txBody>
      </p:sp>
      <p:sp>
        <p:nvSpPr>
          <p:cNvPr id="4" name="Textfeld 3">
            <a:extLst>
              <a:ext uri="{FF2B5EF4-FFF2-40B4-BE49-F238E27FC236}">
                <a16:creationId xmlns:a16="http://schemas.microsoft.com/office/drawing/2014/main" id="{B5AB3D6F-194C-44BC-A4F0-32C7DE2BB136}"/>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339785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Datenbankumgebung</a:t>
            </a:r>
          </a:p>
        </p:txBody>
      </p:sp>
      <p:sp>
        <p:nvSpPr>
          <p:cNvPr id="3" name="Inhaltsplatzhalter 2">
            <a:extLst>
              <a:ext uri="{FF2B5EF4-FFF2-40B4-BE49-F238E27FC236}">
                <a16:creationId xmlns:a16="http://schemas.microsoft.com/office/drawing/2014/main" id="{61B0665A-D4CD-4F22-BA8D-337E1DC902B6}"/>
              </a:ext>
            </a:extLst>
          </p:cNvPr>
          <p:cNvSpPr>
            <a:spLocks noGrp="1"/>
          </p:cNvSpPr>
          <p:nvPr>
            <p:ph idx="1"/>
          </p:nvPr>
        </p:nvSpPr>
        <p:spPr/>
        <p:txBody>
          <a:bodyPr>
            <a:normAutofit fontScale="92500"/>
          </a:bodyPr>
          <a:lstStyle/>
          <a:p>
            <a:r>
              <a:rPr lang="de-DE" dirty="0"/>
              <a:t>wir wollen SQL</a:t>
            </a:r>
            <a:r>
              <a:rPr lang="de-DE" dirty="0">
                <a:sym typeface="Wingdings" panose="05000000000000000000" pitchFamily="2" charset="2"/>
              </a:rPr>
              <a:t>JAVA über eine gewisse Zeitspanne testen</a:t>
            </a:r>
          </a:p>
          <a:p>
            <a:r>
              <a:rPr lang="de-DE" dirty="0">
                <a:sym typeface="Wingdings" panose="05000000000000000000" pitchFamily="2" charset="2"/>
              </a:rPr>
              <a:t>um Kosten zu umgehen, und möglichst wenig Probleme zu haben nutzen wir hier SQLite</a:t>
            </a:r>
          </a:p>
          <a:p>
            <a:r>
              <a:rPr lang="de-DE" dirty="0">
                <a:sym typeface="Wingdings" panose="05000000000000000000" pitchFamily="2" charset="2"/>
              </a:rPr>
              <a:t>bei SQLite handelt es sich um eine Kostenfreie – Lokale Datenbank</a:t>
            </a:r>
          </a:p>
          <a:p>
            <a:r>
              <a:rPr lang="de-DE" dirty="0">
                <a:sym typeface="Wingdings" panose="05000000000000000000" pitchFamily="2" charset="2"/>
              </a:rPr>
              <a:t>wir wollen SQLite nutzen um </a:t>
            </a:r>
            <a:r>
              <a:rPr lang="de-DE" b="1" dirty="0">
                <a:sym typeface="Wingdings" panose="05000000000000000000" pitchFamily="2" charset="2"/>
              </a:rPr>
              <a:t>NUR</a:t>
            </a:r>
            <a:r>
              <a:rPr lang="de-DE" dirty="0">
                <a:sym typeface="Wingdings" panose="05000000000000000000" pitchFamily="2" charset="2"/>
              </a:rPr>
              <a:t> die </a:t>
            </a:r>
            <a:r>
              <a:rPr lang="de-DE" b="1" dirty="0">
                <a:sym typeface="Wingdings" panose="05000000000000000000" pitchFamily="2" charset="2"/>
              </a:rPr>
              <a:t>LEERE</a:t>
            </a:r>
            <a:r>
              <a:rPr lang="de-DE" dirty="0">
                <a:sym typeface="Wingdings" panose="05000000000000000000" pitchFamily="2" charset="2"/>
              </a:rPr>
              <a:t> Datenbank zu erstellen, der Rest soll in JAVA geschehen</a:t>
            </a:r>
          </a:p>
          <a:p>
            <a:r>
              <a:rPr lang="de-DE" dirty="0">
                <a:sym typeface="Wingdings" panose="05000000000000000000" pitchFamily="2" charset="2"/>
              </a:rPr>
              <a:t>dennoch benötigen wir ein paar vordefinierte Tabellen, ungefähr mit Schema  Nutzer, Rollen, Berechtigungen, Zuordnungstabelle für Nutzer und Rollen</a:t>
            </a:r>
          </a:p>
          <a:p>
            <a:r>
              <a:rPr lang="de-DE" b="1" dirty="0">
                <a:sym typeface="Wingdings" panose="05000000000000000000" pitchFamily="2" charset="2"/>
              </a:rPr>
              <a:t>Warum benötigen wir oberen Punkt?</a:t>
            </a:r>
            <a:endParaRPr lang="de-DE" b="1" dirty="0"/>
          </a:p>
        </p:txBody>
      </p:sp>
      <p:sp>
        <p:nvSpPr>
          <p:cNvPr id="4" name="Textfeld 3">
            <a:extLst>
              <a:ext uri="{FF2B5EF4-FFF2-40B4-BE49-F238E27FC236}">
                <a16:creationId xmlns:a16="http://schemas.microsoft.com/office/drawing/2014/main" id="{B64A4E18-3624-4B3B-B0A6-EB1CFEBCE167}"/>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21060888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 </a:t>
            </a:r>
            <a:r>
              <a:rPr lang="de-DE" dirty="0">
                <a:sym typeface="Wingdings" panose="05000000000000000000" pitchFamily="2" charset="2"/>
              </a:rPr>
              <a:t> Datenbankumgebung erstellen</a:t>
            </a:r>
            <a:endParaRPr lang="de-DE" dirty="0"/>
          </a:p>
        </p:txBody>
      </p:sp>
      <p:sp>
        <p:nvSpPr>
          <p:cNvPr id="3" name="Inhaltsplatzhalter 2">
            <a:extLst>
              <a:ext uri="{FF2B5EF4-FFF2-40B4-BE49-F238E27FC236}">
                <a16:creationId xmlns:a16="http://schemas.microsoft.com/office/drawing/2014/main" id="{61B0665A-D4CD-4F22-BA8D-337E1DC902B6}"/>
              </a:ext>
            </a:extLst>
          </p:cNvPr>
          <p:cNvSpPr>
            <a:spLocks noGrp="1"/>
          </p:cNvSpPr>
          <p:nvPr>
            <p:ph idx="1"/>
          </p:nvPr>
        </p:nvSpPr>
        <p:spPr/>
        <p:txBody>
          <a:bodyPr/>
          <a:lstStyle/>
          <a:p>
            <a:r>
              <a:rPr lang="de-DE" dirty="0"/>
              <a:t>Öffne „SQLITE“</a:t>
            </a:r>
          </a:p>
          <a:p>
            <a:r>
              <a:rPr lang="de-DE" dirty="0"/>
              <a:t>Erstellen einer neuen Datenbank, wählen Sie einen geeigneten Speicherpfad hierfür aus</a:t>
            </a:r>
          </a:p>
          <a:p>
            <a:r>
              <a:rPr lang="de-DE" dirty="0"/>
              <a:t>um später Zugriff auf die Datenbank zu haben, benötigen wir einen Nutzer (Administrator) der diesen Zugriff besitzt</a:t>
            </a:r>
          </a:p>
          <a:p>
            <a:r>
              <a:rPr lang="de-DE" dirty="0"/>
              <a:t>Erstellen einer neuen Tabelle „</a:t>
            </a:r>
            <a:r>
              <a:rPr lang="de-DE" dirty="0" err="1"/>
              <a:t>user</a:t>
            </a:r>
            <a:r>
              <a:rPr lang="de-DE" dirty="0"/>
              <a:t>“</a:t>
            </a:r>
          </a:p>
          <a:p>
            <a:r>
              <a:rPr lang="de-DE" dirty="0"/>
              <a:t>Ansicht von „neue Tabelle“ siehe nächste Folie</a:t>
            </a:r>
          </a:p>
        </p:txBody>
      </p:sp>
      <p:pic>
        <p:nvPicPr>
          <p:cNvPr id="4" name="Grafik 3">
            <a:extLst>
              <a:ext uri="{FF2B5EF4-FFF2-40B4-BE49-F238E27FC236}">
                <a16:creationId xmlns:a16="http://schemas.microsoft.com/office/drawing/2014/main" id="{752721CF-D284-43CD-AA92-6232311477FB}"/>
              </a:ext>
            </a:extLst>
          </p:cNvPr>
          <p:cNvPicPr>
            <a:picLocks noChangeAspect="1"/>
          </p:cNvPicPr>
          <p:nvPr/>
        </p:nvPicPr>
        <p:blipFill>
          <a:blip r:embed="rId2"/>
          <a:stretch>
            <a:fillRect/>
          </a:stretch>
        </p:blipFill>
        <p:spPr>
          <a:xfrm>
            <a:off x="7147170" y="1303008"/>
            <a:ext cx="1881421" cy="1045234"/>
          </a:xfrm>
          <a:prstGeom prst="rect">
            <a:avLst/>
          </a:prstGeom>
        </p:spPr>
      </p:pic>
      <p:pic>
        <p:nvPicPr>
          <p:cNvPr id="5" name="Grafik 4">
            <a:extLst>
              <a:ext uri="{FF2B5EF4-FFF2-40B4-BE49-F238E27FC236}">
                <a16:creationId xmlns:a16="http://schemas.microsoft.com/office/drawing/2014/main" id="{5575F2C3-429D-4F8C-9F75-1C095EDC9EEF}"/>
              </a:ext>
            </a:extLst>
          </p:cNvPr>
          <p:cNvPicPr>
            <a:picLocks noChangeAspect="1"/>
          </p:cNvPicPr>
          <p:nvPr/>
        </p:nvPicPr>
        <p:blipFill>
          <a:blip r:embed="rId3"/>
          <a:stretch>
            <a:fillRect/>
          </a:stretch>
        </p:blipFill>
        <p:spPr>
          <a:xfrm>
            <a:off x="6202414" y="4075492"/>
            <a:ext cx="5652353" cy="540895"/>
          </a:xfrm>
          <a:prstGeom prst="rect">
            <a:avLst/>
          </a:prstGeom>
        </p:spPr>
      </p:pic>
      <p:sp>
        <p:nvSpPr>
          <p:cNvPr id="7" name="Textfeld 6">
            <a:extLst>
              <a:ext uri="{FF2B5EF4-FFF2-40B4-BE49-F238E27FC236}">
                <a16:creationId xmlns:a16="http://schemas.microsoft.com/office/drawing/2014/main" id="{668D2420-F184-4B1A-AE74-BF954280BAB0}"/>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229909959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 </a:t>
            </a:r>
            <a:r>
              <a:rPr lang="de-DE" dirty="0">
                <a:sym typeface="Wingdings" panose="05000000000000000000" pitchFamily="2" charset="2"/>
              </a:rPr>
              <a:t> Datenbankumgebung erstellen</a:t>
            </a:r>
            <a:endParaRPr lang="de-DE" dirty="0"/>
          </a:p>
        </p:txBody>
      </p:sp>
      <p:pic>
        <p:nvPicPr>
          <p:cNvPr id="6" name="Grafik 5">
            <a:extLst>
              <a:ext uri="{FF2B5EF4-FFF2-40B4-BE49-F238E27FC236}">
                <a16:creationId xmlns:a16="http://schemas.microsoft.com/office/drawing/2014/main" id="{BE257C37-3FC9-45F8-8101-9B5FB70C7DAC}"/>
              </a:ext>
            </a:extLst>
          </p:cNvPr>
          <p:cNvPicPr>
            <a:picLocks noChangeAspect="1"/>
          </p:cNvPicPr>
          <p:nvPr/>
        </p:nvPicPr>
        <p:blipFill>
          <a:blip r:embed="rId2"/>
          <a:stretch>
            <a:fillRect/>
          </a:stretch>
        </p:blipFill>
        <p:spPr>
          <a:xfrm>
            <a:off x="2688452" y="1132685"/>
            <a:ext cx="6198096" cy="4884285"/>
          </a:xfrm>
          <a:prstGeom prst="rect">
            <a:avLst/>
          </a:prstGeom>
        </p:spPr>
      </p:pic>
      <p:sp>
        <p:nvSpPr>
          <p:cNvPr id="7" name="Textfeld 6">
            <a:extLst>
              <a:ext uri="{FF2B5EF4-FFF2-40B4-BE49-F238E27FC236}">
                <a16:creationId xmlns:a16="http://schemas.microsoft.com/office/drawing/2014/main" id="{62180164-B261-4666-A315-09FAF1598C4B}"/>
              </a:ext>
            </a:extLst>
          </p:cNvPr>
          <p:cNvSpPr txBox="1"/>
          <p:nvPr/>
        </p:nvSpPr>
        <p:spPr>
          <a:xfrm>
            <a:off x="160867" y="1811917"/>
            <a:ext cx="2203269" cy="923330"/>
          </a:xfrm>
          <a:prstGeom prst="rect">
            <a:avLst/>
          </a:prstGeom>
          <a:noFill/>
        </p:spPr>
        <p:txBody>
          <a:bodyPr wrap="square" rtlCol="0">
            <a:spAutoFit/>
          </a:bodyPr>
          <a:lstStyle/>
          <a:p>
            <a:pPr algn="ctr"/>
            <a:r>
              <a:rPr lang="de-DE" b="1" dirty="0">
                <a:solidFill>
                  <a:srgbClr val="009633"/>
                </a:solidFill>
              </a:rPr>
              <a:t>Hinzufügen einer Tabelle</a:t>
            </a:r>
          </a:p>
          <a:p>
            <a:endParaRPr lang="de-DE" dirty="0"/>
          </a:p>
        </p:txBody>
      </p:sp>
      <p:cxnSp>
        <p:nvCxnSpPr>
          <p:cNvPr id="8" name="Gerade Verbindung mit Pfeil 7">
            <a:extLst>
              <a:ext uri="{FF2B5EF4-FFF2-40B4-BE49-F238E27FC236}">
                <a16:creationId xmlns:a16="http://schemas.microsoft.com/office/drawing/2014/main" id="{3DD8E926-8C1E-4342-A26F-A65ABA4B9335}"/>
              </a:ext>
            </a:extLst>
          </p:cNvPr>
          <p:cNvCxnSpPr>
            <a:cxnSpLocks/>
            <a:stCxn id="7" idx="3"/>
          </p:cNvCxnSpPr>
          <p:nvPr/>
        </p:nvCxnSpPr>
        <p:spPr>
          <a:xfrm>
            <a:off x="2364136" y="2273582"/>
            <a:ext cx="536502" cy="184666"/>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1" name="Textfeld 10">
            <a:extLst>
              <a:ext uri="{FF2B5EF4-FFF2-40B4-BE49-F238E27FC236}">
                <a16:creationId xmlns:a16="http://schemas.microsoft.com/office/drawing/2014/main" id="{A9BD076E-1D67-4538-BE24-4E2440A69D22}"/>
              </a:ext>
            </a:extLst>
          </p:cNvPr>
          <p:cNvSpPr txBox="1"/>
          <p:nvPr/>
        </p:nvSpPr>
        <p:spPr>
          <a:xfrm>
            <a:off x="160867" y="2623927"/>
            <a:ext cx="2203269" cy="923330"/>
          </a:xfrm>
          <a:prstGeom prst="rect">
            <a:avLst/>
          </a:prstGeom>
          <a:noFill/>
        </p:spPr>
        <p:txBody>
          <a:bodyPr wrap="square" rtlCol="0">
            <a:spAutoFit/>
          </a:bodyPr>
          <a:lstStyle/>
          <a:p>
            <a:pPr algn="ctr"/>
            <a:r>
              <a:rPr lang="de-DE" b="1" dirty="0">
                <a:solidFill>
                  <a:srgbClr val="009633"/>
                </a:solidFill>
              </a:rPr>
              <a:t>Parameter anlegen</a:t>
            </a:r>
          </a:p>
          <a:p>
            <a:pPr algn="ctr"/>
            <a:r>
              <a:rPr lang="de-DE" b="1" dirty="0">
                <a:solidFill>
                  <a:srgbClr val="009633"/>
                </a:solidFill>
              </a:rPr>
              <a:t>NN,PK,AI,U?</a:t>
            </a:r>
          </a:p>
          <a:p>
            <a:endParaRPr lang="de-DE" dirty="0"/>
          </a:p>
        </p:txBody>
      </p:sp>
      <p:cxnSp>
        <p:nvCxnSpPr>
          <p:cNvPr id="12" name="Gerade Verbindung mit Pfeil 11">
            <a:extLst>
              <a:ext uri="{FF2B5EF4-FFF2-40B4-BE49-F238E27FC236}">
                <a16:creationId xmlns:a16="http://schemas.microsoft.com/office/drawing/2014/main" id="{F64AFB4B-B18B-40C5-80D3-B29B48FC4429}"/>
              </a:ext>
            </a:extLst>
          </p:cNvPr>
          <p:cNvCxnSpPr>
            <a:cxnSpLocks/>
            <a:stCxn id="11" idx="3"/>
          </p:cNvCxnSpPr>
          <p:nvPr/>
        </p:nvCxnSpPr>
        <p:spPr>
          <a:xfrm>
            <a:off x="2364136" y="2947093"/>
            <a:ext cx="536502" cy="15534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5" name="Textfeld 14">
            <a:extLst>
              <a:ext uri="{FF2B5EF4-FFF2-40B4-BE49-F238E27FC236}">
                <a16:creationId xmlns:a16="http://schemas.microsoft.com/office/drawing/2014/main" id="{1272FDB5-DBDC-4BA4-B17D-15713B5183F3}"/>
              </a:ext>
            </a:extLst>
          </p:cNvPr>
          <p:cNvSpPr txBox="1"/>
          <p:nvPr/>
        </p:nvSpPr>
        <p:spPr>
          <a:xfrm>
            <a:off x="9307116" y="4418759"/>
            <a:ext cx="2203269" cy="923330"/>
          </a:xfrm>
          <a:prstGeom prst="rect">
            <a:avLst/>
          </a:prstGeom>
          <a:noFill/>
        </p:spPr>
        <p:txBody>
          <a:bodyPr wrap="square" rtlCol="0">
            <a:spAutoFit/>
          </a:bodyPr>
          <a:lstStyle/>
          <a:p>
            <a:pPr algn="ctr"/>
            <a:r>
              <a:rPr lang="de-DE" b="1" dirty="0">
                <a:solidFill>
                  <a:srgbClr val="009633"/>
                </a:solidFill>
              </a:rPr>
              <a:t>wird automatisch eingefügt</a:t>
            </a:r>
          </a:p>
          <a:p>
            <a:endParaRPr lang="de-DE" dirty="0"/>
          </a:p>
        </p:txBody>
      </p:sp>
      <p:cxnSp>
        <p:nvCxnSpPr>
          <p:cNvPr id="16" name="Gerade Verbindung mit Pfeil 15">
            <a:extLst>
              <a:ext uri="{FF2B5EF4-FFF2-40B4-BE49-F238E27FC236}">
                <a16:creationId xmlns:a16="http://schemas.microsoft.com/office/drawing/2014/main" id="{AD5DA477-91AB-4B38-8906-717507C914E6}"/>
              </a:ext>
            </a:extLst>
          </p:cNvPr>
          <p:cNvCxnSpPr>
            <a:cxnSpLocks/>
          </p:cNvCxnSpPr>
          <p:nvPr/>
        </p:nvCxnSpPr>
        <p:spPr>
          <a:xfrm flipH="1">
            <a:off x="4937760" y="4716379"/>
            <a:ext cx="4389120" cy="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36921454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02C1DAA0-C10F-41B6-B52C-15BB1A1EE9C9}"/>
              </a:ext>
            </a:extLst>
          </p:cNvPr>
          <p:cNvPicPr>
            <a:picLocks noChangeAspect="1"/>
          </p:cNvPicPr>
          <p:nvPr/>
        </p:nvPicPr>
        <p:blipFill>
          <a:blip r:embed="rId2"/>
          <a:stretch>
            <a:fillRect/>
          </a:stretch>
        </p:blipFill>
        <p:spPr>
          <a:xfrm>
            <a:off x="148127" y="1498816"/>
            <a:ext cx="5947873" cy="4687102"/>
          </a:xfrm>
          <a:prstGeom prst="rect">
            <a:avLst/>
          </a:prstGeom>
        </p:spPr>
      </p:pic>
      <p:pic>
        <p:nvPicPr>
          <p:cNvPr id="4" name="Grafik 3">
            <a:extLst>
              <a:ext uri="{FF2B5EF4-FFF2-40B4-BE49-F238E27FC236}">
                <a16:creationId xmlns:a16="http://schemas.microsoft.com/office/drawing/2014/main" id="{21730484-CD5C-4606-A27F-2D7FFB8DDE95}"/>
              </a:ext>
            </a:extLst>
          </p:cNvPr>
          <p:cNvPicPr>
            <a:picLocks noChangeAspect="1"/>
          </p:cNvPicPr>
          <p:nvPr/>
        </p:nvPicPr>
        <p:blipFill>
          <a:blip r:embed="rId3"/>
          <a:stretch>
            <a:fillRect/>
          </a:stretch>
        </p:blipFill>
        <p:spPr>
          <a:xfrm>
            <a:off x="6176749" y="1498815"/>
            <a:ext cx="5947874" cy="4687103"/>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415210780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02C1DAA0-C10F-41B6-B52C-15BB1A1EE9C9}"/>
              </a:ext>
            </a:extLst>
          </p:cNvPr>
          <p:cNvPicPr>
            <a:picLocks noChangeAspect="1"/>
          </p:cNvPicPr>
          <p:nvPr/>
        </p:nvPicPr>
        <p:blipFill>
          <a:blip r:embed="rId2"/>
          <a:stretch>
            <a:fillRect/>
          </a:stretch>
        </p:blipFill>
        <p:spPr>
          <a:xfrm>
            <a:off x="148127" y="1498816"/>
            <a:ext cx="5947873" cy="4687102"/>
          </a:xfrm>
          <a:prstGeom prst="rect">
            <a:avLst/>
          </a:prstGeom>
        </p:spPr>
      </p:pic>
      <p:pic>
        <p:nvPicPr>
          <p:cNvPr id="4" name="Grafik 3">
            <a:extLst>
              <a:ext uri="{FF2B5EF4-FFF2-40B4-BE49-F238E27FC236}">
                <a16:creationId xmlns:a16="http://schemas.microsoft.com/office/drawing/2014/main" id="{21730484-CD5C-4606-A27F-2D7FFB8DDE95}"/>
              </a:ext>
            </a:extLst>
          </p:cNvPr>
          <p:cNvPicPr>
            <a:picLocks noChangeAspect="1"/>
          </p:cNvPicPr>
          <p:nvPr/>
        </p:nvPicPr>
        <p:blipFill>
          <a:blip r:embed="rId3"/>
          <a:stretch>
            <a:fillRect/>
          </a:stretch>
        </p:blipFill>
        <p:spPr>
          <a:xfrm>
            <a:off x="6176749" y="1498815"/>
            <a:ext cx="5947874" cy="4687103"/>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Tree>
    <p:extLst>
      <p:ext uri="{BB962C8B-B14F-4D97-AF65-F5344CB8AC3E}">
        <p14:creationId xmlns:p14="http://schemas.microsoft.com/office/powerpoint/2010/main" val="40215827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A36951-BD44-4EAA-86E7-55103911DD85}"/>
              </a:ext>
            </a:extLst>
          </p:cNvPr>
          <p:cNvPicPr>
            <a:picLocks noChangeAspect="1"/>
          </p:cNvPicPr>
          <p:nvPr/>
        </p:nvPicPr>
        <p:blipFill>
          <a:blip r:embed="rId2"/>
          <a:stretch>
            <a:fillRect/>
          </a:stretch>
        </p:blipFill>
        <p:spPr>
          <a:xfrm>
            <a:off x="2228349" y="983456"/>
            <a:ext cx="6667950" cy="5254545"/>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p:txBody>
          <a:bodyPr/>
          <a:lstStyle/>
          <a:p>
            <a:r>
              <a:rPr lang="de-DE" dirty="0"/>
              <a:t>SQLITE</a:t>
            </a:r>
            <a:br>
              <a:rPr lang="de-DE" dirty="0"/>
            </a:br>
            <a:r>
              <a:rPr lang="de-DE" dirty="0">
                <a:sym typeface="Wingdings" panose="05000000000000000000" pitchFamily="2" charset="2"/>
              </a:rPr>
              <a:t>Rollen und Berechtigungen</a:t>
            </a:r>
            <a:endParaRPr lang="de-DE"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7" name="Textfeld 6">
            <a:extLst>
              <a:ext uri="{FF2B5EF4-FFF2-40B4-BE49-F238E27FC236}">
                <a16:creationId xmlns:a16="http://schemas.microsoft.com/office/drawing/2014/main" id="{14AE2C2F-D1B9-419A-A677-C83B7AD50851}"/>
              </a:ext>
            </a:extLst>
          </p:cNvPr>
          <p:cNvSpPr txBox="1"/>
          <p:nvPr/>
        </p:nvSpPr>
        <p:spPr>
          <a:xfrm>
            <a:off x="9988731" y="2598852"/>
            <a:ext cx="2203269" cy="923330"/>
          </a:xfrm>
          <a:prstGeom prst="rect">
            <a:avLst/>
          </a:prstGeom>
          <a:noFill/>
        </p:spPr>
        <p:txBody>
          <a:bodyPr wrap="square" rtlCol="0">
            <a:spAutoFit/>
          </a:bodyPr>
          <a:lstStyle/>
          <a:p>
            <a:pPr algn="ctr"/>
            <a:r>
              <a:rPr lang="de-DE" b="1" dirty="0">
                <a:solidFill>
                  <a:srgbClr val="009633"/>
                </a:solidFill>
              </a:rPr>
              <a:t>Fremdschlüssel</a:t>
            </a:r>
          </a:p>
          <a:p>
            <a:pPr algn="ctr"/>
            <a:r>
              <a:rPr lang="de-DE" b="1" dirty="0">
                <a:solidFill>
                  <a:srgbClr val="009633"/>
                </a:solidFill>
              </a:rPr>
              <a:t>beachten</a:t>
            </a:r>
          </a:p>
          <a:p>
            <a:endParaRPr lang="de-DE" dirty="0"/>
          </a:p>
        </p:txBody>
      </p:sp>
      <p:cxnSp>
        <p:nvCxnSpPr>
          <p:cNvPr id="8" name="Gerade Verbindung mit Pfeil 7">
            <a:extLst>
              <a:ext uri="{FF2B5EF4-FFF2-40B4-BE49-F238E27FC236}">
                <a16:creationId xmlns:a16="http://schemas.microsoft.com/office/drawing/2014/main" id="{FC620261-6FF5-4756-A1FA-A9E88893F631}"/>
              </a:ext>
            </a:extLst>
          </p:cNvPr>
          <p:cNvCxnSpPr>
            <a:cxnSpLocks/>
          </p:cNvCxnSpPr>
          <p:nvPr/>
        </p:nvCxnSpPr>
        <p:spPr>
          <a:xfrm flipH="1">
            <a:off x="5619375" y="2896472"/>
            <a:ext cx="4389120" cy="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950157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SQLITE</a:t>
            </a:r>
            <a:br>
              <a:rPr lang="de-DE" sz="3200" dirty="0"/>
            </a:br>
            <a:r>
              <a:rPr lang="de-DE" sz="3200" dirty="0">
                <a:sym typeface="Wingdings" panose="05000000000000000000" pitchFamily="2" charset="2"/>
              </a:rPr>
              <a:t>Erstellen des Nutzers und Zuweisung zur Rolle, sowie Berechtigung festlegen</a:t>
            </a:r>
            <a:endParaRPr lang="de-DE" sz="3200"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pic>
        <p:nvPicPr>
          <p:cNvPr id="3" name="Grafik 2">
            <a:extLst>
              <a:ext uri="{FF2B5EF4-FFF2-40B4-BE49-F238E27FC236}">
                <a16:creationId xmlns:a16="http://schemas.microsoft.com/office/drawing/2014/main" id="{5E88E496-E0D2-4B02-8C6C-AA01E3229DE4}"/>
              </a:ext>
            </a:extLst>
          </p:cNvPr>
          <p:cNvPicPr>
            <a:picLocks noChangeAspect="1"/>
          </p:cNvPicPr>
          <p:nvPr/>
        </p:nvPicPr>
        <p:blipFill>
          <a:blip r:embed="rId2"/>
          <a:stretch>
            <a:fillRect/>
          </a:stretch>
        </p:blipFill>
        <p:spPr>
          <a:xfrm>
            <a:off x="281137" y="1962049"/>
            <a:ext cx="5257800" cy="1085850"/>
          </a:xfrm>
          <a:prstGeom prst="rect">
            <a:avLst/>
          </a:prstGeom>
        </p:spPr>
      </p:pic>
      <p:pic>
        <p:nvPicPr>
          <p:cNvPr id="4" name="Grafik 3">
            <a:extLst>
              <a:ext uri="{FF2B5EF4-FFF2-40B4-BE49-F238E27FC236}">
                <a16:creationId xmlns:a16="http://schemas.microsoft.com/office/drawing/2014/main" id="{EC5BBC55-1003-499F-A2E1-F34C0E933FD4}"/>
              </a:ext>
            </a:extLst>
          </p:cNvPr>
          <p:cNvPicPr>
            <a:picLocks noChangeAspect="1"/>
          </p:cNvPicPr>
          <p:nvPr/>
        </p:nvPicPr>
        <p:blipFill>
          <a:blip r:embed="rId3"/>
          <a:stretch>
            <a:fillRect/>
          </a:stretch>
        </p:blipFill>
        <p:spPr>
          <a:xfrm>
            <a:off x="281137" y="3116680"/>
            <a:ext cx="4010025" cy="276225"/>
          </a:xfrm>
          <a:prstGeom prst="rect">
            <a:avLst/>
          </a:prstGeom>
        </p:spPr>
      </p:pic>
      <p:sp>
        <p:nvSpPr>
          <p:cNvPr id="9" name="Textfeld 8">
            <a:extLst>
              <a:ext uri="{FF2B5EF4-FFF2-40B4-BE49-F238E27FC236}">
                <a16:creationId xmlns:a16="http://schemas.microsoft.com/office/drawing/2014/main" id="{15980043-75F7-402F-AD12-B6709AFE71A6}"/>
              </a:ext>
            </a:extLst>
          </p:cNvPr>
          <p:cNvSpPr txBox="1"/>
          <p:nvPr/>
        </p:nvSpPr>
        <p:spPr>
          <a:xfrm>
            <a:off x="7726795" y="1962049"/>
            <a:ext cx="3082376" cy="646331"/>
          </a:xfrm>
          <a:prstGeom prst="rect">
            <a:avLst/>
          </a:prstGeom>
          <a:noFill/>
        </p:spPr>
        <p:txBody>
          <a:bodyPr wrap="square" rtlCol="0">
            <a:spAutoFit/>
          </a:bodyPr>
          <a:lstStyle/>
          <a:p>
            <a:pPr algn="ctr"/>
            <a:r>
              <a:rPr lang="de-DE" b="1" dirty="0">
                <a:solidFill>
                  <a:srgbClr val="009633"/>
                </a:solidFill>
              </a:rPr>
              <a:t>Aktueller Stand der Tabellen:</a:t>
            </a:r>
          </a:p>
          <a:p>
            <a:endParaRPr lang="de-DE" dirty="0"/>
          </a:p>
        </p:txBody>
      </p:sp>
      <p:pic>
        <p:nvPicPr>
          <p:cNvPr id="14" name="Grafik 13">
            <a:extLst>
              <a:ext uri="{FF2B5EF4-FFF2-40B4-BE49-F238E27FC236}">
                <a16:creationId xmlns:a16="http://schemas.microsoft.com/office/drawing/2014/main" id="{04ABC679-13D0-407D-ABF2-93698CFADCEA}"/>
              </a:ext>
            </a:extLst>
          </p:cNvPr>
          <p:cNvPicPr>
            <a:picLocks noChangeAspect="1"/>
          </p:cNvPicPr>
          <p:nvPr/>
        </p:nvPicPr>
        <p:blipFill>
          <a:blip r:embed="rId4"/>
          <a:stretch>
            <a:fillRect/>
          </a:stretch>
        </p:blipFill>
        <p:spPr>
          <a:xfrm>
            <a:off x="183754" y="3483575"/>
            <a:ext cx="5829300" cy="1181100"/>
          </a:xfrm>
          <a:prstGeom prst="rect">
            <a:avLst/>
          </a:prstGeom>
        </p:spPr>
      </p:pic>
      <p:pic>
        <p:nvPicPr>
          <p:cNvPr id="15" name="Grafik 14">
            <a:extLst>
              <a:ext uri="{FF2B5EF4-FFF2-40B4-BE49-F238E27FC236}">
                <a16:creationId xmlns:a16="http://schemas.microsoft.com/office/drawing/2014/main" id="{32ACE28E-72D8-41C8-B67B-93289D822C2D}"/>
              </a:ext>
            </a:extLst>
          </p:cNvPr>
          <p:cNvPicPr>
            <a:picLocks noChangeAspect="1"/>
          </p:cNvPicPr>
          <p:nvPr/>
        </p:nvPicPr>
        <p:blipFill>
          <a:blip r:embed="rId5"/>
          <a:stretch>
            <a:fillRect/>
          </a:stretch>
        </p:blipFill>
        <p:spPr>
          <a:xfrm>
            <a:off x="281137" y="4632956"/>
            <a:ext cx="4972050" cy="1543050"/>
          </a:xfrm>
          <a:prstGeom prst="rect">
            <a:avLst/>
          </a:prstGeom>
        </p:spPr>
      </p:pic>
      <p:pic>
        <p:nvPicPr>
          <p:cNvPr id="16" name="Grafik 15">
            <a:extLst>
              <a:ext uri="{FF2B5EF4-FFF2-40B4-BE49-F238E27FC236}">
                <a16:creationId xmlns:a16="http://schemas.microsoft.com/office/drawing/2014/main" id="{D4CAB56A-3B8A-4155-9CC4-C8B6EDE0F2C6}"/>
              </a:ext>
            </a:extLst>
          </p:cNvPr>
          <p:cNvPicPr>
            <a:picLocks noChangeAspect="1"/>
          </p:cNvPicPr>
          <p:nvPr/>
        </p:nvPicPr>
        <p:blipFill>
          <a:blip r:embed="rId6"/>
          <a:stretch>
            <a:fillRect/>
          </a:stretch>
        </p:blipFill>
        <p:spPr>
          <a:xfrm>
            <a:off x="6178948" y="2305050"/>
            <a:ext cx="2057400" cy="2247900"/>
          </a:xfrm>
          <a:prstGeom prst="rect">
            <a:avLst/>
          </a:prstGeom>
        </p:spPr>
      </p:pic>
      <p:pic>
        <p:nvPicPr>
          <p:cNvPr id="17" name="Grafik 16">
            <a:extLst>
              <a:ext uri="{FF2B5EF4-FFF2-40B4-BE49-F238E27FC236}">
                <a16:creationId xmlns:a16="http://schemas.microsoft.com/office/drawing/2014/main" id="{4409D439-5D62-4C35-ADDE-14F4B976732E}"/>
              </a:ext>
            </a:extLst>
          </p:cNvPr>
          <p:cNvPicPr>
            <a:picLocks noChangeAspect="1"/>
          </p:cNvPicPr>
          <p:nvPr/>
        </p:nvPicPr>
        <p:blipFill>
          <a:blip r:embed="rId7"/>
          <a:stretch>
            <a:fillRect/>
          </a:stretch>
        </p:blipFill>
        <p:spPr>
          <a:xfrm>
            <a:off x="8305958" y="2277728"/>
            <a:ext cx="1924050" cy="2324100"/>
          </a:xfrm>
          <a:prstGeom prst="rect">
            <a:avLst/>
          </a:prstGeom>
        </p:spPr>
      </p:pic>
      <p:pic>
        <p:nvPicPr>
          <p:cNvPr id="18" name="Grafik 17">
            <a:extLst>
              <a:ext uri="{FF2B5EF4-FFF2-40B4-BE49-F238E27FC236}">
                <a16:creationId xmlns:a16="http://schemas.microsoft.com/office/drawing/2014/main" id="{295C35ED-5924-4F5F-AD09-34686905B4CC}"/>
              </a:ext>
            </a:extLst>
          </p:cNvPr>
          <p:cNvPicPr>
            <a:picLocks noChangeAspect="1"/>
          </p:cNvPicPr>
          <p:nvPr/>
        </p:nvPicPr>
        <p:blipFill>
          <a:blip r:embed="rId8"/>
          <a:stretch>
            <a:fillRect/>
          </a:stretch>
        </p:blipFill>
        <p:spPr>
          <a:xfrm>
            <a:off x="9926281" y="2608380"/>
            <a:ext cx="1905000" cy="1028700"/>
          </a:xfrm>
          <a:prstGeom prst="rect">
            <a:avLst/>
          </a:prstGeom>
        </p:spPr>
      </p:pic>
      <p:pic>
        <p:nvPicPr>
          <p:cNvPr id="20" name="Grafik 19">
            <a:extLst>
              <a:ext uri="{FF2B5EF4-FFF2-40B4-BE49-F238E27FC236}">
                <a16:creationId xmlns:a16="http://schemas.microsoft.com/office/drawing/2014/main" id="{BEF48132-C6FD-4987-9075-486DF4EE860D}"/>
              </a:ext>
            </a:extLst>
          </p:cNvPr>
          <p:cNvPicPr>
            <a:picLocks noChangeAspect="1"/>
          </p:cNvPicPr>
          <p:nvPr/>
        </p:nvPicPr>
        <p:blipFill>
          <a:blip r:embed="rId9"/>
          <a:stretch>
            <a:fillRect/>
          </a:stretch>
        </p:blipFill>
        <p:spPr>
          <a:xfrm>
            <a:off x="9891563" y="3735271"/>
            <a:ext cx="2019300" cy="1028700"/>
          </a:xfrm>
          <a:prstGeom prst="rect">
            <a:avLst/>
          </a:prstGeom>
        </p:spPr>
      </p:pic>
      <p:pic>
        <p:nvPicPr>
          <p:cNvPr id="21" name="Grafik 20">
            <a:extLst>
              <a:ext uri="{FF2B5EF4-FFF2-40B4-BE49-F238E27FC236}">
                <a16:creationId xmlns:a16="http://schemas.microsoft.com/office/drawing/2014/main" id="{CE698332-A1A7-4E45-9372-5FBE283CA34A}"/>
              </a:ext>
            </a:extLst>
          </p:cNvPr>
          <p:cNvPicPr>
            <a:picLocks noChangeAspect="1"/>
          </p:cNvPicPr>
          <p:nvPr/>
        </p:nvPicPr>
        <p:blipFill>
          <a:blip r:embed="rId10"/>
          <a:stretch>
            <a:fillRect/>
          </a:stretch>
        </p:blipFill>
        <p:spPr>
          <a:xfrm>
            <a:off x="8053238" y="4552950"/>
            <a:ext cx="1838325" cy="1123950"/>
          </a:xfrm>
          <a:prstGeom prst="rect">
            <a:avLst/>
          </a:prstGeom>
        </p:spPr>
      </p:pic>
      <p:sp>
        <p:nvSpPr>
          <p:cNvPr id="22" name="Textfeld 21">
            <a:extLst>
              <a:ext uri="{FF2B5EF4-FFF2-40B4-BE49-F238E27FC236}">
                <a16:creationId xmlns:a16="http://schemas.microsoft.com/office/drawing/2014/main" id="{04FB9CEC-DE45-456E-BEF8-BAA48943EA36}"/>
              </a:ext>
            </a:extLst>
          </p:cNvPr>
          <p:cNvSpPr txBox="1"/>
          <p:nvPr/>
        </p:nvSpPr>
        <p:spPr>
          <a:xfrm>
            <a:off x="6828817" y="5728719"/>
            <a:ext cx="4102006" cy="646331"/>
          </a:xfrm>
          <a:prstGeom prst="rect">
            <a:avLst/>
          </a:prstGeom>
          <a:noFill/>
        </p:spPr>
        <p:txBody>
          <a:bodyPr wrap="square" rtlCol="0">
            <a:spAutoFit/>
          </a:bodyPr>
          <a:lstStyle/>
          <a:p>
            <a:r>
              <a:rPr lang="de-DE" b="1" dirty="0">
                <a:solidFill>
                  <a:srgbClr val="009633"/>
                </a:solidFill>
              </a:rPr>
              <a:t>Bringen Sie Ihr SQLITE auf diesen Stand!</a:t>
            </a:r>
          </a:p>
          <a:p>
            <a:endParaRPr lang="de-DE" dirty="0"/>
          </a:p>
        </p:txBody>
      </p:sp>
    </p:spTree>
    <p:extLst>
      <p:ext uri="{BB962C8B-B14F-4D97-AF65-F5344CB8AC3E}">
        <p14:creationId xmlns:p14="http://schemas.microsoft.com/office/powerpoint/2010/main" val="416573739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SQLITE</a:t>
            </a:r>
            <a:br>
              <a:rPr lang="de-DE" sz="3200" dirty="0"/>
            </a:br>
            <a:r>
              <a:rPr lang="de-DE" sz="3200" dirty="0">
                <a:sym typeface="Wingdings" panose="05000000000000000000" pitchFamily="2" charset="2"/>
              </a:rPr>
              <a:t>Berechtigung in Java überprüfen und Authentifizierung (an späterer Stelle)</a:t>
            </a:r>
            <a:endParaRPr lang="de-DE" sz="3200" dirty="0"/>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5" name="Textfeld 4">
            <a:extLst>
              <a:ext uri="{FF2B5EF4-FFF2-40B4-BE49-F238E27FC236}">
                <a16:creationId xmlns:a16="http://schemas.microsoft.com/office/drawing/2014/main" id="{4A9D7054-1FEB-4743-A2E2-158BD090A20C}"/>
              </a:ext>
            </a:extLst>
          </p:cNvPr>
          <p:cNvSpPr txBox="1"/>
          <p:nvPr/>
        </p:nvSpPr>
        <p:spPr>
          <a:xfrm>
            <a:off x="279133" y="1859339"/>
            <a:ext cx="6362299" cy="3693319"/>
          </a:xfrm>
          <a:prstGeom prst="rect">
            <a:avLst/>
          </a:prstGeom>
          <a:noFill/>
        </p:spPr>
        <p:txBody>
          <a:bodyPr wrap="square" rtlCol="0">
            <a:spAutoFit/>
          </a:bodyPr>
          <a:lstStyle/>
          <a:p>
            <a:r>
              <a:rPr lang="de-DE" dirty="0"/>
              <a:t>String </a:t>
            </a:r>
            <a:r>
              <a:rPr lang="de-DE" dirty="0" err="1"/>
              <a:t>query</a:t>
            </a:r>
            <a:r>
              <a:rPr lang="de-DE" dirty="0"/>
              <a:t> = "SELECT </a:t>
            </a:r>
            <a:r>
              <a:rPr lang="de-DE" dirty="0" err="1"/>
              <a:t>permission_name</a:t>
            </a:r>
            <a:r>
              <a:rPr lang="de-DE" dirty="0"/>
              <a:t> FROM </a:t>
            </a:r>
            <a:r>
              <a:rPr lang="de-DE" dirty="0" err="1"/>
              <a:t>permissions</a:t>
            </a:r>
            <a:r>
              <a:rPr lang="de-DE" dirty="0"/>
              <a:t> "</a:t>
            </a:r>
          </a:p>
          <a:p>
            <a:r>
              <a:rPr lang="de-DE" dirty="0"/>
              <a:t>               + "JOIN </a:t>
            </a:r>
            <a:r>
              <a:rPr lang="de-DE" dirty="0" err="1"/>
              <a:t>user_roles</a:t>
            </a:r>
            <a:r>
              <a:rPr lang="de-DE" dirty="0"/>
              <a:t> ON </a:t>
            </a:r>
            <a:r>
              <a:rPr lang="de-DE" dirty="0" err="1"/>
              <a:t>permissions.roleid</a:t>
            </a:r>
            <a:r>
              <a:rPr lang="de-DE" dirty="0"/>
              <a:t> = </a:t>
            </a:r>
            <a:r>
              <a:rPr lang="de-DE" dirty="0" err="1"/>
              <a:t>user_roles.roleid</a:t>
            </a:r>
            <a:r>
              <a:rPr lang="de-DE" dirty="0"/>
              <a:t> "</a:t>
            </a:r>
          </a:p>
          <a:p>
            <a:r>
              <a:rPr lang="de-DE" dirty="0"/>
              <a:t>               + "WHERE </a:t>
            </a:r>
            <a:r>
              <a:rPr lang="de-DE" dirty="0" err="1"/>
              <a:t>user_roles.userid</a:t>
            </a:r>
            <a:r>
              <a:rPr lang="de-DE" dirty="0"/>
              <a:t> = ?";</a:t>
            </a:r>
          </a:p>
          <a:p>
            <a:r>
              <a:rPr lang="de-DE" dirty="0" err="1"/>
              <a:t>PreparedStatement</a:t>
            </a:r>
            <a:r>
              <a:rPr lang="de-DE" dirty="0"/>
              <a:t> </a:t>
            </a:r>
            <a:r>
              <a:rPr lang="de-DE" dirty="0" err="1"/>
              <a:t>preparedStatement</a:t>
            </a:r>
            <a:r>
              <a:rPr lang="de-DE" dirty="0"/>
              <a:t> = </a:t>
            </a:r>
            <a:r>
              <a:rPr lang="de-DE" dirty="0" err="1"/>
              <a:t>connection.prepareStatement</a:t>
            </a:r>
            <a:r>
              <a:rPr lang="de-DE" dirty="0"/>
              <a:t>(</a:t>
            </a:r>
            <a:r>
              <a:rPr lang="de-DE" dirty="0" err="1"/>
              <a:t>query</a:t>
            </a:r>
            <a:r>
              <a:rPr lang="de-DE" dirty="0"/>
              <a:t>);</a:t>
            </a:r>
          </a:p>
          <a:p>
            <a:r>
              <a:rPr lang="de-DE" dirty="0" err="1"/>
              <a:t>preparedStatement.setInt</a:t>
            </a:r>
            <a:r>
              <a:rPr lang="de-DE" dirty="0"/>
              <a:t>(1, </a:t>
            </a:r>
            <a:r>
              <a:rPr lang="de-DE" dirty="0" err="1"/>
              <a:t>userId</a:t>
            </a:r>
            <a:r>
              <a:rPr lang="de-DE" dirty="0"/>
              <a:t>);</a:t>
            </a:r>
          </a:p>
          <a:p>
            <a:r>
              <a:rPr lang="de-DE" dirty="0" err="1"/>
              <a:t>ResultSet</a:t>
            </a:r>
            <a:r>
              <a:rPr lang="de-DE" dirty="0"/>
              <a:t> </a:t>
            </a:r>
            <a:r>
              <a:rPr lang="de-DE" dirty="0" err="1"/>
              <a:t>resultSet</a:t>
            </a:r>
            <a:r>
              <a:rPr lang="de-DE" dirty="0"/>
              <a:t> = </a:t>
            </a:r>
            <a:r>
              <a:rPr lang="de-DE" dirty="0" err="1"/>
              <a:t>preparedStatement.executeQuery</a:t>
            </a:r>
            <a:r>
              <a:rPr lang="de-DE" dirty="0"/>
              <a:t>();</a:t>
            </a:r>
          </a:p>
          <a:p>
            <a:endParaRPr lang="de-DE" dirty="0"/>
          </a:p>
          <a:p>
            <a:r>
              <a:rPr lang="de-DE" dirty="0" err="1"/>
              <a:t>while</a:t>
            </a:r>
            <a:r>
              <a:rPr lang="de-DE" dirty="0"/>
              <a:t> (</a:t>
            </a:r>
            <a:r>
              <a:rPr lang="de-DE" dirty="0" err="1"/>
              <a:t>resultSet.next</a:t>
            </a:r>
            <a:r>
              <a:rPr lang="de-DE" dirty="0"/>
              <a:t>()) {</a:t>
            </a:r>
          </a:p>
          <a:p>
            <a:r>
              <a:rPr lang="de-DE" dirty="0"/>
              <a:t>    String </a:t>
            </a:r>
            <a:r>
              <a:rPr lang="de-DE" dirty="0" err="1"/>
              <a:t>permission</a:t>
            </a:r>
            <a:r>
              <a:rPr lang="de-DE" dirty="0"/>
              <a:t> = </a:t>
            </a:r>
            <a:r>
              <a:rPr lang="de-DE" dirty="0" err="1"/>
              <a:t>resultSet.getString</a:t>
            </a:r>
            <a:r>
              <a:rPr lang="de-DE" dirty="0"/>
              <a:t>("</a:t>
            </a:r>
            <a:r>
              <a:rPr lang="de-DE" dirty="0" err="1"/>
              <a:t>permissionname</a:t>
            </a:r>
            <a:r>
              <a:rPr lang="de-DE" dirty="0"/>
              <a:t>");</a:t>
            </a:r>
          </a:p>
          <a:p>
            <a:r>
              <a:rPr lang="de-DE" dirty="0"/>
              <a:t>    // Überprüfe die Berechtigung</a:t>
            </a:r>
          </a:p>
          <a:p>
            <a:r>
              <a:rPr lang="de-DE" dirty="0"/>
              <a:t>}</a:t>
            </a:r>
          </a:p>
        </p:txBody>
      </p:sp>
      <p:sp>
        <p:nvSpPr>
          <p:cNvPr id="6" name="Textfeld 5">
            <a:extLst>
              <a:ext uri="{FF2B5EF4-FFF2-40B4-BE49-F238E27FC236}">
                <a16:creationId xmlns:a16="http://schemas.microsoft.com/office/drawing/2014/main" id="{F345FEDE-1898-4036-B810-8706C63FF1E9}"/>
              </a:ext>
            </a:extLst>
          </p:cNvPr>
          <p:cNvSpPr txBox="1"/>
          <p:nvPr/>
        </p:nvSpPr>
        <p:spPr>
          <a:xfrm>
            <a:off x="7344076" y="1646237"/>
            <a:ext cx="3445844" cy="4832092"/>
          </a:xfrm>
          <a:prstGeom prst="rect">
            <a:avLst/>
          </a:prstGeom>
          <a:noFill/>
        </p:spPr>
        <p:txBody>
          <a:bodyPr wrap="square" rtlCol="0">
            <a:spAutoFit/>
          </a:bodyPr>
          <a:lstStyle/>
          <a:p>
            <a:r>
              <a:rPr lang="de-DE" sz="1400" dirty="0"/>
              <a:t>String </a:t>
            </a:r>
            <a:r>
              <a:rPr lang="de-DE" sz="1400" dirty="0" err="1"/>
              <a:t>query</a:t>
            </a:r>
            <a:r>
              <a:rPr lang="de-DE" sz="1400" dirty="0"/>
              <a:t> = "SELECT </a:t>
            </a:r>
            <a:r>
              <a:rPr lang="de-DE" sz="1400" dirty="0" err="1"/>
              <a:t>password</a:t>
            </a:r>
            <a:r>
              <a:rPr lang="de-DE" sz="1400" dirty="0"/>
              <a:t> FROM </a:t>
            </a:r>
            <a:r>
              <a:rPr lang="de-DE" sz="1400" dirty="0" err="1"/>
              <a:t>user</a:t>
            </a:r>
            <a:r>
              <a:rPr lang="de-DE" sz="1400" dirty="0"/>
              <a:t> WHERE </a:t>
            </a:r>
            <a:r>
              <a:rPr lang="de-DE" sz="1400" dirty="0" err="1"/>
              <a:t>username</a:t>
            </a:r>
            <a:r>
              <a:rPr lang="de-DE" sz="1400" dirty="0"/>
              <a:t> = ?";</a:t>
            </a:r>
          </a:p>
          <a:p>
            <a:r>
              <a:rPr lang="de-DE" sz="1400" dirty="0" err="1"/>
              <a:t>PreparedStatement</a:t>
            </a:r>
            <a:r>
              <a:rPr lang="de-DE" sz="1400" dirty="0"/>
              <a:t> </a:t>
            </a:r>
            <a:r>
              <a:rPr lang="de-DE" sz="1400" dirty="0" err="1"/>
              <a:t>preparedStatement</a:t>
            </a:r>
            <a:r>
              <a:rPr lang="de-DE" sz="1400" dirty="0"/>
              <a:t> = </a:t>
            </a:r>
            <a:r>
              <a:rPr lang="de-DE" sz="1400" dirty="0" err="1"/>
              <a:t>connection.prepareStatement</a:t>
            </a:r>
            <a:r>
              <a:rPr lang="de-DE" sz="1400" dirty="0"/>
              <a:t>(</a:t>
            </a:r>
            <a:r>
              <a:rPr lang="de-DE" sz="1400" dirty="0" err="1"/>
              <a:t>query</a:t>
            </a:r>
            <a:r>
              <a:rPr lang="de-DE" sz="1400" dirty="0"/>
              <a:t>);</a:t>
            </a:r>
          </a:p>
          <a:p>
            <a:r>
              <a:rPr lang="de-DE" sz="1400" dirty="0" err="1"/>
              <a:t>preparedStatement.setString</a:t>
            </a:r>
            <a:r>
              <a:rPr lang="de-DE" sz="1400" dirty="0"/>
              <a:t>(1, </a:t>
            </a:r>
            <a:r>
              <a:rPr lang="de-DE" sz="1400" dirty="0" err="1"/>
              <a:t>eingegebenerBenutzername</a:t>
            </a:r>
            <a:r>
              <a:rPr lang="de-DE" sz="1400" dirty="0"/>
              <a:t>);</a:t>
            </a:r>
          </a:p>
          <a:p>
            <a:r>
              <a:rPr lang="de-DE" sz="1400" dirty="0" err="1"/>
              <a:t>ResultSet</a:t>
            </a:r>
            <a:r>
              <a:rPr lang="de-DE" sz="1400" dirty="0"/>
              <a:t> </a:t>
            </a:r>
            <a:r>
              <a:rPr lang="de-DE" sz="1400" dirty="0" err="1"/>
              <a:t>resultSet</a:t>
            </a:r>
            <a:r>
              <a:rPr lang="de-DE" sz="1400" dirty="0"/>
              <a:t> = </a:t>
            </a:r>
            <a:r>
              <a:rPr lang="de-DE" sz="1400" dirty="0" err="1"/>
              <a:t>preparedStatement.executeQuery</a:t>
            </a:r>
            <a:r>
              <a:rPr lang="de-DE" sz="1400" dirty="0"/>
              <a:t>();</a:t>
            </a:r>
          </a:p>
          <a:p>
            <a:endParaRPr lang="de-DE" sz="1400" dirty="0"/>
          </a:p>
          <a:p>
            <a:r>
              <a:rPr lang="de-DE" sz="1400" dirty="0" err="1"/>
              <a:t>if</a:t>
            </a:r>
            <a:r>
              <a:rPr lang="de-DE" sz="1400" dirty="0"/>
              <a:t> (</a:t>
            </a:r>
            <a:r>
              <a:rPr lang="de-DE" sz="1400" dirty="0" err="1"/>
              <a:t>resultSet.next</a:t>
            </a:r>
            <a:r>
              <a:rPr lang="de-DE" sz="1400" dirty="0"/>
              <a:t>()) {</a:t>
            </a:r>
          </a:p>
          <a:p>
            <a:r>
              <a:rPr lang="de-DE" sz="1400" dirty="0"/>
              <a:t>    String </a:t>
            </a:r>
            <a:r>
              <a:rPr lang="de-DE" sz="1400" dirty="0" err="1"/>
              <a:t>gespeichertesPasswort</a:t>
            </a:r>
            <a:r>
              <a:rPr lang="de-DE" sz="1400" dirty="0"/>
              <a:t> = </a:t>
            </a:r>
            <a:r>
              <a:rPr lang="de-DE" sz="1400" dirty="0" err="1"/>
              <a:t>resultSet.getString</a:t>
            </a:r>
            <a:r>
              <a:rPr lang="de-DE" sz="1400" dirty="0"/>
              <a:t>("</a:t>
            </a:r>
            <a:r>
              <a:rPr lang="de-DE" sz="1400" dirty="0" err="1"/>
              <a:t>password</a:t>
            </a:r>
            <a:r>
              <a:rPr lang="de-DE" sz="1400" dirty="0"/>
              <a:t>");</a:t>
            </a:r>
          </a:p>
          <a:p>
            <a:r>
              <a:rPr lang="de-DE" sz="1400" dirty="0"/>
              <a:t>    // Vergleiche das eingegebene Passwort mit dem gespeicherten </a:t>
            </a:r>
            <a:r>
              <a:rPr lang="de-DE" sz="1400" dirty="0" err="1"/>
              <a:t>gehashten</a:t>
            </a:r>
            <a:r>
              <a:rPr lang="de-DE" sz="1400" dirty="0"/>
              <a:t> Passwort</a:t>
            </a:r>
          </a:p>
          <a:p>
            <a:r>
              <a:rPr lang="de-DE" sz="1400" dirty="0"/>
              <a:t>    </a:t>
            </a:r>
            <a:r>
              <a:rPr lang="de-DE" sz="1400" dirty="0" err="1"/>
              <a:t>if</a:t>
            </a:r>
            <a:r>
              <a:rPr lang="de-DE" sz="1400" dirty="0"/>
              <a:t> (</a:t>
            </a:r>
            <a:r>
              <a:rPr lang="de-DE" sz="1400" dirty="0" err="1"/>
              <a:t>PasswordUtils.verifyPassword</a:t>
            </a:r>
            <a:r>
              <a:rPr lang="de-DE" sz="1400" dirty="0"/>
              <a:t>(</a:t>
            </a:r>
            <a:r>
              <a:rPr lang="de-DE" sz="1400" dirty="0" err="1"/>
              <a:t>eingegebenesPasswort</a:t>
            </a:r>
            <a:r>
              <a:rPr lang="de-DE" sz="1400" dirty="0"/>
              <a:t>, </a:t>
            </a:r>
            <a:r>
              <a:rPr lang="de-DE" sz="1400" dirty="0" err="1"/>
              <a:t>gespeichertesPasswort</a:t>
            </a:r>
            <a:r>
              <a:rPr lang="de-DE" sz="1400" dirty="0"/>
              <a:t>)) {</a:t>
            </a:r>
          </a:p>
          <a:p>
            <a:r>
              <a:rPr lang="de-DE" sz="1400" dirty="0"/>
              <a:t>        // Authentifizierung erfolgreich</a:t>
            </a:r>
          </a:p>
          <a:p>
            <a:r>
              <a:rPr lang="de-DE" sz="1400" dirty="0"/>
              <a:t>    } </a:t>
            </a:r>
            <a:r>
              <a:rPr lang="de-DE" sz="1400" dirty="0" err="1"/>
              <a:t>else</a:t>
            </a:r>
            <a:r>
              <a:rPr lang="de-DE" sz="1400" dirty="0"/>
              <a:t> {</a:t>
            </a:r>
          </a:p>
          <a:p>
            <a:r>
              <a:rPr lang="de-DE" sz="1400" dirty="0"/>
              <a:t>        // Authentifizierung fehlgeschlagen</a:t>
            </a:r>
          </a:p>
          <a:p>
            <a:r>
              <a:rPr lang="de-DE" sz="1400" dirty="0"/>
              <a:t>    }</a:t>
            </a:r>
          </a:p>
          <a:p>
            <a:r>
              <a:rPr lang="de-DE" sz="1400" dirty="0"/>
              <a:t>}</a:t>
            </a:r>
          </a:p>
        </p:txBody>
      </p:sp>
    </p:spTree>
    <p:extLst>
      <p:ext uri="{BB962C8B-B14F-4D97-AF65-F5344CB8AC3E}">
        <p14:creationId xmlns:p14="http://schemas.microsoft.com/office/powerpoint/2010/main" val="402777707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E42DA043-FDB7-4456-BE04-EA6BB1D0A3EB}"/>
              </a:ext>
            </a:extLst>
          </p:cNvPr>
          <p:cNvPicPr>
            <a:picLocks noChangeAspect="1"/>
          </p:cNvPicPr>
          <p:nvPr/>
        </p:nvPicPr>
        <p:blipFill>
          <a:blip r:embed="rId2"/>
          <a:stretch>
            <a:fillRect/>
          </a:stretch>
        </p:blipFill>
        <p:spPr>
          <a:xfrm>
            <a:off x="160867" y="4843799"/>
            <a:ext cx="3533248" cy="1382576"/>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6" name="Inhaltsplatzhalter 2">
            <a:extLst>
              <a:ext uri="{FF2B5EF4-FFF2-40B4-BE49-F238E27FC236}">
                <a16:creationId xmlns:a16="http://schemas.microsoft.com/office/drawing/2014/main" id="{9BBB4331-3864-4FA3-9E71-A0B196E737C1}"/>
              </a:ext>
            </a:extLst>
          </p:cNvPr>
          <p:cNvSpPr>
            <a:spLocks noGrp="1"/>
          </p:cNvSpPr>
          <p:nvPr>
            <p:ph idx="1"/>
          </p:nvPr>
        </p:nvSpPr>
        <p:spPr>
          <a:xfrm>
            <a:off x="160867" y="1825625"/>
            <a:ext cx="10515600" cy="4305668"/>
          </a:xfrm>
        </p:spPr>
        <p:txBody>
          <a:bodyPr>
            <a:normAutofit/>
          </a:bodyPr>
          <a:lstStyle/>
          <a:p>
            <a:pPr marL="514350" indent="-514350">
              <a:buFont typeface="+mj-lt"/>
              <a:buAutoNum type="arabicPeriod"/>
            </a:pPr>
            <a:r>
              <a:rPr lang="de-DE" sz="2000" dirty="0"/>
              <a:t>SQLITE-JDBC Treiber von der Website herunterladen (diese benötigen wir für eine erfolgreiche Verbindung zur Datenbank) </a:t>
            </a:r>
            <a:r>
              <a:rPr lang="de-DE" sz="1600" i="1" dirty="0">
                <a:hlinkClick r:id="rId3"/>
              </a:rPr>
              <a:t>https://mvnrepository.com/artifact/org.xerial/sqlite-jdbc</a:t>
            </a:r>
            <a:endParaRPr lang="de-DE" sz="1600" i="1" dirty="0"/>
          </a:p>
          <a:p>
            <a:pPr lvl="1">
              <a:buFont typeface="Symbol" panose="05050102010706020507" pitchFamily="18" charset="2"/>
              <a:buChar char="-"/>
            </a:pPr>
            <a:r>
              <a:rPr lang="de-DE" sz="2000" dirty="0"/>
              <a:t>es handelt sich hier um eine .</a:t>
            </a:r>
            <a:r>
              <a:rPr lang="de-DE" sz="2000" dirty="0" err="1"/>
              <a:t>jar</a:t>
            </a:r>
            <a:r>
              <a:rPr lang="de-DE" sz="2000" dirty="0"/>
              <a:t> – Datei</a:t>
            </a:r>
          </a:p>
          <a:p>
            <a:pPr lvl="1">
              <a:buFont typeface="Symbol" panose="05050102010706020507" pitchFamily="18" charset="2"/>
              <a:buChar char="-"/>
            </a:pPr>
            <a:r>
              <a:rPr lang="de-DE" sz="2000" dirty="0"/>
              <a:t>diese liegt bereits in Ihrem Klassenordner </a:t>
            </a:r>
            <a:r>
              <a:rPr lang="de-DE" sz="2000" dirty="0">
                <a:sym typeface="Wingdings" panose="05000000000000000000" pitchFamily="2" charset="2"/>
              </a:rPr>
              <a:t> legen Sie sie den gleich Ordner, indem auch Ihre Datenbank liegt</a:t>
            </a:r>
          </a:p>
          <a:p>
            <a:pPr marL="514350" indent="-514350">
              <a:buFont typeface="+mj-lt"/>
              <a:buAutoNum type="arabicPeriod"/>
            </a:pPr>
            <a:r>
              <a:rPr lang="de-DE" sz="2000" dirty="0">
                <a:sym typeface="Wingdings" panose="05000000000000000000" pitchFamily="2" charset="2"/>
              </a:rPr>
              <a:t>erstellen des JAVA-Projects und der Klassen</a:t>
            </a:r>
          </a:p>
          <a:p>
            <a:pPr marL="514350" indent="-514350">
              <a:buFont typeface="+mj-lt"/>
              <a:buAutoNum type="arabicPeriod"/>
            </a:pPr>
            <a:r>
              <a:rPr lang="de-DE" sz="2000" dirty="0"/>
              <a:t>.</a:t>
            </a:r>
            <a:r>
              <a:rPr lang="de-DE" sz="2000" dirty="0" err="1"/>
              <a:t>jar</a:t>
            </a:r>
            <a:r>
              <a:rPr lang="de-DE" sz="2000" dirty="0"/>
              <a:t> (SQLITE-JDBC Treiber) in den Klassenpfad des Projekts laden (</a:t>
            </a:r>
            <a:r>
              <a:rPr lang="de-DE" sz="2000" dirty="0" err="1"/>
              <a:t>Properties</a:t>
            </a:r>
            <a:r>
              <a:rPr lang="de-DE" sz="2000" dirty="0" err="1">
                <a:sym typeface="Wingdings" panose="05000000000000000000" pitchFamily="2" charset="2"/>
              </a:rPr>
              <a:t>LibrariesClasspath</a:t>
            </a:r>
            <a:r>
              <a:rPr lang="de-DE" sz="2000" dirty="0">
                <a:sym typeface="Wingdings" panose="05000000000000000000" pitchFamily="2" charset="2"/>
              </a:rPr>
              <a:t>…OK</a:t>
            </a:r>
          </a:p>
          <a:p>
            <a:pPr marL="514350" indent="-514350">
              <a:buFont typeface="+mj-lt"/>
              <a:buAutoNum type="arabicPeriod"/>
            </a:pPr>
            <a:r>
              <a:rPr lang="de-DE" sz="2000" dirty="0">
                <a:sym typeface="Wingdings" panose="05000000000000000000" pitchFamily="2" charset="2"/>
              </a:rPr>
              <a:t>Quellcode der beiden Klassen hinzufügen (siehe </a:t>
            </a:r>
            <a:r>
              <a:rPr lang="de-DE" sz="2000" dirty="0" err="1">
                <a:sym typeface="Wingdings" panose="05000000000000000000" pitchFamily="2" charset="2"/>
              </a:rPr>
              <a:t>nächsteFolie</a:t>
            </a:r>
            <a:r>
              <a:rPr lang="de-DE" sz="2000" dirty="0">
                <a:sym typeface="Wingdings" panose="05000000000000000000" pitchFamily="2" charset="2"/>
              </a:rPr>
              <a:t>)</a:t>
            </a:r>
          </a:p>
          <a:p>
            <a:pPr marL="514350" indent="-514350">
              <a:buFont typeface="+mj-lt"/>
              <a:buAutoNum type="arabicPeriod"/>
            </a:pPr>
            <a:endParaRPr lang="de-DE" sz="2000" dirty="0"/>
          </a:p>
          <a:p>
            <a:pPr marL="514350" indent="-514350">
              <a:buFont typeface="+mj-lt"/>
              <a:buAutoNum type="arabicPeriod"/>
            </a:pPr>
            <a:endParaRPr lang="de-DE" b="1" dirty="0"/>
          </a:p>
        </p:txBody>
      </p:sp>
      <p:pic>
        <p:nvPicPr>
          <p:cNvPr id="5" name="Grafik 4">
            <a:extLst>
              <a:ext uri="{FF2B5EF4-FFF2-40B4-BE49-F238E27FC236}">
                <a16:creationId xmlns:a16="http://schemas.microsoft.com/office/drawing/2014/main" id="{19C9903D-18B3-48A2-A308-357C2B88ABB4}"/>
              </a:ext>
            </a:extLst>
          </p:cNvPr>
          <p:cNvPicPr>
            <a:picLocks noChangeAspect="1"/>
          </p:cNvPicPr>
          <p:nvPr/>
        </p:nvPicPr>
        <p:blipFill>
          <a:blip r:embed="rId4"/>
          <a:stretch>
            <a:fillRect/>
          </a:stretch>
        </p:blipFill>
        <p:spPr>
          <a:xfrm>
            <a:off x="8424255" y="3429000"/>
            <a:ext cx="3767745" cy="2724803"/>
          </a:xfrm>
          <a:prstGeom prst="rect">
            <a:avLst/>
          </a:prstGeom>
        </p:spPr>
      </p:pic>
    </p:spTree>
    <p:extLst>
      <p:ext uri="{BB962C8B-B14F-4D97-AF65-F5344CB8AC3E}">
        <p14:creationId xmlns:p14="http://schemas.microsoft.com/office/powerpoint/2010/main" val="333624785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416D3343-F715-4A8D-99D1-3DD8D4DB6706}"/>
              </a:ext>
            </a:extLst>
          </p:cNvPr>
          <p:cNvPicPr>
            <a:picLocks noChangeAspect="1"/>
          </p:cNvPicPr>
          <p:nvPr/>
        </p:nvPicPr>
        <p:blipFill>
          <a:blip r:embed="rId2"/>
          <a:stretch>
            <a:fillRect/>
          </a:stretch>
        </p:blipFill>
        <p:spPr>
          <a:xfrm>
            <a:off x="5648700" y="1646238"/>
            <a:ext cx="6495198" cy="4706198"/>
          </a:xfrm>
          <a:prstGeom prst="rect">
            <a:avLst/>
          </a:prstGeom>
        </p:spPr>
      </p:pic>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pic>
        <p:nvPicPr>
          <p:cNvPr id="11" name="Grafik 10">
            <a:extLst>
              <a:ext uri="{FF2B5EF4-FFF2-40B4-BE49-F238E27FC236}">
                <a16:creationId xmlns:a16="http://schemas.microsoft.com/office/drawing/2014/main" id="{3F38183F-0F6D-4694-883D-EE4E2F8FDF70}"/>
              </a:ext>
            </a:extLst>
          </p:cNvPr>
          <p:cNvPicPr>
            <a:picLocks noChangeAspect="1"/>
          </p:cNvPicPr>
          <p:nvPr/>
        </p:nvPicPr>
        <p:blipFill>
          <a:blip r:embed="rId3"/>
          <a:stretch>
            <a:fillRect/>
          </a:stretch>
        </p:blipFill>
        <p:spPr>
          <a:xfrm>
            <a:off x="233021" y="1812557"/>
            <a:ext cx="5343525" cy="1657350"/>
          </a:xfrm>
          <a:prstGeom prst="rect">
            <a:avLst/>
          </a:prstGeom>
        </p:spPr>
      </p:pic>
      <p:sp>
        <p:nvSpPr>
          <p:cNvPr id="13" name="Textfeld 12">
            <a:extLst>
              <a:ext uri="{FF2B5EF4-FFF2-40B4-BE49-F238E27FC236}">
                <a16:creationId xmlns:a16="http://schemas.microsoft.com/office/drawing/2014/main" id="{3E02D869-D345-42AE-87C5-B78A2CF63B04}"/>
              </a:ext>
            </a:extLst>
          </p:cNvPr>
          <p:cNvSpPr txBox="1"/>
          <p:nvPr/>
        </p:nvSpPr>
        <p:spPr>
          <a:xfrm>
            <a:off x="998265" y="3291872"/>
            <a:ext cx="3195141" cy="2585323"/>
          </a:xfrm>
          <a:prstGeom prst="rect">
            <a:avLst/>
          </a:prstGeom>
          <a:noFill/>
        </p:spPr>
        <p:txBody>
          <a:bodyPr wrap="square" rtlCol="0">
            <a:spAutoFit/>
          </a:bodyPr>
          <a:lstStyle/>
          <a:p>
            <a:r>
              <a:rPr lang="de-DE" dirty="0">
                <a:solidFill>
                  <a:srgbClr val="009633"/>
                </a:solidFill>
              </a:rPr>
              <a:t>„</a:t>
            </a:r>
            <a:r>
              <a:rPr lang="de-DE" b="1" dirty="0" err="1">
                <a:solidFill>
                  <a:srgbClr val="E30051"/>
                </a:solidFill>
              </a:rPr>
              <a:t>try</a:t>
            </a:r>
            <a:r>
              <a:rPr lang="de-DE" b="1" dirty="0">
                <a:solidFill>
                  <a:srgbClr val="E30051"/>
                </a:solidFill>
              </a:rPr>
              <a:t>-catch</a:t>
            </a:r>
            <a:r>
              <a:rPr lang="de-DE" dirty="0">
                <a:solidFill>
                  <a:srgbClr val="009633"/>
                </a:solidFill>
              </a:rPr>
              <a:t>“-Konstrukt notwendig, hier wird geschaut ob eine Verbindung zur Datenbank hergestellt werden kann</a:t>
            </a:r>
          </a:p>
          <a:p>
            <a:r>
              <a:rPr lang="de-DE" b="1" dirty="0" err="1">
                <a:solidFill>
                  <a:srgbClr val="E30051"/>
                </a:solidFill>
              </a:rPr>
              <a:t>Exception</a:t>
            </a:r>
            <a:r>
              <a:rPr lang="de-DE" b="1" dirty="0">
                <a:solidFill>
                  <a:srgbClr val="E30051"/>
                </a:solidFill>
              </a:rPr>
              <a:t>-handling</a:t>
            </a:r>
            <a:r>
              <a:rPr lang="de-DE" dirty="0">
                <a:solidFill>
                  <a:srgbClr val="009633"/>
                </a:solidFill>
              </a:rPr>
              <a:t> schauen wir uns in der nächste Einheit genauer an</a:t>
            </a:r>
          </a:p>
          <a:p>
            <a:endParaRPr lang="de-DE" dirty="0"/>
          </a:p>
        </p:txBody>
      </p:sp>
      <p:cxnSp>
        <p:nvCxnSpPr>
          <p:cNvPr id="14" name="Gerade Verbindung mit Pfeil 13">
            <a:extLst>
              <a:ext uri="{FF2B5EF4-FFF2-40B4-BE49-F238E27FC236}">
                <a16:creationId xmlns:a16="http://schemas.microsoft.com/office/drawing/2014/main" id="{05D99757-F978-4197-A4E5-73B8964C6838}"/>
              </a:ext>
            </a:extLst>
          </p:cNvPr>
          <p:cNvCxnSpPr>
            <a:cxnSpLocks/>
            <a:stCxn id="13" idx="3"/>
          </p:cNvCxnSpPr>
          <p:nvPr/>
        </p:nvCxnSpPr>
        <p:spPr>
          <a:xfrm flipV="1">
            <a:off x="4193406" y="3994484"/>
            <a:ext cx="2274771" cy="590050"/>
          </a:xfrm>
          <a:prstGeom prst="straightConnector1">
            <a:avLst/>
          </a:prstGeom>
          <a:ln w="76200">
            <a:solidFill>
              <a:srgbClr val="009633"/>
            </a:solidFill>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0941655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Datenbankverbindung zu unserer lokalen SQLite Datenbank herstellen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5"/>
            <a:ext cx="10515600" cy="802072"/>
          </a:xfrm>
        </p:spPr>
        <p:txBody>
          <a:bodyPr>
            <a:normAutofit/>
          </a:bodyPr>
          <a:lstStyle/>
          <a:p>
            <a:r>
              <a:rPr lang="de-DE" sz="2000" dirty="0"/>
              <a:t>wenn die Vorbereitungen korrekt durchgeführt wurden, können wir das Programm ausführen</a:t>
            </a:r>
          </a:p>
          <a:p>
            <a:pPr marL="514350" indent="-514350">
              <a:buFont typeface="+mj-lt"/>
              <a:buAutoNum type="arabicPeriod"/>
            </a:pPr>
            <a:endParaRPr lang="de-DE" b="1" dirty="0"/>
          </a:p>
        </p:txBody>
      </p:sp>
      <p:pic>
        <p:nvPicPr>
          <p:cNvPr id="3" name="Grafik 2">
            <a:extLst>
              <a:ext uri="{FF2B5EF4-FFF2-40B4-BE49-F238E27FC236}">
                <a16:creationId xmlns:a16="http://schemas.microsoft.com/office/drawing/2014/main" id="{81830E8A-8B04-43EA-847B-0C195EBFF024}"/>
              </a:ext>
            </a:extLst>
          </p:cNvPr>
          <p:cNvPicPr>
            <a:picLocks noChangeAspect="1"/>
          </p:cNvPicPr>
          <p:nvPr/>
        </p:nvPicPr>
        <p:blipFill>
          <a:blip r:embed="rId2"/>
          <a:stretch>
            <a:fillRect/>
          </a:stretch>
        </p:blipFill>
        <p:spPr>
          <a:xfrm>
            <a:off x="885523" y="2964227"/>
            <a:ext cx="11487041" cy="1918504"/>
          </a:xfrm>
          <a:prstGeom prst="rect">
            <a:avLst/>
          </a:prstGeom>
        </p:spPr>
      </p:pic>
    </p:spTree>
    <p:extLst>
      <p:ext uri="{BB962C8B-B14F-4D97-AF65-F5344CB8AC3E}">
        <p14:creationId xmlns:p14="http://schemas.microsoft.com/office/powerpoint/2010/main" val="347070614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Datenbankfunktionalität über JAVA</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7500" lnSpcReduction="20000"/>
          </a:bodyPr>
          <a:lstStyle/>
          <a:p>
            <a:r>
              <a:rPr lang="de-DE" u="sng" dirty="0"/>
              <a:t>Ziel:</a:t>
            </a:r>
          </a:p>
          <a:p>
            <a:pPr lvl="1"/>
            <a:r>
              <a:rPr lang="de-DE" dirty="0"/>
              <a:t>Erweiterung der Datenbank durch verschiedene Funktionalitäten</a:t>
            </a:r>
          </a:p>
          <a:p>
            <a:r>
              <a:rPr lang="de-DE" u="sng" dirty="0"/>
              <a:t>Funktionalitäten:</a:t>
            </a:r>
          </a:p>
          <a:p>
            <a:pPr lvl="1"/>
            <a:r>
              <a:rPr lang="de-DE" dirty="0"/>
              <a:t>ein Auswahlmenü mit verschiedenen Möglichkeiten</a:t>
            </a:r>
          </a:p>
          <a:p>
            <a:pPr lvl="1"/>
            <a:r>
              <a:rPr lang="de-DE" dirty="0"/>
              <a:t>Funktion – Zeigen aller aktuellen User der Datenbank </a:t>
            </a:r>
            <a:r>
              <a:rPr lang="de-DE" i="1" dirty="0">
                <a:solidFill>
                  <a:srgbClr val="009633"/>
                </a:solidFill>
              </a:rPr>
              <a:t>(Beispiel an Tafel)</a:t>
            </a:r>
          </a:p>
          <a:p>
            <a:pPr lvl="1"/>
            <a:r>
              <a:rPr lang="de-DE" dirty="0"/>
              <a:t>Funktion – Zeigen aller aktuellen Berechtigungen der Datenbank </a:t>
            </a:r>
            <a:r>
              <a:rPr lang="de-DE" dirty="0">
                <a:solidFill>
                  <a:srgbClr val="E30051"/>
                </a:solidFill>
              </a:rPr>
              <a:t>(Selbststudium)</a:t>
            </a:r>
          </a:p>
          <a:p>
            <a:pPr lvl="1"/>
            <a:r>
              <a:rPr lang="de-DE" dirty="0"/>
              <a:t>Funktion – Zeigen aller aktuellen Rollen der Datenbank</a:t>
            </a:r>
            <a:r>
              <a:rPr lang="de-DE" dirty="0">
                <a:solidFill>
                  <a:srgbClr val="E30051"/>
                </a:solidFill>
              </a:rPr>
              <a:t>(Selbststudium)</a:t>
            </a:r>
          </a:p>
          <a:p>
            <a:pPr lvl="1"/>
            <a:r>
              <a:rPr lang="de-DE" dirty="0"/>
              <a:t>Funktion – Zeige alle User – Rollen Zuordnungen der Datenbank </a:t>
            </a:r>
            <a:r>
              <a:rPr lang="de-DE" dirty="0">
                <a:solidFill>
                  <a:srgbClr val="E30051"/>
                </a:solidFill>
              </a:rPr>
              <a:t>(Selbststudium)</a:t>
            </a:r>
          </a:p>
          <a:p>
            <a:pPr lvl="1"/>
            <a:r>
              <a:rPr lang="de-DE" dirty="0"/>
              <a:t>Funktion – Schließen der Datenbankverbindung </a:t>
            </a:r>
            <a:r>
              <a:rPr lang="de-DE" dirty="0">
                <a:solidFill>
                  <a:srgbClr val="E30051"/>
                </a:solidFill>
              </a:rPr>
              <a:t>(Selbststudium – erforschen Sie wie das funktionieren könnte)</a:t>
            </a:r>
          </a:p>
          <a:p>
            <a:r>
              <a:rPr lang="de-DE" u="sng" dirty="0"/>
              <a:t>Hinweise:</a:t>
            </a:r>
          </a:p>
          <a:p>
            <a:pPr lvl="1"/>
            <a:r>
              <a:rPr lang="de-DE" dirty="0"/>
              <a:t>Bei den Auswahlmöglichkeiten 2-4 müssen Sie nur den Quellcode kopieren und auf die neuen Variablen anpassen</a:t>
            </a:r>
          </a:p>
          <a:p>
            <a:pPr lvl="1"/>
            <a:r>
              <a:rPr lang="de-DE" dirty="0"/>
              <a:t>Bei Auswahlmöglichkeit 5 können Sie mithilfe von Suchmaschinen und oder AI Lösungsansätze finden</a:t>
            </a:r>
          </a:p>
        </p:txBody>
      </p:sp>
    </p:spTree>
    <p:extLst>
      <p:ext uri="{BB962C8B-B14F-4D97-AF65-F5344CB8AC3E}">
        <p14:creationId xmlns:p14="http://schemas.microsoft.com/office/powerpoint/2010/main" val="5408389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Datenbankfunktionalität Übungen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u="sng" dirty="0"/>
              <a:t>Entwickeln</a:t>
            </a:r>
            <a:r>
              <a:rPr lang="de-DE" dirty="0"/>
              <a:t> Sie Ihr Programm mit folgenden Funktionen weiter:</a:t>
            </a:r>
          </a:p>
          <a:p>
            <a:pPr lvl="1"/>
            <a:r>
              <a:rPr lang="de-DE" dirty="0"/>
              <a:t>Option zum Anlegen eines neuen Nutzers </a:t>
            </a:r>
            <a:r>
              <a:rPr lang="de-DE" dirty="0">
                <a:solidFill>
                  <a:srgbClr val="E30051"/>
                </a:solidFill>
              </a:rPr>
              <a:t>(Nutzen Sie hier einen Scanner)</a:t>
            </a:r>
          </a:p>
          <a:p>
            <a:pPr lvl="1"/>
            <a:r>
              <a:rPr lang="de-DE" dirty="0"/>
              <a:t>Eine Methode zum Löschen eines Benutzers</a:t>
            </a:r>
          </a:p>
          <a:p>
            <a:pPr lvl="1"/>
            <a:r>
              <a:rPr lang="de-DE" dirty="0"/>
              <a:t>Eine Methode zum Erstellen einer Tabelle</a:t>
            </a:r>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330616020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Praktikum Datenbanken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0000" lnSpcReduction="20000"/>
          </a:bodyPr>
          <a:lstStyle/>
          <a:p>
            <a:r>
              <a:rPr lang="de-DE" u="sng" dirty="0"/>
              <a:t>Ziel:</a:t>
            </a:r>
          </a:p>
          <a:p>
            <a:pPr lvl="1"/>
            <a:r>
              <a:rPr lang="de-DE" dirty="0"/>
              <a:t>Selbsterarbeitung eines komplexen Projekts </a:t>
            </a:r>
            <a:r>
              <a:rPr lang="de-DE" dirty="0">
                <a:sym typeface="Wingdings" panose="05000000000000000000" pitchFamily="2" charset="2"/>
              </a:rPr>
              <a:t> 2er Gruppen</a:t>
            </a:r>
          </a:p>
          <a:p>
            <a:pPr lvl="1"/>
            <a:r>
              <a:rPr lang="de-DE" dirty="0">
                <a:sym typeface="Wingdings" panose="05000000000000000000" pitchFamily="2" charset="2"/>
              </a:rPr>
              <a:t>Durchführung in 3 Schritten</a:t>
            </a:r>
          </a:p>
          <a:p>
            <a:pPr marL="1371600" lvl="2" indent="-457200">
              <a:buFont typeface="+mj-lt"/>
              <a:buAutoNum type="arabicPeriod"/>
            </a:pPr>
            <a:r>
              <a:rPr lang="de-DE" sz="2300" dirty="0">
                <a:sym typeface="Wingdings" panose="05000000000000000000" pitchFamily="2" charset="2"/>
              </a:rPr>
              <a:t>absolvieren des „Von Schüler Für Schüler Praktikums“</a:t>
            </a:r>
          </a:p>
          <a:p>
            <a:pPr marL="1371600" lvl="2" indent="-457200">
              <a:buFont typeface="+mj-lt"/>
              <a:buAutoNum type="arabicPeriod"/>
            </a:pPr>
            <a:r>
              <a:rPr lang="de-DE" sz="2300" dirty="0"/>
              <a:t>Lösen des Übungsblattes „JAVAFX“</a:t>
            </a:r>
          </a:p>
          <a:p>
            <a:pPr marL="1371600" lvl="2" indent="-457200">
              <a:buFont typeface="+mj-lt"/>
              <a:buAutoNum type="arabicPeriod"/>
            </a:pPr>
            <a:r>
              <a:rPr lang="de-DE" sz="2300" dirty="0"/>
              <a:t>Erstellen der JAVA-Anwendung und deren Präsentation</a:t>
            </a:r>
          </a:p>
          <a:p>
            <a:r>
              <a:rPr lang="de-DE" u="sng" dirty="0"/>
              <a:t>Benotung:</a:t>
            </a:r>
          </a:p>
          <a:p>
            <a:pPr lvl="1"/>
            <a:r>
              <a:rPr lang="de-DE" sz="2300" dirty="0"/>
              <a:t>diese Leistung wird mit 2 „sonstiger Leistungsnachweis“ bewertet</a:t>
            </a:r>
          </a:p>
          <a:p>
            <a:pPr lvl="2"/>
            <a:r>
              <a:rPr lang="de-DE" sz="2300" dirty="0"/>
              <a:t>Note 1 auf die Lösung des SFS-Praktikums</a:t>
            </a:r>
          </a:p>
          <a:p>
            <a:pPr lvl="2"/>
            <a:r>
              <a:rPr lang="de-DE" sz="2300" dirty="0"/>
              <a:t>Note 2 auf Projekt und Präsentation</a:t>
            </a:r>
          </a:p>
          <a:p>
            <a:endParaRPr lang="de-DE" dirty="0"/>
          </a:p>
          <a:p>
            <a:endParaRPr lang="de-DE" dirty="0"/>
          </a:p>
          <a:p>
            <a:endParaRPr lang="de-DE" dirty="0"/>
          </a:p>
          <a:p>
            <a:pPr marL="0" indent="0">
              <a:buNone/>
            </a:pPr>
            <a:r>
              <a:rPr lang="de-DE" b="1" u="sng" dirty="0"/>
              <a:t>HINWEIS:</a:t>
            </a:r>
            <a:r>
              <a:rPr lang="de-DE" b="1" dirty="0"/>
              <a:t> </a:t>
            </a:r>
            <a:r>
              <a:rPr lang="de-DE" dirty="0"/>
              <a:t>Sie müssen alle Schritte gemeinsam bearbeiten.</a:t>
            </a:r>
            <a:endParaRPr lang="de-DE" b="1" u="sng" dirty="0"/>
          </a:p>
          <a:p>
            <a:pPr lvl="1"/>
            <a:endParaRPr lang="de-DE" dirty="0"/>
          </a:p>
          <a:p>
            <a:pPr lvl="1"/>
            <a:endParaRPr lang="de-DE" dirty="0"/>
          </a:p>
        </p:txBody>
      </p:sp>
    </p:spTree>
    <p:extLst>
      <p:ext uri="{BB962C8B-B14F-4D97-AF65-F5344CB8AC3E}">
        <p14:creationId xmlns:p14="http://schemas.microsoft.com/office/powerpoint/2010/main" val="425023634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Praktikum Datenbanken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5" name="Pfeil: nach rechts 4">
            <a:extLst>
              <a:ext uri="{FF2B5EF4-FFF2-40B4-BE49-F238E27FC236}">
                <a16:creationId xmlns:a16="http://schemas.microsoft.com/office/drawing/2014/main" id="{E69DE623-7E03-4D53-B197-92B672EC793E}"/>
              </a:ext>
            </a:extLst>
          </p:cNvPr>
          <p:cNvSpPr/>
          <p:nvPr/>
        </p:nvSpPr>
        <p:spPr>
          <a:xfrm>
            <a:off x="160867" y="3271101"/>
            <a:ext cx="3921550" cy="1046376"/>
          </a:xfrm>
          <a:prstGeom prst="rightArrow">
            <a:avLst/>
          </a:prstGeom>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absolvieren des „Von Schüler - Für Schüler Praktikums“</a:t>
            </a:r>
          </a:p>
          <a:p>
            <a:pPr algn="ctr"/>
            <a:endParaRPr lang="de-DE" dirty="0"/>
          </a:p>
        </p:txBody>
      </p:sp>
      <p:sp>
        <p:nvSpPr>
          <p:cNvPr id="9" name="Pfeil: nach rechts 8">
            <a:extLst>
              <a:ext uri="{FF2B5EF4-FFF2-40B4-BE49-F238E27FC236}">
                <a16:creationId xmlns:a16="http://schemas.microsoft.com/office/drawing/2014/main" id="{2FAEB4A1-BBB8-47AE-8F79-CAD810DCA5CB}"/>
              </a:ext>
            </a:extLst>
          </p:cNvPr>
          <p:cNvSpPr/>
          <p:nvPr/>
        </p:nvSpPr>
        <p:spPr>
          <a:xfrm>
            <a:off x="4135225" y="3271101"/>
            <a:ext cx="3921550" cy="1046376"/>
          </a:xfrm>
          <a:prstGeom prst="rightArrow">
            <a:avLst/>
          </a:prstGeom>
          <a:solidFill>
            <a:srgbClr val="E30051"/>
          </a:solidFill>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Lösen des Übungsblattes „JAVAFX“</a:t>
            </a:r>
          </a:p>
          <a:p>
            <a:pPr algn="ctr"/>
            <a:endParaRPr lang="de-DE" dirty="0"/>
          </a:p>
        </p:txBody>
      </p:sp>
      <p:sp>
        <p:nvSpPr>
          <p:cNvPr id="10" name="Pfeil: nach rechts 9">
            <a:extLst>
              <a:ext uri="{FF2B5EF4-FFF2-40B4-BE49-F238E27FC236}">
                <a16:creationId xmlns:a16="http://schemas.microsoft.com/office/drawing/2014/main" id="{20514DFA-2767-4029-9012-005EAABFE7B6}"/>
              </a:ext>
            </a:extLst>
          </p:cNvPr>
          <p:cNvSpPr/>
          <p:nvPr/>
        </p:nvSpPr>
        <p:spPr>
          <a:xfrm>
            <a:off x="8109583" y="3271101"/>
            <a:ext cx="3921550" cy="1046376"/>
          </a:xfrm>
          <a:prstGeom prst="rightArrow">
            <a:avLst/>
          </a:prstGeom>
          <a:solidFill>
            <a:srgbClr val="F68800"/>
          </a:solidFill>
          <a:ln w="38100">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100" dirty="0">
                <a:latin typeface="Arial" panose="020B0604020202020204" pitchFamily="34" charset="0"/>
                <a:cs typeface="Arial" panose="020B0604020202020204" pitchFamily="34" charset="0"/>
              </a:rPr>
              <a:t>Erstellen der JAVA-Anwendung</a:t>
            </a:r>
          </a:p>
          <a:p>
            <a:pPr algn="ctr"/>
            <a:endParaRPr lang="de-DE" dirty="0"/>
          </a:p>
        </p:txBody>
      </p:sp>
      <p:sp>
        <p:nvSpPr>
          <p:cNvPr id="6" name="Pfeil: nach unten gekrümmt 5">
            <a:extLst>
              <a:ext uri="{FF2B5EF4-FFF2-40B4-BE49-F238E27FC236}">
                <a16:creationId xmlns:a16="http://schemas.microsoft.com/office/drawing/2014/main" id="{999C280C-B5B1-4B68-B5F5-D519454456BE}"/>
              </a:ext>
            </a:extLst>
          </p:cNvPr>
          <p:cNvSpPr/>
          <p:nvPr/>
        </p:nvSpPr>
        <p:spPr>
          <a:xfrm>
            <a:off x="1405204" y="2656002"/>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1" name="Pfeil: nach unten gekrümmt 10">
            <a:extLst>
              <a:ext uri="{FF2B5EF4-FFF2-40B4-BE49-F238E27FC236}">
                <a16:creationId xmlns:a16="http://schemas.microsoft.com/office/drawing/2014/main" id="{1654F8A5-6262-40A0-8BBC-8870FDDE14C9}"/>
              </a:ext>
            </a:extLst>
          </p:cNvPr>
          <p:cNvSpPr/>
          <p:nvPr/>
        </p:nvSpPr>
        <p:spPr>
          <a:xfrm rot="10800000">
            <a:off x="1405203" y="4102230"/>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7" name="Textfeld 6">
            <a:extLst>
              <a:ext uri="{FF2B5EF4-FFF2-40B4-BE49-F238E27FC236}">
                <a16:creationId xmlns:a16="http://schemas.microsoft.com/office/drawing/2014/main" id="{223596FE-8559-4B0F-A400-032ACBE2E609}"/>
              </a:ext>
            </a:extLst>
          </p:cNvPr>
          <p:cNvSpPr txBox="1"/>
          <p:nvPr/>
        </p:nvSpPr>
        <p:spPr>
          <a:xfrm>
            <a:off x="2586154" y="2261337"/>
            <a:ext cx="2454583" cy="369332"/>
          </a:xfrm>
          <a:prstGeom prst="rect">
            <a:avLst/>
          </a:prstGeom>
          <a:noFill/>
        </p:spPr>
        <p:txBody>
          <a:bodyPr wrap="none" rtlCol="0">
            <a:spAutoFit/>
          </a:bodyPr>
          <a:lstStyle/>
          <a:p>
            <a:r>
              <a:rPr lang="de-DE" dirty="0">
                <a:latin typeface="Arial" panose="020B0604020202020204" pitchFamily="34" charset="0"/>
                <a:cs typeface="Arial" panose="020B0604020202020204" pitchFamily="34" charset="0"/>
              </a:rPr>
              <a:t>Vertauschung möglich</a:t>
            </a:r>
          </a:p>
        </p:txBody>
      </p:sp>
      <p:sp>
        <p:nvSpPr>
          <p:cNvPr id="13" name="Textfeld 12">
            <a:extLst>
              <a:ext uri="{FF2B5EF4-FFF2-40B4-BE49-F238E27FC236}">
                <a16:creationId xmlns:a16="http://schemas.microsoft.com/office/drawing/2014/main" id="{46FEE98D-39BF-440B-B6DE-C1C2EF89A6D9}"/>
              </a:ext>
            </a:extLst>
          </p:cNvPr>
          <p:cNvSpPr txBox="1"/>
          <p:nvPr/>
        </p:nvSpPr>
        <p:spPr>
          <a:xfrm>
            <a:off x="2586154" y="4894270"/>
            <a:ext cx="2847896" cy="646331"/>
          </a:xfrm>
          <a:prstGeom prst="rect">
            <a:avLst/>
          </a:prstGeom>
          <a:noFill/>
        </p:spPr>
        <p:txBody>
          <a:bodyPr wrap="none" rtlCol="0">
            <a:spAutoFit/>
          </a:bodyPr>
          <a:lstStyle/>
          <a:p>
            <a:pPr algn="ctr"/>
            <a:r>
              <a:rPr lang="de-DE" dirty="0">
                <a:latin typeface="Arial" panose="020B0604020202020204" pitchFamily="34" charset="0"/>
                <a:cs typeface="Arial" panose="020B0604020202020204" pitchFamily="34" charset="0"/>
              </a:rPr>
              <a:t>Sie müssen jedes Thema </a:t>
            </a:r>
          </a:p>
          <a:p>
            <a:pPr algn="ctr"/>
            <a:r>
              <a:rPr lang="de-DE" dirty="0">
                <a:latin typeface="Arial" panose="020B0604020202020204" pitchFamily="34" charset="0"/>
                <a:cs typeface="Arial" panose="020B0604020202020204" pitchFamily="34" charset="0"/>
              </a:rPr>
              <a:t>zu zweit bearbeiten!</a:t>
            </a:r>
          </a:p>
        </p:txBody>
      </p:sp>
      <p:sp>
        <p:nvSpPr>
          <p:cNvPr id="14" name="Pfeil: nach unten gekrümmt 13">
            <a:extLst>
              <a:ext uri="{FF2B5EF4-FFF2-40B4-BE49-F238E27FC236}">
                <a16:creationId xmlns:a16="http://schemas.microsoft.com/office/drawing/2014/main" id="{D58B1726-79CC-410B-8775-3BB183249C02}"/>
              </a:ext>
            </a:extLst>
          </p:cNvPr>
          <p:cNvSpPr/>
          <p:nvPr/>
        </p:nvSpPr>
        <p:spPr>
          <a:xfrm>
            <a:off x="6221690" y="2656002"/>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5" name="Textfeld 14">
            <a:extLst>
              <a:ext uri="{FF2B5EF4-FFF2-40B4-BE49-F238E27FC236}">
                <a16:creationId xmlns:a16="http://schemas.microsoft.com/office/drawing/2014/main" id="{D84B4048-8AD6-463F-8E84-FCAD5F2274B3}"/>
              </a:ext>
            </a:extLst>
          </p:cNvPr>
          <p:cNvSpPr txBox="1"/>
          <p:nvPr/>
        </p:nvSpPr>
        <p:spPr>
          <a:xfrm>
            <a:off x="6221690" y="1720006"/>
            <a:ext cx="5006563" cy="923330"/>
          </a:xfrm>
          <a:prstGeom prst="rect">
            <a:avLst/>
          </a:prstGeom>
          <a:noFill/>
        </p:spPr>
        <p:txBody>
          <a:bodyPr wrap="none" rtlCol="0">
            <a:spAutoFit/>
          </a:bodyPr>
          <a:lstStyle/>
          <a:p>
            <a:pPr algn="ctr"/>
            <a:r>
              <a:rPr lang="de-DE" u="sng" dirty="0">
                <a:latin typeface="Arial" panose="020B0604020202020204" pitchFamily="34" charset="0"/>
                <a:cs typeface="Arial" panose="020B0604020202020204" pitchFamily="34" charset="0"/>
              </a:rPr>
              <a:t>Nutzen des Erarbeiteten:</a:t>
            </a:r>
          </a:p>
          <a:p>
            <a:pPr algn="ctr"/>
            <a:r>
              <a:rPr lang="de-DE" dirty="0">
                <a:latin typeface="Arial" panose="020B0604020202020204" pitchFamily="34" charset="0"/>
                <a:cs typeface="Arial" panose="020B0604020202020204" pitchFamily="34" charset="0"/>
              </a:rPr>
              <a:t>Ihr Java-Project muss durch Sie beide</a:t>
            </a:r>
          </a:p>
          <a:p>
            <a:pPr algn="ctr"/>
            <a:r>
              <a:rPr lang="de-DE" dirty="0">
                <a:latin typeface="Arial" panose="020B0604020202020204" pitchFamily="34" charset="0"/>
                <a:cs typeface="Arial" panose="020B0604020202020204" pitchFamily="34" charset="0"/>
              </a:rPr>
              <a:t> im Verteilten System </a:t>
            </a:r>
            <a:r>
              <a:rPr lang="de-DE" dirty="0" err="1">
                <a:latin typeface="Arial" panose="020B0604020202020204" pitchFamily="34" charset="0"/>
                <a:cs typeface="Arial" panose="020B0604020202020204" pitchFamily="34" charset="0"/>
              </a:rPr>
              <a:t>Github</a:t>
            </a:r>
            <a:r>
              <a:rPr lang="de-DE" dirty="0">
                <a:latin typeface="Arial" panose="020B0604020202020204" pitchFamily="34" charset="0"/>
                <a:cs typeface="Arial" panose="020B0604020202020204" pitchFamily="34" charset="0"/>
              </a:rPr>
              <a:t> bearbeitet werden</a:t>
            </a:r>
          </a:p>
        </p:txBody>
      </p:sp>
      <p:sp>
        <p:nvSpPr>
          <p:cNvPr id="16" name="Pfeil: nach unten gekrümmt 15">
            <a:extLst>
              <a:ext uri="{FF2B5EF4-FFF2-40B4-BE49-F238E27FC236}">
                <a16:creationId xmlns:a16="http://schemas.microsoft.com/office/drawing/2014/main" id="{E3D8E7D6-88A8-4D5C-B83A-1A45E3ACB3A3}"/>
              </a:ext>
            </a:extLst>
          </p:cNvPr>
          <p:cNvSpPr/>
          <p:nvPr/>
        </p:nvSpPr>
        <p:spPr>
          <a:xfrm rot="10800000">
            <a:off x="6149419" y="4083090"/>
            <a:ext cx="4816487" cy="772998"/>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de-DE">
              <a:solidFill>
                <a:schemeClr val="tx1"/>
              </a:solidFill>
            </a:endParaRPr>
          </a:p>
        </p:txBody>
      </p:sp>
      <p:sp>
        <p:nvSpPr>
          <p:cNvPr id="17" name="Textfeld 16">
            <a:extLst>
              <a:ext uri="{FF2B5EF4-FFF2-40B4-BE49-F238E27FC236}">
                <a16:creationId xmlns:a16="http://schemas.microsoft.com/office/drawing/2014/main" id="{5CA8400B-6F00-4A4E-8C6C-87152B393B1A}"/>
              </a:ext>
            </a:extLst>
          </p:cNvPr>
          <p:cNvSpPr txBox="1"/>
          <p:nvPr/>
        </p:nvSpPr>
        <p:spPr>
          <a:xfrm>
            <a:off x="7560003" y="4932576"/>
            <a:ext cx="2672591" cy="369332"/>
          </a:xfrm>
          <a:prstGeom prst="rect">
            <a:avLst/>
          </a:prstGeom>
          <a:noFill/>
        </p:spPr>
        <p:txBody>
          <a:bodyPr wrap="none" rtlCol="0">
            <a:spAutoFit/>
          </a:bodyPr>
          <a:lstStyle/>
          <a:p>
            <a:pPr algn="ctr"/>
            <a:r>
              <a:rPr lang="de-DE" dirty="0">
                <a:latin typeface="Arial" panose="020B0604020202020204" pitchFamily="34" charset="0"/>
                <a:cs typeface="Arial" panose="020B0604020202020204" pitchFamily="34" charset="0"/>
              </a:rPr>
              <a:t>Vorwissen wird benötigt</a:t>
            </a:r>
            <a:r>
              <a:rPr lang="de-DE" u="sng" dirty="0">
                <a:latin typeface="Arial" panose="020B0604020202020204" pitchFamily="34" charset="0"/>
                <a:cs typeface="Arial" panose="020B0604020202020204" pitchFamily="34" charset="0"/>
              </a:rPr>
              <a:t>!</a:t>
            </a:r>
            <a:endParaRPr 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739262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1. Absolvieren des Schüler Für Schüler - Praktikums</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92500" lnSpcReduction="10000"/>
          </a:bodyPr>
          <a:lstStyle/>
          <a:p>
            <a:r>
              <a:rPr lang="de-DE" u="sng" dirty="0"/>
              <a:t>Ziel:</a:t>
            </a:r>
          </a:p>
          <a:p>
            <a:pPr lvl="1"/>
            <a:r>
              <a:rPr lang="de-DE" dirty="0"/>
              <a:t>Aneignung des GitHub Wissens, Sie benötigen dies für Ihr Projekt</a:t>
            </a:r>
          </a:p>
          <a:p>
            <a:pPr lvl="1"/>
            <a:r>
              <a:rPr lang="de-DE" dirty="0"/>
              <a:t>Sie können Projekte auf GitHub hochladen, sowie diese in Ihrer IDE bearbeiten</a:t>
            </a:r>
          </a:p>
          <a:p>
            <a:r>
              <a:rPr lang="de-DE" u="sng" dirty="0"/>
              <a:t>Aufgaben:</a:t>
            </a:r>
          </a:p>
          <a:p>
            <a:pPr lvl="1"/>
            <a:r>
              <a:rPr lang="de-DE" u="sng" dirty="0"/>
              <a:t>Absolvieren</a:t>
            </a:r>
            <a:r>
              <a:rPr lang="de-DE" dirty="0"/>
              <a:t> Sie die Schritte aus der Datei </a:t>
            </a:r>
            <a:r>
              <a:rPr lang="de-DE" dirty="0">
                <a:hlinkClick r:id="rId2" action="ppaction://hlinkfile"/>
              </a:rPr>
              <a:t>„Praktikum.pdf“</a:t>
            </a:r>
            <a:endParaRPr lang="de-DE" dirty="0"/>
          </a:p>
          <a:p>
            <a:pPr lvl="1"/>
            <a:r>
              <a:rPr lang="de-DE" u="sng" dirty="0">
                <a:hlinkClick r:id="rId3" action="ppaction://hlinkfile"/>
              </a:rPr>
              <a:t>„Github_Anleitung.mp4“</a:t>
            </a:r>
            <a:r>
              <a:rPr lang="de-DE" dirty="0">
                <a:hlinkClick r:id="rId3" action="ppaction://hlinkfile"/>
              </a:rPr>
              <a:t> </a:t>
            </a:r>
            <a:r>
              <a:rPr lang="de-DE" dirty="0"/>
              <a:t>können Sie zur Hilfe nutzen</a:t>
            </a:r>
          </a:p>
          <a:p>
            <a:pPr lvl="1"/>
            <a:r>
              <a:rPr lang="de-DE" dirty="0"/>
              <a:t>Lösen Sie die Aufgabenstellung, zu finden in der Datei </a:t>
            </a:r>
            <a:r>
              <a:rPr lang="de-DE" dirty="0">
                <a:hlinkClick r:id="rId4" action="ppaction://hlinkfile"/>
              </a:rPr>
              <a:t>„Aufgabenstellung.pdf“</a:t>
            </a:r>
            <a:endParaRPr lang="de-DE" dirty="0"/>
          </a:p>
          <a:p>
            <a:r>
              <a:rPr lang="de-DE" u="sng" dirty="0"/>
              <a:t>Hilfe:</a:t>
            </a:r>
          </a:p>
          <a:p>
            <a:pPr lvl="1"/>
            <a:r>
              <a:rPr lang="de-DE" dirty="0"/>
              <a:t>das Praktikum wurde erstellt von den Schülern Julian Holfeld(BGY24) und Jonas Löschner(BGY23), Sie dürfen/sollen diese Schüler dazu befragen</a:t>
            </a:r>
          </a:p>
          <a:p>
            <a:pPr lvl="1"/>
            <a:endParaRPr lang="de-DE" u="sng" dirty="0"/>
          </a:p>
          <a:p>
            <a:pPr lvl="1"/>
            <a:endParaRPr lang="de-DE" dirty="0"/>
          </a:p>
        </p:txBody>
      </p:sp>
    </p:spTree>
    <p:extLst>
      <p:ext uri="{BB962C8B-B14F-4D97-AF65-F5344CB8AC3E}">
        <p14:creationId xmlns:p14="http://schemas.microsoft.com/office/powerpoint/2010/main" val="419574165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2. </a:t>
            </a:r>
            <a:r>
              <a:rPr lang="de-DE" sz="3200" dirty="0" err="1"/>
              <a:t>Selbstudium</a:t>
            </a:r>
            <a:r>
              <a:rPr lang="de-DE" sz="3200" dirty="0"/>
              <a:t> mithilfe des JavaFX Übungsblatts</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u="sng" dirty="0"/>
              <a:t>Ziel:</a:t>
            </a:r>
          </a:p>
          <a:p>
            <a:pPr lvl="1"/>
            <a:r>
              <a:rPr lang="de-DE" dirty="0"/>
              <a:t>Sie können JAVAFX in Ihren Projekten nutzen</a:t>
            </a:r>
          </a:p>
          <a:p>
            <a:pPr lvl="1"/>
            <a:r>
              <a:rPr lang="de-DE" dirty="0"/>
              <a:t>Sie können grafische Oberflächen in JAVA erstellen</a:t>
            </a:r>
          </a:p>
          <a:p>
            <a:r>
              <a:rPr lang="de-DE" u="sng" dirty="0"/>
              <a:t>Aufgaben:</a:t>
            </a:r>
          </a:p>
          <a:p>
            <a:pPr lvl="1"/>
            <a:r>
              <a:rPr lang="de-DE" dirty="0"/>
              <a:t>Lesen Sie das </a:t>
            </a:r>
            <a:r>
              <a:rPr lang="de-DE" dirty="0">
                <a:hlinkClick r:id="rId2" action="ppaction://hlinkfile"/>
              </a:rPr>
              <a:t>Übungsblatt_JFX.pdf</a:t>
            </a:r>
            <a:endParaRPr lang="de-DE" dirty="0"/>
          </a:p>
          <a:p>
            <a:pPr lvl="1"/>
            <a:r>
              <a:rPr lang="de-DE" dirty="0"/>
              <a:t>Erstellen Sie mithilfe des soeben angeeigneten Wissens ein kleines Verständnisprojekt in JAVA, in welchem Sie sich eine Benutzeroberfläche bauen und diese per CSS anpassen</a:t>
            </a:r>
            <a:endParaRPr lang="de-DE" u="sng" dirty="0"/>
          </a:p>
          <a:p>
            <a:pPr lvl="1"/>
            <a:endParaRPr lang="de-DE" dirty="0"/>
          </a:p>
        </p:txBody>
      </p:sp>
    </p:spTree>
    <p:extLst>
      <p:ext uri="{BB962C8B-B14F-4D97-AF65-F5344CB8AC3E}">
        <p14:creationId xmlns:p14="http://schemas.microsoft.com/office/powerpoint/2010/main" val="14043563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3. Erstellen der JAVA-Anwendung</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fontScale="70000" lnSpcReduction="20000"/>
          </a:bodyPr>
          <a:lstStyle/>
          <a:p>
            <a:r>
              <a:rPr lang="de-DE" u="sng" dirty="0"/>
              <a:t>Hauptteil des Projekts</a:t>
            </a:r>
          </a:p>
          <a:p>
            <a:r>
              <a:rPr lang="de-DE" u="sng" dirty="0"/>
              <a:t>Ziel:</a:t>
            </a:r>
          </a:p>
          <a:p>
            <a:pPr lvl="1"/>
            <a:r>
              <a:rPr lang="de-DE" dirty="0"/>
              <a:t>Sie haben eine startfähige JAVA-Anwendung, welche über eine Grafische Benutzeroberfläche (GUI) zugänglich ist</a:t>
            </a:r>
          </a:p>
          <a:p>
            <a:r>
              <a:rPr lang="de-DE" u="sng" dirty="0"/>
              <a:t>Aufgabe:</a:t>
            </a:r>
          </a:p>
          <a:p>
            <a:pPr lvl="1"/>
            <a:r>
              <a:rPr lang="de-DE" dirty="0"/>
              <a:t>Überlegen Sie sich eine Datenbank Ihrer Wahl</a:t>
            </a:r>
          </a:p>
          <a:p>
            <a:pPr lvl="1"/>
            <a:r>
              <a:rPr lang="de-DE" dirty="0"/>
              <a:t>setzen Sie diese Datenbank in SQLite mit Ihren Beziehungen, Tabellen und Objekten um (Mindestens 5 Tabellen)</a:t>
            </a:r>
          </a:p>
          <a:p>
            <a:pPr lvl="1"/>
            <a:r>
              <a:rPr lang="de-DE" dirty="0"/>
              <a:t>die Benutzeroberfläche muss folgende Funktionalitäten erfüllen:</a:t>
            </a:r>
          </a:p>
          <a:p>
            <a:pPr lvl="2"/>
            <a:r>
              <a:rPr lang="de-DE" dirty="0"/>
              <a:t>Login per Nutzername und Passwort</a:t>
            </a:r>
          </a:p>
          <a:p>
            <a:pPr lvl="2"/>
            <a:r>
              <a:rPr lang="de-DE" dirty="0"/>
              <a:t>Daten aus den verschiedenen Tabellen anzeigen</a:t>
            </a:r>
          </a:p>
          <a:p>
            <a:pPr lvl="2"/>
            <a:r>
              <a:rPr lang="de-DE" dirty="0"/>
              <a:t>Ein Export der Daten in eine PDF-Datei</a:t>
            </a:r>
          </a:p>
          <a:p>
            <a:pPr lvl="1"/>
            <a:r>
              <a:rPr lang="de-DE" dirty="0"/>
              <a:t>die Datei soll nicht in Ihrer IDE gestartet werden, sondern eine separate Ausführbare .</a:t>
            </a:r>
            <a:r>
              <a:rPr lang="de-DE" dirty="0" err="1"/>
              <a:t>jar</a:t>
            </a:r>
            <a:r>
              <a:rPr lang="de-DE" dirty="0"/>
              <a:t> Datei sein</a:t>
            </a:r>
          </a:p>
          <a:p>
            <a:pPr lvl="1"/>
            <a:r>
              <a:rPr lang="de-DE" dirty="0"/>
              <a:t>Ihr Projekt muss in der GitHub-Umgebung bearbeitet werden</a:t>
            </a:r>
          </a:p>
          <a:p>
            <a:r>
              <a:rPr lang="de-DE" dirty="0"/>
              <a:t>abschließend präsentieren Sie Ihre Datenbank Ihren Mitschülern und gehen dabei auf Ihre Kreativen Besonderheiten ein</a:t>
            </a:r>
          </a:p>
          <a:p>
            <a:pPr lvl="2"/>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34366105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Hilfestellungen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dirty="0"/>
              <a:t>Sie dürfen Quellen nutzen, müssen aber stets eine Quellenangabe machen</a:t>
            </a:r>
          </a:p>
          <a:p>
            <a:r>
              <a:rPr lang="de-DE" dirty="0"/>
              <a:t>eine Quellenangabe muss auch beim Nutzen von KI erfolgen</a:t>
            </a:r>
          </a:p>
          <a:p>
            <a:r>
              <a:rPr lang="de-DE" dirty="0"/>
              <a:t>Teilen Sie Ihre Arbeit sinnvoll auf</a:t>
            </a:r>
          </a:p>
          <a:p>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78963396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BD560-D9CA-45C6-A4F9-8A3867C328D3}"/>
              </a:ext>
            </a:extLst>
          </p:cNvPr>
          <p:cNvSpPr>
            <a:spLocks noGrp="1"/>
          </p:cNvSpPr>
          <p:nvPr>
            <p:ph type="title"/>
          </p:nvPr>
        </p:nvSpPr>
        <p:spPr>
          <a:xfrm>
            <a:off x="160867" y="320675"/>
            <a:ext cx="8735432" cy="1325563"/>
          </a:xfrm>
        </p:spPr>
        <p:txBody>
          <a:bodyPr>
            <a:noAutofit/>
          </a:bodyPr>
          <a:lstStyle/>
          <a:p>
            <a:r>
              <a:rPr lang="de-DE" sz="3200" dirty="0"/>
              <a:t>Abgaben</a:t>
            </a:r>
          </a:p>
        </p:txBody>
      </p:sp>
      <p:sp>
        <p:nvSpPr>
          <p:cNvPr id="19" name="Textfeld 18">
            <a:extLst>
              <a:ext uri="{FF2B5EF4-FFF2-40B4-BE49-F238E27FC236}">
                <a16:creationId xmlns:a16="http://schemas.microsoft.com/office/drawing/2014/main" id="{78202724-6206-462E-952A-37028BCE4375}"/>
              </a:ext>
            </a:extLst>
          </p:cNvPr>
          <p:cNvSpPr txBox="1"/>
          <p:nvPr/>
        </p:nvSpPr>
        <p:spPr>
          <a:xfrm>
            <a:off x="160867" y="6321456"/>
            <a:ext cx="6667950" cy="369332"/>
          </a:xfrm>
          <a:prstGeom prst="rect">
            <a:avLst/>
          </a:prstGeom>
          <a:noFill/>
        </p:spPr>
        <p:txBody>
          <a:bodyPr wrap="square" rtlCol="0">
            <a:spAutoFit/>
          </a:bodyPr>
          <a:lstStyle/>
          <a:p>
            <a:r>
              <a:rPr lang="de-DE" dirty="0">
                <a:latin typeface="Arial" panose="020B0604020202020204" pitchFamily="34" charset="0"/>
                <a:cs typeface="Arial" panose="020B0604020202020204" pitchFamily="34" charset="0"/>
              </a:rPr>
              <a:t>Datenbanken – JAVA /SQLITE</a:t>
            </a:r>
          </a:p>
        </p:txBody>
      </p:sp>
      <p:sp>
        <p:nvSpPr>
          <p:cNvPr id="8" name="Inhaltsplatzhalter 2">
            <a:extLst>
              <a:ext uri="{FF2B5EF4-FFF2-40B4-BE49-F238E27FC236}">
                <a16:creationId xmlns:a16="http://schemas.microsoft.com/office/drawing/2014/main" id="{7BEFAA96-E00B-4EEA-842A-522CDA09FE9F}"/>
              </a:ext>
            </a:extLst>
          </p:cNvPr>
          <p:cNvSpPr>
            <a:spLocks noGrp="1"/>
          </p:cNvSpPr>
          <p:nvPr>
            <p:ph idx="1"/>
          </p:nvPr>
        </p:nvSpPr>
        <p:spPr>
          <a:xfrm>
            <a:off x="160867" y="1825624"/>
            <a:ext cx="10515600" cy="4095781"/>
          </a:xfrm>
        </p:spPr>
        <p:txBody>
          <a:bodyPr>
            <a:normAutofit/>
          </a:bodyPr>
          <a:lstStyle/>
          <a:p>
            <a:r>
              <a:rPr lang="de-DE" dirty="0"/>
              <a:t>Aufgabe aus dem SFS-Praktikums</a:t>
            </a:r>
          </a:p>
          <a:p>
            <a:r>
              <a:rPr lang="de-DE" dirty="0"/>
              <a:t>Abgabe der JAVA-Anwendung (Quellcode und JAR)</a:t>
            </a:r>
          </a:p>
          <a:p>
            <a:r>
              <a:rPr lang="de-DE"/>
              <a:t>Vortrag halten</a:t>
            </a:r>
            <a:endParaRPr lang="de-DE" dirty="0"/>
          </a:p>
          <a:p>
            <a:endParaRPr lang="de-DE" dirty="0"/>
          </a:p>
          <a:p>
            <a:pPr marL="457200" lvl="1" indent="0">
              <a:buNone/>
            </a:pPr>
            <a:endParaRPr lang="de-DE" dirty="0"/>
          </a:p>
          <a:p>
            <a:pPr lvl="1"/>
            <a:endParaRPr lang="de-DE" dirty="0"/>
          </a:p>
          <a:p>
            <a:pPr lvl="1"/>
            <a:endParaRPr lang="de-DE" dirty="0"/>
          </a:p>
          <a:p>
            <a:pPr lvl="1"/>
            <a:endParaRPr lang="de-DE" dirty="0"/>
          </a:p>
          <a:p>
            <a:pPr lvl="1"/>
            <a:endParaRPr lang="de-DE" dirty="0"/>
          </a:p>
        </p:txBody>
      </p:sp>
    </p:spTree>
    <p:extLst>
      <p:ext uri="{BB962C8B-B14F-4D97-AF65-F5344CB8AC3E}">
        <p14:creationId xmlns:p14="http://schemas.microsoft.com/office/powerpoint/2010/main" val="1333147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7902</Words>
  <Application>Microsoft Office PowerPoint</Application>
  <PresentationFormat>Breitbild</PresentationFormat>
  <Paragraphs>1167</Paragraphs>
  <Slides>133</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133</vt:i4>
      </vt:variant>
    </vt:vector>
  </HeadingPairs>
  <TitlesOfParts>
    <vt:vector size="141" baseType="lpstr">
      <vt:lpstr>Arial</vt:lpstr>
      <vt:lpstr>Artifakt Element Heavy</vt:lpstr>
      <vt:lpstr>Calibri</vt:lpstr>
      <vt:lpstr>Symbol</vt:lpstr>
      <vt:lpstr>Times New Roman</vt:lpstr>
      <vt:lpstr>Verdana</vt:lpstr>
      <vt:lpstr>Wingdings</vt:lpstr>
      <vt:lpstr>Office Theme</vt:lpstr>
      <vt:lpstr>PowerPoint-Präsentation</vt:lpstr>
      <vt:lpstr>Symbolik / Legende</vt:lpstr>
      <vt:lpstr>Gliederung</vt:lpstr>
      <vt:lpstr>„kleines“ Brainstorming zu Datenbanken und deren Begrifflichkeiten </vt:lpstr>
      <vt:lpstr>Theoretisches Wissen </vt:lpstr>
      <vt:lpstr>Datenbank (DB) </vt:lpstr>
      <vt:lpstr>Datenbankmanagementsystem (DMBS) </vt:lpstr>
      <vt:lpstr> Größte Datenbank –  managementsysteme (DMBS) – Stand 2024 </vt:lpstr>
      <vt:lpstr>Datenbanksystem (DBS) </vt:lpstr>
      <vt:lpstr>Weekly Tasks (Kahoot) </vt:lpstr>
      <vt:lpstr>Wo werden Datenbanken eingesetzt?  </vt:lpstr>
      <vt:lpstr> Welche Unternehmen speichern die meisten Daten?   </vt:lpstr>
      <vt:lpstr>  Beispiel: Datenbanken im E-Commerce (Webshop)  </vt:lpstr>
      <vt:lpstr>Vorteile eines Datenbanksystems  </vt:lpstr>
      <vt:lpstr> Aufgaben eines  Datenbanksystems  </vt:lpstr>
      <vt:lpstr>  Architektur eines DB-Systems 3 Ebenen-Modell  </vt:lpstr>
      <vt:lpstr> Akteure einer Datenbank </vt:lpstr>
      <vt:lpstr>  Ziele der Datenorganisation in Datenbanken  </vt:lpstr>
      <vt:lpstr>  Sicherheit in Datenbanken  </vt:lpstr>
      <vt:lpstr>PowerPoint-Präsentation</vt:lpstr>
      <vt:lpstr> Datenbankmodelle  </vt:lpstr>
      <vt:lpstr>Datenbankmodelle </vt:lpstr>
      <vt:lpstr> Hierarchisches Modell  </vt:lpstr>
      <vt:lpstr>Datenbankmodelle </vt:lpstr>
      <vt:lpstr> Netzwerkmodell  </vt:lpstr>
      <vt:lpstr>Datenbankmodelle </vt:lpstr>
      <vt:lpstr> Objektorientiertes Modell  </vt:lpstr>
      <vt:lpstr>Datenbankmodelle </vt:lpstr>
      <vt:lpstr> Relationales Modell  </vt:lpstr>
      <vt:lpstr> ER – Modell  Relationsmodell  </vt:lpstr>
      <vt:lpstr> Relationales Modell  </vt:lpstr>
      <vt:lpstr>PowerPoint-Präsentation</vt:lpstr>
      <vt:lpstr>  Entity Relationship Modell (ERM, ERD)  </vt:lpstr>
      <vt:lpstr>  Entity Relationship Modell (ERM, ERD)  </vt:lpstr>
      <vt:lpstr>  Entity Relationship Modell (ERM, ERD)  </vt:lpstr>
      <vt:lpstr>  Datenmodellierung Vorüberlegung  </vt:lpstr>
      <vt:lpstr>  Datenmodell Bestandteile  </vt:lpstr>
      <vt:lpstr>PowerPoint-Präsentation</vt:lpstr>
      <vt:lpstr> Normalisierung in Datenbanken  </vt:lpstr>
      <vt:lpstr> Normalisierung nach Codd  </vt:lpstr>
      <vt:lpstr>  Normalisierung in Datenbanken Anomalien  </vt:lpstr>
      <vt:lpstr>  Normalisierung in Datenbanken Anomalien - Einfügeanomalie  </vt:lpstr>
      <vt:lpstr>  Normalisierung in Datenbanken Anomalien - Updateanomalie  </vt:lpstr>
      <vt:lpstr>  Normalisierung in Datenbanken Anomalien - Löschanomalie  </vt:lpstr>
      <vt:lpstr> Normalisierung in Datenbanken  </vt:lpstr>
      <vt:lpstr>  Normalisierung nach Codd 1. Normalform  </vt:lpstr>
      <vt:lpstr>  Normalisierung nach Codd 2. Normalform  </vt:lpstr>
      <vt:lpstr> Primärschlüssel  </vt:lpstr>
      <vt:lpstr>  Normalisierung nach Codd 3. Normalform  </vt:lpstr>
      <vt:lpstr>  Bilden einer „Verknüpfungstabelle“ bzw. „Junction Table“  </vt:lpstr>
      <vt:lpstr>  Bilden einer „Verknüpfungstabelle“ bzw. „Junction Table“  </vt:lpstr>
      <vt:lpstr>  Normalisierung  Übung  </vt:lpstr>
      <vt:lpstr>  Normalisierung  Übung 1. Normalform  </vt:lpstr>
      <vt:lpstr>  Normalisierung  Übung 2. Normalform  </vt:lpstr>
      <vt:lpstr>  Normalisierung  Übung 3. Normalform  </vt:lpstr>
      <vt:lpstr>  Microsoft ACCESS - Formulare  </vt:lpstr>
      <vt:lpstr>Elektronische Krankenakte  Übung</vt:lpstr>
      <vt:lpstr>Import über CSV-Übung Übung</vt:lpstr>
      <vt:lpstr>Navigationsformular Übung</vt:lpstr>
      <vt:lpstr>Zusammenfassung</vt:lpstr>
      <vt:lpstr>Übung Datenbank KFZ</vt:lpstr>
      <vt:lpstr>Übung Datenbank KFZ Definition von Primär- und Sekundärschlüssel</vt:lpstr>
      <vt:lpstr>Übung Datenbank KFZ ERMRDBM</vt:lpstr>
      <vt:lpstr>Übung Datenbank KFZ ERMRDBM - Umwandlung</vt:lpstr>
      <vt:lpstr>Übung Datenbank KFZ Daten füllen</vt:lpstr>
      <vt:lpstr>Übung Datenbank KFZ Abschluss &amp; Zusammenfassung</vt:lpstr>
      <vt:lpstr>Komplexe DB Aufgabe (Abgabe)</vt:lpstr>
      <vt:lpstr>Komplexe DB Aufgabe (Abgabe)</vt:lpstr>
      <vt:lpstr>Abfragen</vt:lpstr>
      <vt:lpstr>Abfragen</vt:lpstr>
      <vt:lpstr>Abfragen</vt:lpstr>
      <vt:lpstr>PowerPoint-Präsentation</vt:lpstr>
      <vt:lpstr>SQL</vt:lpstr>
      <vt:lpstr>SQL-Möglichkeiten</vt:lpstr>
      <vt:lpstr>SQL-Bestandteile</vt:lpstr>
      <vt:lpstr>SQL-Bestandteile</vt:lpstr>
      <vt:lpstr>DDL – Data Definition Language</vt:lpstr>
      <vt:lpstr>CREATE - Befehl</vt:lpstr>
      <vt:lpstr>ALTER - Befehl</vt:lpstr>
      <vt:lpstr>DROP - Befehl</vt:lpstr>
      <vt:lpstr>TRUNCATE - Befehl</vt:lpstr>
      <vt:lpstr>RENAME - Befehl</vt:lpstr>
      <vt:lpstr>CREATE in Anwendung</vt:lpstr>
      <vt:lpstr>CREATE in Anwendung Häufig genutzte Datentypen</vt:lpstr>
      <vt:lpstr>CREATE in Anwendung Primär –und Fremdschlüssel</vt:lpstr>
      <vt:lpstr>SQL-Bestandteile</vt:lpstr>
      <vt:lpstr>DML – Data Manipulation Language</vt:lpstr>
      <vt:lpstr>DML – Data Manipulation Language</vt:lpstr>
      <vt:lpstr>INSERT - Befehl</vt:lpstr>
      <vt:lpstr>UPDATE - Befehl</vt:lpstr>
      <vt:lpstr>DELETE - Befehl</vt:lpstr>
      <vt:lpstr>SELECT - Befehl</vt:lpstr>
      <vt:lpstr>INSERT - Befehl</vt:lpstr>
      <vt:lpstr>INSERT – Befehl - Übung</vt:lpstr>
      <vt:lpstr>SELECT - Befehl</vt:lpstr>
      <vt:lpstr>SELECT - Befehl</vt:lpstr>
      <vt:lpstr>FROM - BEFEHL</vt:lpstr>
      <vt:lpstr>WHERE - BEFEHL</vt:lpstr>
      <vt:lpstr>WHERE – BEFEHL  Vergleichsoperatoren</vt:lpstr>
      <vt:lpstr>WHERE – BEFEHL  Übung</vt:lpstr>
      <vt:lpstr>JOIN - BEFEHL</vt:lpstr>
      <vt:lpstr>INNER JOIN - BEFEHL</vt:lpstr>
      <vt:lpstr>LEFT JOIN - BEFEHL</vt:lpstr>
      <vt:lpstr>RIGHT JOIN - BEFEHL</vt:lpstr>
      <vt:lpstr>FULL JOIN - BEFEHL</vt:lpstr>
      <vt:lpstr>JOIN – BEFEHL Zusammenfassung</vt:lpstr>
      <vt:lpstr>JOIN – BEFEHL Erkundung</vt:lpstr>
      <vt:lpstr>JOIN – BEFEHL Erkundung</vt:lpstr>
      <vt:lpstr>JOIN - Mehrfachnutzung</vt:lpstr>
      <vt:lpstr>JOIN – BEFEHL Übung</vt:lpstr>
      <vt:lpstr>Abfragen mit Aliassen</vt:lpstr>
      <vt:lpstr>PowerPoint-Präsentation</vt:lpstr>
      <vt:lpstr>SQL – Nutzung in Java</vt:lpstr>
      <vt:lpstr>Datenbankumgebung</vt:lpstr>
      <vt:lpstr>SQLITE  Datenbankumgebung erstellen</vt:lpstr>
      <vt:lpstr>SQLITE  Datenbankumgebung erstellen</vt:lpstr>
      <vt:lpstr>SQLITE Rollen und Berechtigungen</vt:lpstr>
      <vt:lpstr>SQLITE Rollen und Berechtigungen</vt:lpstr>
      <vt:lpstr>SQLITE Rollen und Berechtigungen</vt:lpstr>
      <vt:lpstr>SQLITE Erstellen des Nutzers und Zuweisung zur Rolle, sowie Berechtigung festlegen</vt:lpstr>
      <vt:lpstr>SQLITE Berechtigung in Java überprüfen und Authentifizierung (an späterer Stelle)</vt:lpstr>
      <vt:lpstr>Datenbankverbindung zu unserer lokalen SQLite Datenbank herstellen</vt:lpstr>
      <vt:lpstr>Datenbankverbindung zu unserer lokalen SQLite Datenbank herstellen</vt:lpstr>
      <vt:lpstr>Datenbankverbindung zu unserer lokalen SQLite Datenbank herstellen</vt:lpstr>
      <vt:lpstr>Datenbankfunktionalität über JAVA</vt:lpstr>
      <vt:lpstr>Datenbankfunktionalität Übungen</vt:lpstr>
      <vt:lpstr>Praktikum Datenbanken</vt:lpstr>
      <vt:lpstr>Praktikum Datenbanken</vt:lpstr>
      <vt:lpstr>1. Absolvieren des Schüler Für Schüler - Praktikums</vt:lpstr>
      <vt:lpstr>2. Selbstudium mithilfe des JavaFX Übungsblatts</vt:lpstr>
      <vt:lpstr>3. Erstellen der JAVA-Anwendung</vt:lpstr>
      <vt:lpstr>Hilfestellungen</vt:lpstr>
      <vt:lpstr>Abgaben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Nico Schulze</dc:creator>
  <cp:lastModifiedBy>Schulze, Nico</cp:lastModifiedBy>
  <cp:revision>358</cp:revision>
  <dcterms:created xsi:type="dcterms:W3CDTF">2017-06-09T08:02:53Z</dcterms:created>
  <dcterms:modified xsi:type="dcterms:W3CDTF">2025-11-11T10:58:21Z</dcterms:modified>
</cp:coreProperties>
</file>